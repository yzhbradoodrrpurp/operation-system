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1948" r:id="rId6"/>
    <p:sldId id="1949" r:id="rId7"/>
    <p:sldId id="1611" r:id="rId8"/>
    <p:sldId id="1841" r:id="rId9"/>
    <p:sldId id="1842" r:id="rId10"/>
    <p:sldId id="1843" r:id="rId11"/>
    <p:sldId id="1844" r:id="rId12"/>
    <p:sldId id="1845" r:id="rId13"/>
    <p:sldId id="1846" r:id="rId14"/>
    <p:sldId id="1763" r:id="rId15"/>
    <p:sldId id="1764" r:id="rId16"/>
    <p:sldId id="1828" r:id="rId17"/>
    <p:sldId id="1766" r:id="rId18"/>
    <p:sldId id="1767" r:id="rId19"/>
    <p:sldId id="1768" r:id="rId20"/>
    <p:sldId id="1829" r:id="rId21"/>
    <p:sldId id="1831" r:id="rId22"/>
    <p:sldId id="1771" r:id="rId23"/>
    <p:sldId id="1772" r:id="rId24"/>
    <p:sldId id="1773" r:id="rId25"/>
    <p:sldId id="1774" r:id="rId26"/>
    <p:sldId id="1775" r:id="rId27"/>
    <p:sldId id="1776" r:id="rId28"/>
    <p:sldId id="1777" r:id="rId29"/>
    <p:sldId id="1778" r:id="rId30"/>
    <p:sldId id="1779" r:id="rId31"/>
    <p:sldId id="1780" r:id="rId32"/>
    <p:sldId id="1781" r:id="rId33"/>
    <p:sldId id="1782" r:id="rId34"/>
    <p:sldId id="1832" r:id="rId35"/>
    <p:sldId id="1833" r:id="rId36"/>
    <p:sldId id="1834" r:id="rId37"/>
    <p:sldId id="1835" r:id="rId38"/>
    <p:sldId id="1860" r:id="rId39"/>
    <p:sldId id="1861" r:id="rId40"/>
    <p:sldId id="1862" r:id="rId41"/>
    <p:sldId id="1863" r:id="rId42"/>
    <p:sldId id="1864" r:id="rId43"/>
    <p:sldId id="1865" r:id="rId44"/>
    <p:sldId id="1866" r:id="rId45"/>
    <p:sldId id="1867" r:id="rId46"/>
    <p:sldId id="1868" r:id="rId47"/>
    <p:sldId id="1869" r:id="rId48"/>
    <p:sldId id="1870" r:id="rId49"/>
    <p:sldId id="1871" r:id="rId50"/>
    <p:sldId id="1872" r:id="rId51"/>
    <p:sldId id="1873" r:id="rId52"/>
    <p:sldId id="1874" r:id="rId53"/>
    <p:sldId id="1875" r:id="rId54"/>
    <p:sldId id="1876" r:id="rId55"/>
    <p:sldId id="1877" r:id="rId56"/>
    <p:sldId id="1878" r:id="rId57"/>
    <p:sldId id="1879" r:id="rId58"/>
    <p:sldId id="1880" r:id="rId59"/>
    <p:sldId id="1881" r:id="rId60"/>
    <p:sldId id="1882" r:id="rId61"/>
    <p:sldId id="1883" r:id="rId62"/>
    <p:sldId id="1884" r:id="rId63"/>
    <p:sldId id="1885" r:id="rId64"/>
    <p:sldId id="1886" r:id="rId65"/>
    <p:sldId id="1887" r:id="rId66"/>
    <p:sldId id="1888" r:id="rId67"/>
    <p:sldId id="1889" r:id="rId68"/>
    <p:sldId id="1890" r:id="rId69"/>
    <p:sldId id="1891" r:id="rId70"/>
    <p:sldId id="1892" r:id="rId71"/>
    <p:sldId id="1893" r:id="rId72"/>
    <p:sldId id="1894" r:id="rId73"/>
    <p:sldId id="1895" r:id="rId74"/>
    <p:sldId id="1896" r:id="rId75"/>
    <p:sldId id="1897" r:id="rId76"/>
    <p:sldId id="1898" r:id="rId77"/>
    <p:sldId id="1899" r:id="rId78"/>
    <p:sldId id="1900" r:id="rId79"/>
    <p:sldId id="1901" r:id="rId80"/>
    <p:sldId id="1902" r:id="rId81"/>
    <p:sldId id="1903" r:id="rId82"/>
    <p:sldId id="1904" r:id="rId83"/>
    <p:sldId id="1905" r:id="rId84"/>
    <p:sldId id="1906" r:id="rId85"/>
    <p:sldId id="1907" r:id="rId86"/>
    <p:sldId id="1908" r:id="rId87"/>
    <p:sldId id="1909" r:id="rId88"/>
    <p:sldId id="1910" r:id="rId89"/>
    <p:sldId id="1911" r:id="rId90"/>
    <p:sldId id="1912" r:id="rId91"/>
    <p:sldId id="1913" r:id="rId92"/>
    <p:sldId id="1914" r:id="rId93"/>
    <p:sldId id="1915" r:id="rId94"/>
    <p:sldId id="1916" r:id="rId95"/>
    <p:sldId id="1917" r:id="rId96"/>
    <p:sldId id="1918" r:id="rId97"/>
    <p:sldId id="1919" r:id="rId98"/>
    <p:sldId id="1920" r:id="rId99"/>
    <p:sldId id="1921" r:id="rId100"/>
    <p:sldId id="1922" r:id="rId101"/>
    <p:sldId id="1923" r:id="rId102"/>
    <p:sldId id="1924" r:id="rId103"/>
    <p:sldId id="1925" r:id="rId104"/>
    <p:sldId id="1926" r:id="rId105"/>
    <p:sldId id="1927" r:id="rId106"/>
    <p:sldId id="1928" r:id="rId107"/>
    <p:sldId id="1929" r:id="rId108"/>
    <p:sldId id="1930" r:id="rId109"/>
    <p:sldId id="1947" r:id="rId110"/>
  </p:sldIdLst>
  <p:sldSz cx="12192000" cy="6858000"/>
  <p:notesSz cx="6858000" cy="9144000"/>
  <p:custDataLst>
    <p:tags r:id="rId1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96" userDrawn="1">
          <p15:clr>
            <a:srgbClr val="A4A3A4"/>
          </p15:clr>
        </p15:guide>
        <p15:guide id="2" pos="39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嘉铭" initials="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E54C4E"/>
    <a:srgbClr val="FFCCCC"/>
    <a:srgbClr val="F1A7A7"/>
    <a:srgbClr val="BA7EB1"/>
    <a:srgbClr val="E94B50"/>
    <a:srgbClr val="FFBE3B"/>
    <a:srgbClr val="9CCF32"/>
    <a:srgbClr val="009FC6"/>
    <a:srgbClr val="C206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6" autoAdjust="0"/>
    <p:restoredTop sz="85684" autoAdjust="0"/>
  </p:normalViewPr>
  <p:slideViewPr>
    <p:cSldViewPr snapToGrid="0" showGuides="1">
      <p:cViewPr varScale="1">
        <p:scale>
          <a:sx n="94" d="100"/>
          <a:sy n="94" d="100"/>
        </p:scale>
        <p:origin x="1176" y="120"/>
      </p:cViewPr>
      <p:guideLst>
        <p:guide orient="horz" pos="2396"/>
        <p:guide pos="390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5" Type="http://schemas.openxmlformats.org/officeDocument/2006/relationships/tags" Target="tags/tag7.xml"/><Relationship Id="rId114" Type="http://schemas.openxmlformats.org/officeDocument/2006/relationships/commentAuthors" Target="commentAuthors.xml"/><Relationship Id="rId113" Type="http://schemas.openxmlformats.org/officeDocument/2006/relationships/tableStyles" Target="tableStyles.xml"/><Relationship Id="rId112" Type="http://schemas.openxmlformats.org/officeDocument/2006/relationships/viewProps" Target="viewProps.xml"/><Relationship Id="rId111" Type="http://schemas.openxmlformats.org/officeDocument/2006/relationships/presProps" Target="presProps.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13541666666667"/>
          <c:y val="0.01875"/>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p>
      </c:txPr>
    </c:title>
    <c:autoTitleDeleted val="0"/>
    <c:plotArea>
      <c:layout/>
      <c:pieChart>
        <c:varyColors val="1"/>
        <c:ser>
          <c:idx val="0"/>
          <c:order val="0"/>
          <c:tx>
            <c:strRef>
              <c:f>Sheet1!$B$1</c:f>
              <c:strCache>
                <c:ptCount val="1"/>
                <c:pt idx="0">
                  <c:v>成绩比例</c:v>
                </c:pt>
              </c:strCache>
            </c:strRef>
          </c:tx>
          <c:spPr/>
          <c:explosion val="0"/>
          <c:dPt>
            <c:idx val="0"/>
            <c:bubble3D val="0"/>
            <c:spPr>
              <a:solidFill>
                <a:schemeClr val="accent6"/>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1"/>
              </a:solidFill>
              <a:ln w="19050">
                <a:solidFill>
                  <a:schemeClr val="lt1"/>
                </a:solidFill>
              </a:ln>
              <a:effectLst/>
            </c:spPr>
          </c:dPt>
          <c:dPt>
            <c:idx val="3"/>
            <c:bubble3D val="0"/>
            <c:spPr>
              <a:solidFill>
                <a:schemeClr val="accent4"/>
              </a:solidFill>
              <a:ln w="19050">
                <a:solidFill>
                  <a:schemeClr val="lt1"/>
                </a:solidFill>
              </a:ln>
              <a:effectLst/>
            </c:spPr>
          </c:dPt>
          <c:dPt>
            <c:idx val="4"/>
            <c:bubble3D val="0"/>
            <c:spPr>
              <a:solidFill>
                <a:schemeClr val="accent5"/>
              </a:solidFill>
              <a:ln w="19050">
                <a:solidFill>
                  <a:schemeClr val="lt1"/>
                </a:solidFill>
              </a:ln>
              <a:effectLst/>
            </c:spPr>
          </c:dPt>
          <c:dLbls>
            <c:dLbl>
              <c:idx val="0"/>
              <c:layout>
                <c:manualLayout>
                  <c:x val="-0.0532759186351706"/>
                  <c:y val="0.146613188976378"/>
                </c:manualLayout>
              </c:layout>
              <c:dLblPos val="bestFit"/>
              <c:showLegendKey val="0"/>
              <c:showVal val="0"/>
              <c:showCatName val="0"/>
              <c:showSerName val="0"/>
              <c:showPercent val="1"/>
              <c:showBubbleSize val="0"/>
              <c:extLst>
                <c:ext xmlns:c15="http://schemas.microsoft.com/office/drawing/2012/chart" uri="{CE6537A1-D6FC-4f65-9D91-7224C49458BB}">
                  <c15:layout/>
                </c:ext>
              </c:extLst>
            </c:dLbl>
            <c:dLbl>
              <c:idx val="1"/>
              <c:layout>
                <c:manualLayout>
                  <c:x val="-0.0935416666666667"/>
                  <c:y val="0.1109375"/>
                </c:manualLayout>
              </c:layout>
              <c:dLblPos val="bestFit"/>
              <c:showLegendKey val="0"/>
              <c:showVal val="0"/>
              <c:showCatName val="0"/>
              <c:showSerName val="0"/>
              <c:showPercent val="1"/>
              <c:showBubbleSize val="0"/>
              <c:extLst>
                <c:ext xmlns:c15="http://schemas.microsoft.com/office/drawing/2012/chart" uri="{CE6537A1-D6FC-4f65-9D91-7224C49458BB}">
                  <c15:layout/>
                </c:ext>
              </c:extLst>
            </c:dLbl>
            <c:dLbl>
              <c:idx val="2"/>
              <c:layout>
                <c:manualLayout>
                  <c:x val="-0.115291010498688"/>
                  <c:y val="0.00074237204724398"/>
                </c:manualLayout>
              </c:layout>
              <c:dLblPos val="bestFit"/>
              <c:showLegendKey val="0"/>
              <c:showVal val="0"/>
              <c:showCatName val="0"/>
              <c:showSerName val="0"/>
              <c:showPercent val="1"/>
              <c:showBubbleSize val="0"/>
              <c:extLst>
                <c:ext xmlns:c15="http://schemas.microsoft.com/office/drawing/2012/chart" uri="{CE6537A1-D6FC-4f65-9D91-7224C49458BB}">
                  <c15:layout/>
                </c:ext>
              </c:extLst>
            </c:dLbl>
            <c:dLbl>
              <c:idx val="3"/>
              <c:layout>
                <c:manualLayout>
                  <c:x val="-0.0657117782152232"/>
                  <c:y val="-0.19375"/>
                </c:manualLayout>
              </c:layout>
              <c:dLblPos val="bestFit"/>
              <c:showLegendKey val="0"/>
              <c:showVal val="0"/>
              <c:showCatName val="0"/>
              <c:showSerName val="0"/>
              <c:showPercent val="1"/>
              <c:showBubbleSize val="0"/>
              <c:extLst>
                <c:ext xmlns:c15="http://schemas.microsoft.com/office/drawing/2012/chart" uri="{CE6537A1-D6FC-4f65-9D91-7224C49458BB}">
                  <c15:layout/>
                </c:ext>
              </c:extLst>
            </c:dLbl>
            <c:dLbl>
              <c:idx val="4"/>
              <c:layout>
                <c:manualLayout>
                  <c:x val="0.15031938976378"/>
                  <c:y val="0.0739099409448819"/>
                </c:manualLayout>
              </c:layout>
              <c:dLblPos val="bestFit"/>
              <c:showLegendKey val="0"/>
              <c:showVal val="0"/>
              <c:showCatName val="0"/>
              <c:showSerName val="0"/>
              <c:showPercent val="1"/>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lang="zh-CN" sz="1800" b="1" i="0" u="none" strike="noStrike" kern="1200" baseline="0">
                    <a:solidFill>
                      <a:schemeClr val="bg1"/>
                    </a:solidFill>
                    <a:latin typeface="+mn-lt"/>
                    <a:ea typeface="+mn-ea"/>
                    <a:cs typeface="+mn-cs"/>
                  </a:defRPr>
                </a:pPr>
              </a:p>
            </c:txPr>
            <c:dLblPos val="inEnd"/>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平时作业</c:v>
                </c:pt>
                <c:pt idx="1">
                  <c:v>签到互动</c:v>
                </c:pt>
                <c:pt idx="2">
                  <c:v>小组汇报</c:v>
                </c:pt>
                <c:pt idx="3">
                  <c:v>期中测试</c:v>
                </c:pt>
                <c:pt idx="4">
                  <c:v>期末测试</c:v>
                </c:pt>
              </c:strCache>
            </c:strRef>
          </c:cat>
          <c:val>
            <c:numRef>
              <c:f>Sheet1!$B$2:$B$6</c:f>
              <c:numCache>
                <c:formatCode>General</c:formatCode>
                <c:ptCount val="5"/>
                <c:pt idx="0">
                  <c:v>10</c:v>
                </c:pt>
                <c:pt idx="1">
                  <c:v>10</c:v>
                </c:pt>
                <c:pt idx="2">
                  <c:v>10</c:v>
                </c:pt>
                <c:pt idx="3">
                  <c:v>30</c:v>
                </c:pt>
                <c:pt idx="4">
                  <c:v>40</c:v>
                </c:pt>
              </c:numCache>
            </c:numRef>
          </c:val>
        </c:ser>
        <c:dLbls>
          <c:showLegendKey val="0"/>
          <c:showVal val="0"/>
          <c:showCatName val="0"/>
          <c:showSerName val="0"/>
          <c:showPercent val="1"/>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legendEntry>
      <c:legendEntry>
        <c:idx val="1"/>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legendEntry>
      <c:legendEntry>
        <c:idx val="2"/>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legendEntry>
      <c:legendEntry>
        <c:idx val="3"/>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legendEntry>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dd2cc37a-7702-4d1a-be20-ce1d69e43fe4}"/>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D478015-E4AE-4E80-AF24-A2D21EDBC337}" type="doc">
      <dgm:prSet loTypeId="list" loCatId="list" qsTypeId="urn:microsoft.com/office/officeart/2005/8/quickstyle/simple1#9" qsCatId="simple" csTypeId="urn:microsoft.com/office/officeart/2005/8/colors/colorful1#2" csCatId="colorful" phldr="1"/>
      <dgm:spPr/>
      <dgm:t>
        <a:bodyPr/>
        <a:lstStyle/>
        <a:p>
          <a:endParaRPr lang="zh-CN" altLang="en-US"/>
        </a:p>
      </dgm:t>
    </dgm:pt>
    <dgm:pt modelId="{D38F8097-3492-48E3-8D29-77F5D3C78601}">
      <dgm:prSet phldrT="[文本]" phldr="0" custT="1">
        <dgm:style>
          <a:lnRef idx="2">
            <a:schemeClr val="dk1"/>
          </a:lnRef>
          <a:fillRef idx="1">
            <a:schemeClr val="lt1"/>
          </a:fillRef>
          <a:effectRef idx="0">
            <a:schemeClr val="dk1"/>
          </a:effectRef>
          <a:fontRef idx="minor">
            <a:schemeClr val="dk1"/>
          </a:fontRef>
        </dgm:style>
      </dgm:prSet>
      <dgm:spPr>
        <a:ln>
          <a:solidFill>
            <a:srgbClr val="FF0000"/>
          </a:solidFill>
        </a:ln>
        <a:effectLst/>
      </dgm:spPr>
      <dgm:t>
        <a:bodyPr vert="horz" wrap="square" lIns="558556" tIns="83820" rIns="83820" bIns="83820" numCol="1" spcCol="1270" anchor="ctr" anchorCtr="0" forceAA="0"/>
        <a:p>
          <a:pPr algn="l" defTabSz="1466850">
            <a:lnSpc>
              <a:spcPct val="90000"/>
            </a:lnSpc>
            <a:spcBef>
              <a:spcPct val="0"/>
            </a:spcBef>
            <a:spcAft>
              <a:spcPct val="35000"/>
            </a:spcAft>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处理机调度的层次和调度算法的目标</a:t>
          </a:r>
          <a:r>
            <a:rPr lang="zh-CN" altLang="en-US" sz="3200" b="1" kern="1200" dirty="0">
              <a:solidFill>
                <a:srgbClr val="C00000"/>
              </a:solidFill>
              <a:latin typeface="微软雅黑" panose="020B0503020204020204" pitchFamily="34" charset="-122"/>
              <a:ea typeface="微软雅黑" panose="020B0503020204020204" pitchFamily="34" charset="-122"/>
              <a:cs typeface="+mn-cs"/>
            </a:rPr>
            <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86B61D86-BDD8-43B1-A8D3-493601445979}" cxnId="{05312E5E-263C-4044-A1B4-051EDD45E6F6}" type="parTrans">
      <dgm:prSet/>
      <dgm:spPr/>
      <dgm:t>
        <a:bodyPr/>
        <a:lstStyle/>
        <a:p>
          <a:pPr algn="l"/>
          <a:endParaRPr lang="zh-CN" altLang="en-US" sz="3200" b="1">
            <a:solidFill>
              <a:schemeClr val="tx1"/>
            </a:solidFill>
          </a:endParaRPr>
        </a:p>
      </dgm:t>
    </dgm:pt>
    <dgm:pt modelId="{0863F6D8-F866-4B61-B9CB-812C788206CD}" cxnId="{05312E5E-263C-4044-A1B4-051EDD45E6F6}" type="sibTrans">
      <dgm:prSet/>
      <dgm:spPr/>
      <dgm:t>
        <a:bodyPr/>
        <a:lstStyle/>
        <a:p>
          <a:pPr algn="l"/>
          <a:endParaRPr lang="zh-CN" altLang="en-US" sz="3200" b="1">
            <a:solidFill>
              <a:schemeClr val="tx1"/>
            </a:solidFill>
          </a:endParaRPr>
        </a:p>
      </dgm:t>
    </dgm:pt>
    <dgm:pt modelId="{2FD5D591-ED9F-4B4E-9EA9-ED351F687FA6}">
      <dgm:prSet phldrT="[文本]" phldr="0" custT="1"/>
      <dgm:spPr>
        <a:solidFill>
          <a:schemeClr val="bg1"/>
        </a:solidFill>
        <a:ln w="12700" cap="flat" cmpd="sng" algn="ctr">
          <a:solidFill>
            <a:srgbClr val="FF0000"/>
          </a:solidFill>
          <a:prstDash val="solid"/>
          <a:miter lim="800000"/>
        </a:ln>
        <a:effectLst/>
      </dgm:spPr>
      <dgm:t>
        <a:bodyPr vert="horz" wrap="square" lIns="558556" tIns="83820" rIns="83820" bIns="83820" numCol="1" spcCol="1270" anchor="ctr" anchorCtr="0" forceAA="0"/>
        <a:p>
          <a:pPr algn="l" defTabSz="1466850">
            <a:lnSpc>
              <a:spcPct val="90000"/>
            </a:lnSpc>
            <a:spcBef>
              <a:spcPct val="0"/>
            </a:spcBef>
            <a:spcAft>
              <a:spcPct val="35000"/>
            </a:spcAft>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作业与作业调度</a:t>
          </a:r>
          <a:r>
            <a:rPr lang="zh-CN" altLang="en-US" sz="3200" b="1" kern="1200" dirty="0">
              <a:solidFill>
                <a:srgbClr val="C00000"/>
              </a:solidFill>
              <a:latin typeface="微软雅黑" panose="020B0503020204020204" pitchFamily="34" charset="-122"/>
              <a:ea typeface="微软雅黑" panose="020B0503020204020204" pitchFamily="34" charset="-122"/>
              <a:cs typeface="+mn-cs"/>
            </a:rPr>
            <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256976CA-7BC7-44DA-9957-4C2E032B284B}" cxnId="{E436E95F-C215-4C31-AEDC-ADB0D12AF171}" type="parTrans">
      <dgm:prSet/>
      <dgm:spPr/>
      <dgm:t>
        <a:bodyPr/>
        <a:lstStyle/>
        <a:p>
          <a:pPr algn="l"/>
          <a:endParaRPr lang="zh-CN" altLang="en-US" sz="3200"/>
        </a:p>
      </dgm:t>
    </dgm:pt>
    <dgm:pt modelId="{6E3348FD-A970-4BE4-8674-B59435D10EA9}" cxnId="{E436E95F-C215-4C31-AEDC-ADB0D12AF171}" type="sibTrans">
      <dgm:prSet/>
      <dgm:spPr/>
      <dgm:t>
        <a:bodyPr/>
        <a:lstStyle/>
        <a:p>
          <a:pPr algn="l"/>
          <a:endParaRPr lang="zh-CN" altLang="en-US" sz="3200"/>
        </a:p>
      </dgm:t>
    </dgm:pt>
    <dgm:pt modelId="{2601F321-FC2A-416E-9230-1D7A5F4B0682}">
      <dgm:prSet phldrT="[文本]" phldr="0" custT="1"/>
      <dgm:spPr>
        <a:solidFill>
          <a:schemeClr val="bg1"/>
        </a:solidFill>
        <a:ln w="12700" cap="flat" cmpd="sng" algn="ctr">
          <a:solidFill>
            <a:srgbClr val="FF0000"/>
          </a:solidFill>
          <a:prstDash val="solid"/>
          <a:miter lim="800000"/>
        </a:ln>
        <a:effectLst/>
      </dgm:spPr>
      <dgm:t>
        <a:bodyPr vert="horz" wrap="square" lIns="558556" tIns="83820" rIns="83820" bIns="83820" numCol="1" spcCol="1270" anchor="ctr" anchorCtr="0" forceAA="0"/>
        <a:p>
          <a:pPr algn="l" defTabSz="1466850">
            <a:lnSpc>
              <a:spcPct val="90000"/>
            </a:lnSpc>
            <a:spcBef>
              <a:spcPct val="0"/>
            </a:spcBef>
            <a:spcAft>
              <a:spcPct val="35000"/>
            </a:spcAft>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进程调度</a:t>
          </a:r>
          <a:r>
            <a:rPr lang="zh-CN" altLang="en-US" sz="3200" b="1" kern="1200" dirty="0">
              <a:solidFill>
                <a:srgbClr val="C00000"/>
              </a:solidFill>
              <a:latin typeface="微软雅黑" panose="020B0503020204020204" pitchFamily="34" charset="-122"/>
              <a:ea typeface="微软雅黑" panose="020B0503020204020204" pitchFamily="34" charset="-122"/>
              <a:cs typeface="+mn-cs"/>
            </a:rPr>
            <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D1F6170C-2A83-4B0F-987D-804F90740473}" cxnId="{B84B24A9-E72A-46A5-839C-4DE62CBF2314}" type="parTrans">
      <dgm:prSet/>
      <dgm:spPr/>
      <dgm:t>
        <a:bodyPr/>
        <a:lstStyle/>
        <a:p>
          <a:pPr algn="l"/>
          <a:endParaRPr lang="zh-CN" altLang="en-US" sz="3200"/>
        </a:p>
      </dgm:t>
    </dgm:pt>
    <dgm:pt modelId="{0AAA44FF-71B3-4387-91CD-CA86BD254771}" cxnId="{B84B24A9-E72A-46A5-839C-4DE62CBF2314}" type="sibTrans">
      <dgm:prSet/>
      <dgm:spPr/>
      <dgm:t>
        <a:bodyPr/>
        <a:lstStyle/>
        <a:p>
          <a:pPr algn="l"/>
          <a:endParaRPr lang="zh-CN" altLang="en-US" sz="3200"/>
        </a:p>
      </dgm:t>
    </dgm:pt>
    <dgm:pt modelId="{0F01D558-F852-4538-8DF5-FB80B525F43A}">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实时调度</a:t>
          </a:r>
        </a:p>
      </dgm:t>
    </dgm:pt>
    <dgm:pt modelId="{FDD220AE-86EA-44D2-B025-E61FC05ACD22}" cxnId="{BDF14600-5E86-4842-96F8-2E8927B54639}" type="parTrans">
      <dgm:prSet/>
      <dgm:spPr/>
      <dgm:t>
        <a:bodyPr/>
        <a:lstStyle/>
        <a:p>
          <a:pPr algn="l"/>
          <a:endParaRPr lang="zh-CN" altLang="en-US" sz="3200"/>
        </a:p>
      </dgm:t>
    </dgm:pt>
    <dgm:pt modelId="{9D65AAF4-E0C4-4A8D-BAA6-1C9C47E0DCFB}" cxnId="{BDF14600-5E86-4842-96F8-2E8927B54639}" type="sibTrans">
      <dgm:prSet/>
      <dgm:spPr/>
      <dgm:t>
        <a:bodyPr/>
        <a:lstStyle/>
        <a:p>
          <a:pPr algn="l"/>
          <a:endParaRPr lang="zh-CN" altLang="en-US" sz="3200"/>
        </a:p>
      </dgm:t>
    </dgm:pt>
    <dgm:pt modelId="{DBF417F5-A43B-470F-B7DF-112770E755AC}">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死锁概述</a:t>
          </a:r>
        </a:p>
      </dgm:t>
    </dgm:pt>
    <dgm:pt modelId="{256C397E-11FC-44DF-B010-7F4AA5C94BD1}" cxnId="{AC6A5FDC-AC0B-4C34-8AF6-33C1F95F5989}" type="parTrans">
      <dgm:prSet/>
      <dgm:spPr/>
      <dgm:t>
        <a:bodyPr/>
        <a:lstStyle/>
        <a:p>
          <a:pPr algn="l"/>
          <a:endParaRPr lang="zh-CN" altLang="en-US" sz="3200"/>
        </a:p>
      </dgm:t>
    </dgm:pt>
    <dgm:pt modelId="{39DCCB44-C648-443A-8B6D-463160690D33}" cxnId="{AC6A5FDC-AC0B-4C34-8AF6-33C1F95F5989}" type="sibTrans">
      <dgm:prSet/>
      <dgm:spPr/>
      <dgm:t>
        <a:bodyPr/>
        <a:lstStyle/>
        <a:p>
          <a:pPr algn="l"/>
          <a:endParaRPr lang="zh-CN" altLang="en-US" sz="3200"/>
        </a:p>
      </dgm:t>
    </dgm:pt>
    <dgm:pt modelId="{9EC864E3-92CF-4CF4-A6F1-5F7F13BF7622}">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预防死锁</a:t>
          </a:r>
        </a:p>
      </dgm:t>
    </dgm:pt>
    <dgm:pt modelId="{D26480F7-E7B4-4772-BCDC-FADE1196B00F}" cxnId="{E90D0F48-E4DF-4BEE-87A3-51046C6CC2AC}" type="parTrans">
      <dgm:prSet/>
      <dgm:spPr/>
      <dgm:t>
        <a:bodyPr/>
        <a:lstStyle/>
        <a:p>
          <a:pPr algn="l"/>
          <a:endParaRPr lang="zh-CN" altLang="en-US" sz="3200"/>
        </a:p>
      </dgm:t>
    </dgm:pt>
    <dgm:pt modelId="{30778EC5-09D4-4339-81A7-611F18EA80C8}" cxnId="{E90D0F48-E4DF-4BEE-87A3-51046C6CC2AC}" type="sibTrans">
      <dgm:prSet/>
      <dgm:spPr/>
      <dgm:t>
        <a:bodyPr/>
        <a:lstStyle/>
        <a:p>
          <a:pPr algn="l"/>
          <a:endParaRPr lang="zh-CN" altLang="en-US" sz="3200"/>
        </a:p>
      </dgm:t>
    </dgm:pt>
    <dgm:pt modelId="{A5656D50-9375-4CFD-87B8-4F45B9DAC31A}">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a:solidFill>
                <a:prstClr val="white"/>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dgm:t>
    </dgm:pt>
    <dgm:pt modelId="{77365364-D14C-452F-AA6D-09A46557C564}" cxnId="{8E120500-4C4F-49A8-B81B-CCB04D538DA1}" type="parTrans">
      <dgm:prSet/>
      <dgm:spPr/>
      <dgm:t>
        <a:bodyPr/>
        <a:lstStyle/>
        <a:p>
          <a:pPr algn="l"/>
          <a:endParaRPr lang="zh-CN" altLang="en-US" sz="3200"/>
        </a:p>
      </dgm:t>
    </dgm:pt>
    <dgm:pt modelId="{5DEE6EFB-B765-465C-B7ED-13DA2D4B1477}" cxnId="{8E120500-4C4F-49A8-B81B-CCB04D538DA1}" type="sibTrans">
      <dgm:prSet/>
      <dgm:spPr/>
      <dgm:t>
        <a:bodyPr/>
        <a:lstStyle/>
        <a:p>
          <a:pPr algn="l"/>
          <a:endParaRPr lang="zh-CN" altLang="en-US" sz="3200"/>
        </a:p>
      </dgm:t>
    </dgm:pt>
    <dgm:pt modelId="{01E2EC56-398B-44C6-A838-602B93E4EAF4}">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gm:t>
    </dgm:pt>
    <dgm:pt modelId="{226A195E-B5CA-41FD-BB89-6833E38833CA}" cxnId="{2BB9C52C-E267-4CE8-86AA-56961828DF34}" type="parTrans">
      <dgm:prSet/>
      <dgm:spPr/>
      <dgm:t>
        <a:bodyPr/>
        <a:lstStyle/>
        <a:p>
          <a:pPr algn="l"/>
          <a:endParaRPr lang="zh-CN" altLang="en-US" sz="3200"/>
        </a:p>
      </dgm:t>
    </dgm:pt>
    <dgm:pt modelId="{F941EEF9-03A3-4559-A44C-EAC294568635}" cxnId="{2BB9C52C-E267-4CE8-86AA-56961828DF34}" type="sibTrans">
      <dgm:prSet/>
      <dgm:spPr/>
      <dgm:t>
        <a:bodyPr/>
        <a:lstStyle/>
        <a:p>
          <a:pPr algn="l"/>
          <a:endParaRPr lang="zh-CN" altLang="en-US" sz="3200"/>
        </a:p>
      </dgm:t>
    </dgm:pt>
    <dgm:pt modelId="{CAF4CC0F-3782-4F8A-B74F-8D8B3539C608}" type="pres">
      <dgm:prSet presAssocID="{FD478015-E4AE-4E80-AF24-A2D21EDBC337}" presName="linear" presStyleCnt="0">
        <dgm:presLayoutVars>
          <dgm:animLvl val="lvl"/>
          <dgm:resizeHandles val="exact"/>
        </dgm:presLayoutVars>
      </dgm:prSet>
      <dgm:spPr/>
    </dgm:pt>
    <dgm:pt modelId="{FD9712FC-0FF5-4F80-B398-385425BE1969}" type="pres">
      <dgm:prSet presAssocID="{D38F8097-3492-48E3-8D29-77F5D3C78601}" presName="parentText" presStyleLbl="node1" presStyleIdx="0" presStyleCnt="8">
        <dgm:presLayoutVars>
          <dgm:chMax val="0"/>
          <dgm:bulletEnabled val="1"/>
        </dgm:presLayoutVars>
      </dgm:prSet>
      <dgm:spPr>
        <a:xfrm>
          <a:off x="0" y="2130"/>
          <a:ext cx="7335520" cy="693362"/>
        </a:xfrm>
        <a:prstGeom prst="roundRect">
          <a:avLst/>
        </a:prstGeom>
      </dgm:spPr>
    </dgm:pt>
    <dgm:pt modelId="{F6E538CC-247E-4859-8DEC-F7CC06D0625B}" type="pres">
      <dgm:prSet presAssocID="{0863F6D8-F866-4B61-B9CB-812C788206CD}" presName="spacer" presStyleCnt="0"/>
      <dgm:spPr/>
    </dgm:pt>
    <dgm:pt modelId="{8CF43773-04A0-4729-8EDB-578309FF0EB6}" type="pres">
      <dgm:prSet presAssocID="{2FD5D591-ED9F-4B4E-9EA9-ED351F687FA6}" presName="parentText" presStyleLbl="node1" presStyleIdx="1" presStyleCnt="8">
        <dgm:presLayoutVars>
          <dgm:chMax val="0"/>
          <dgm:bulletEnabled val="1"/>
        </dgm:presLayoutVars>
      </dgm:prSet>
      <dgm:spPr>
        <a:xfrm>
          <a:off x="0" y="705573"/>
          <a:ext cx="7335520" cy="693730"/>
        </a:xfrm>
        <a:prstGeom prst="roundRect">
          <a:avLst/>
        </a:prstGeom>
      </dgm:spPr>
    </dgm:pt>
    <dgm:pt modelId="{B7B37B62-7923-465E-93E1-6A01B30997F2}" type="pres">
      <dgm:prSet presAssocID="{6E3348FD-A970-4BE4-8674-B59435D10EA9}" presName="spacer" presStyleCnt="0"/>
      <dgm:spPr/>
    </dgm:pt>
    <dgm:pt modelId="{F4556F33-59E7-441A-82C4-303C07956E79}" type="pres">
      <dgm:prSet presAssocID="{2601F321-FC2A-416E-9230-1D7A5F4B0682}" presName="parentText" presStyleLbl="node1" presStyleIdx="2" presStyleCnt="8">
        <dgm:presLayoutVars>
          <dgm:chMax val="0"/>
          <dgm:bulletEnabled val="1"/>
        </dgm:presLayoutVars>
      </dgm:prSet>
      <dgm:spPr>
        <a:xfrm>
          <a:off x="0" y="1410146"/>
          <a:ext cx="7335520" cy="693730"/>
        </a:xfrm>
        <a:prstGeom prst="roundRect">
          <a:avLst/>
        </a:prstGeom>
      </dgm:spPr>
    </dgm:pt>
    <dgm:pt modelId="{54D569AF-415B-4ECD-AB70-57091ACA28E9}" type="pres">
      <dgm:prSet presAssocID="{0AAA44FF-71B3-4387-91CD-CA86BD254771}" presName="spacer" presStyleCnt="0"/>
      <dgm:spPr/>
    </dgm:pt>
    <dgm:pt modelId="{FBCB08D6-EA46-4D93-94F5-1B7AA18BD962}" type="pres">
      <dgm:prSet presAssocID="{0F01D558-F852-4538-8DF5-FB80B525F43A}" presName="parentText" presStyleLbl="node1" presStyleIdx="3" presStyleCnt="8">
        <dgm:presLayoutVars>
          <dgm:chMax val="0"/>
          <dgm:bulletEnabled val="1"/>
        </dgm:presLayoutVars>
      </dgm:prSet>
      <dgm:spPr>
        <a:xfrm>
          <a:off x="0" y="2114719"/>
          <a:ext cx="7335520" cy="693730"/>
        </a:xfrm>
        <a:prstGeom prst="roundRect">
          <a:avLst/>
        </a:prstGeom>
      </dgm:spPr>
    </dgm:pt>
    <dgm:pt modelId="{F2F6ED09-537A-42BD-A4DA-EFA1BCF6D8E3}" type="pres">
      <dgm:prSet presAssocID="{9D65AAF4-E0C4-4A8D-BAA6-1C9C47E0DCFB}" presName="spacer" presStyleCnt="0"/>
      <dgm:spPr/>
    </dgm:pt>
    <dgm:pt modelId="{FA78991A-8BDD-4871-A7C0-4B4AC8D0C058}" type="pres">
      <dgm:prSet presAssocID="{DBF417F5-A43B-470F-B7DF-112770E755AC}" presName="parentText" presStyleLbl="node1" presStyleIdx="4" presStyleCnt="8">
        <dgm:presLayoutVars>
          <dgm:chMax val="0"/>
          <dgm:bulletEnabled val="1"/>
        </dgm:presLayoutVars>
      </dgm:prSet>
      <dgm:spPr>
        <a:xfrm>
          <a:off x="0" y="2819292"/>
          <a:ext cx="7335520" cy="693730"/>
        </a:xfrm>
        <a:prstGeom prst="roundRect">
          <a:avLst/>
        </a:prstGeom>
      </dgm:spPr>
    </dgm:pt>
    <dgm:pt modelId="{4B616585-DB8F-418D-AF71-45BCAF0B0BB6}" type="pres">
      <dgm:prSet presAssocID="{39DCCB44-C648-443A-8B6D-463160690D33}" presName="spacer" presStyleCnt="0"/>
      <dgm:spPr/>
    </dgm:pt>
    <dgm:pt modelId="{9CADED39-099F-4E07-8F41-6B5938B71168}" type="pres">
      <dgm:prSet presAssocID="{9EC864E3-92CF-4CF4-A6F1-5F7F13BF7622}" presName="parentText" presStyleLbl="node1" presStyleIdx="5" presStyleCnt="8">
        <dgm:presLayoutVars>
          <dgm:chMax val="0"/>
          <dgm:bulletEnabled val="1"/>
        </dgm:presLayoutVars>
      </dgm:prSet>
      <dgm:spPr>
        <a:xfrm>
          <a:off x="0" y="3523864"/>
          <a:ext cx="7335520" cy="693730"/>
        </a:xfrm>
        <a:prstGeom prst="roundRect">
          <a:avLst/>
        </a:prstGeom>
      </dgm:spPr>
    </dgm:pt>
    <dgm:pt modelId="{948E7AB0-EEA5-4F3E-86F4-A562C9B8BFD9}" type="pres">
      <dgm:prSet presAssocID="{30778EC5-09D4-4339-81A7-611F18EA80C8}" presName="spacer" presStyleCnt="0"/>
      <dgm:spPr/>
    </dgm:pt>
    <dgm:pt modelId="{EEF8EFB9-A897-44C9-AFD5-4A7F06E01A25}" type="pres">
      <dgm:prSet presAssocID="{A5656D50-9375-4CFD-87B8-4F45B9DAC31A}" presName="parentText" presStyleLbl="node1" presStyleIdx="6" presStyleCnt="8">
        <dgm:presLayoutVars>
          <dgm:chMax val="0"/>
          <dgm:bulletEnabled val="1"/>
        </dgm:presLayoutVars>
      </dgm:prSet>
      <dgm:spPr>
        <a:xfrm>
          <a:off x="0" y="4228437"/>
          <a:ext cx="7335520" cy="693730"/>
        </a:xfrm>
        <a:prstGeom prst="roundRect">
          <a:avLst/>
        </a:prstGeom>
      </dgm:spPr>
    </dgm:pt>
    <dgm:pt modelId="{708F987A-043E-4CB3-AFBA-D2D234F8A47E}" type="pres">
      <dgm:prSet presAssocID="{5DEE6EFB-B765-465C-B7ED-13DA2D4B1477}" presName="spacer" presStyleCnt="0"/>
      <dgm:spPr/>
    </dgm:pt>
    <dgm:pt modelId="{77073944-EDE4-4181-8556-1037BCBAE601}" type="pres">
      <dgm:prSet presAssocID="{01E2EC56-398B-44C6-A838-602B93E4EAF4}" presName="parentText" presStyleLbl="node1" presStyleIdx="7" presStyleCnt="8">
        <dgm:presLayoutVars>
          <dgm:chMax val="0"/>
          <dgm:bulletEnabled val="1"/>
        </dgm:presLayoutVars>
      </dgm:prSet>
      <dgm:spPr>
        <a:xfrm>
          <a:off x="0" y="4933010"/>
          <a:ext cx="7335520" cy="693730"/>
        </a:xfrm>
        <a:prstGeom prst="roundRect">
          <a:avLst/>
        </a:prstGeom>
      </dgm:spPr>
    </dgm:pt>
  </dgm:ptLst>
  <dgm:cxnLst>
    <dgm:cxn modelId="{05312E5E-263C-4044-A1B4-051EDD45E6F6}" srcId="{FD478015-E4AE-4E80-AF24-A2D21EDBC337}" destId="{D38F8097-3492-48E3-8D29-77F5D3C78601}" srcOrd="0" destOrd="0" parTransId="{86B61D86-BDD8-43B1-A8D3-493601445979}" sibTransId="{0863F6D8-F866-4B61-B9CB-812C788206CD}"/>
    <dgm:cxn modelId="{E436E95F-C215-4C31-AEDC-ADB0D12AF171}" srcId="{FD478015-E4AE-4E80-AF24-A2D21EDBC337}" destId="{2FD5D591-ED9F-4B4E-9EA9-ED351F687FA6}" srcOrd="1" destOrd="0" parTransId="{256976CA-7BC7-44DA-9957-4C2E032B284B}" sibTransId="{6E3348FD-A970-4BE4-8674-B59435D10EA9}"/>
    <dgm:cxn modelId="{B84B24A9-E72A-46A5-839C-4DE62CBF2314}" srcId="{FD478015-E4AE-4E80-AF24-A2D21EDBC337}" destId="{2601F321-FC2A-416E-9230-1D7A5F4B0682}" srcOrd="2" destOrd="0" parTransId="{D1F6170C-2A83-4B0F-987D-804F90740473}" sibTransId="{0AAA44FF-71B3-4387-91CD-CA86BD254771}"/>
    <dgm:cxn modelId="{BDF14600-5E86-4842-96F8-2E8927B54639}" srcId="{FD478015-E4AE-4E80-AF24-A2D21EDBC337}" destId="{0F01D558-F852-4538-8DF5-FB80B525F43A}" srcOrd="3" destOrd="0" parTransId="{FDD220AE-86EA-44D2-B025-E61FC05ACD22}" sibTransId="{9D65AAF4-E0C4-4A8D-BAA6-1C9C47E0DCFB}"/>
    <dgm:cxn modelId="{AC6A5FDC-AC0B-4C34-8AF6-33C1F95F5989}" srcId="{FD478015-E4AE-4E80-AF24-A2D21EDBC337}" destId="{DBF417F5-A43B-470F-B7DF-112770E755AC}" srcOrd="4" destOrd="0" parTransId="{256C397E-11FC-44DF-B010-7F4AA5C94BD1}" sibTransId="{39DCCB44-C648-443A-8B6D-463160690D33}"/>
    <dgm:cxn modelId="{E90D0F48-E4DF-4BEE-87A3-51046C6CC2AC}" srcId="{FD478015-E4AE-4E80-AF24-A2D21EDBC337}" destId="{9EC864E3-92CF-4CF4-A6F1-5F7F13BF7622}" srcOrd="5" destOrd="0" parTransId="{D26480F7-E7B4-4772-BCDC-FADE1196B00F}" sibTransId="{30778EC5-09D4-4339-81A7-611F18EA80C8}"/>
    <dgm:cxn modelId="{8E120500-4C4F-49A8-B81B-CCB04D538DA1}" srcId="{FD478015-E4AE-4E80-AF24-A2D21EDBC337}" destId="{A5656D50-9375-4CFD-87B8-4F45B9DAC31A}" srcOrd="6" destOrd="0" parTransId="{77365364-D14C-452F-AA6D-09A46557C564}" sibTransId="{5DEE6EFB-B765-465C-B7ED-13DA2D4B1477}"/>
    <dgm:cxn modelId="{2BB9C52C-E267-4CE8-86AA-56961828DF34}" srcId="{FD478015-E4AE-4E80-AF24-A2D21EDBC337}" destId="{01E2EC56-398B-44C6-A838-602B93E4EAF4}" srcOrd="7" destOrd="0" parTransId="{226A195E-B5CA-41FD-BB89-6833E38833CA}" sibTransId="{F941EEF9-03A3-4559-A44C-EAC294568635}"/>
    <dgm:cxn modelId="{F47729F1-36A8-4D8E-AF62-587902FB3BBD}" type="presOf" srcId="{FD478015-E4AE-4E80-AF24-A2D21EDBC337}" destId="{CAF4CC0F-3782-4F8A-B74F-8D8B3539C608}" srcOrd="0" destOrd="0" presId="urn:microsoft.com/office/officeart/2005/8/layout/vList2#3"/>
    <dgm:cxn modelId="{BE2C815D-01EE-4B08-ACDC-92908C3FEE9F}" type="presParOf" srcId="{CAF4CC0F-3782-4F8A-B74F-8D8B3539C608}" destId="{FD9712FC-0FF5-4F80-B398-385425BE1969}" srcOrd="0" destOrd="0" presId="urn:microsoft.com/office/officeart/2005/8/layout/vList2#3"/>
    <dgm:cxn modelId="{ADD281F8-662D-476F-B88E-1E6F3B643363}" type="presOf" srcId="{D38F8097-3492-48E3-8D29-77F5D3C78601}" destId="{FD9712FC-0FF5-4F80-B398-385425BE1969}" srcOrd="0" destOrd="0" presId="urn:microsoft.com/office/officeart/2005/8/layout/vList2#3"/>
    <dgm:cxn modelId="{ECE75DFD-BDE6-49FF-A1C4-37F86E63B33D}" type="presParOf" srcId="{CAF4CC0F-3782-4F8A-B74F-8D8B3539C608}" destId="{F6E538CC-247E-4859-8DEC-F7CC06D0625B}" srcOrd="1" destOrd="0" presId="urn:microsoft.com/office/officeart/2005/8/layout/vList2#3"/>
    <dgm:cxn modelId="{F64A9086-B4B3-4EBC-B1C3-E5E0C60DE05A}" type="presParOf" srcId="{CAF4CC0F-3782-4F8A-B74F-8D8B3539C608}" destId="{8CF43773-04A0-4729-8EDB-578309FF0EB6}" srcOrd="2" destOrd="0" presId="urn:microsoft.com/office/officeart/2005/8/layout/vList2#3"/>
    <dgm:cxn modelId="{458830BF-6633-47B2-8DF3-93C4B481676A}" type="presOf" srcId="{2FD5D591-ED9F-4B4E-9EA9-ED351F687FA6}" destId="{8CF43773-04A0-4729-8EDB-578309FF0EB6}" srcOrd="0" destOrd="0" presId="urn:microsoft.com/office/officeart/2005/8/layout/vList2#3"/>
    <dgm:cxn modelId="{E52A3E0E-0A50-4782-A7D8-CFBD6D91F8BF}" type="presParOf" srcId="{CAF4CC0F-3782-4F8A-B74F-8D8B3539C608}" destId="{B7B37B62-7923-465E-93E1-6A01B30997F2}" srcOrd="3" destOrd="0" presId="urn:microsoft.com/office/officeart/2005/8/layout/vList2#3"/>
    <dgm:cxn modelId="{76242B01-8DCF-420E-8FD3-74B0988E7A11}" type="presParOf" srcId="{CAF4CC0F-3782-4F8A-B74F-8D8B3539C608}" destId="{F4556F33-59E7-441A-82C4-303C07956E79}" srcOrd="4" destOrd="0" presId="urn:microsoft.com/office/officeart/2005/8/layout/vList2#3"/>
    <dgm:cxn modelId="{3DB2453F-89EB-41B6-9C32-5431D92C6B48}" type="presOf" srcId="{2601F321-FC2A-416E-9230-1D7A5F4B0682}" destId="{F4556F33-59E7-441A-82C4-303C07956E79}" srcOrd="0" destOrd="0" presId="urn:microsoft.com/office/officeart/2005/8/layout/vList2#3"/>
    <dgm:cxn modelId="{EE7CB110-5153-4B71-8A30-735ED96D0008}" type="presParOf" srcId="{CAF4CC0F-3782-4F8A-B74F-8D8B3539C608}" destId="{54D569AF-415B-4ECD-AB70-57091ACA28E9}" srcOrd="5" destOrd="0" presId="urn:microsoft.com/office/officeart/2005/8/layout/vList2#3"/>
    <dgm:cxn modelId="{AEEDDC2C-0ED1-4AD5-8C9A-8AB9EDD2793D}" type="presParOf" srcId="{CAF4CC0F-3782-4F8A-B74F-8D8B3539C608}" destId="{FBCB08D6-EA46-4D93-94F5-1B7AA18BD962}" srcOrd="6" destOrd="0" presId="urn:microsoft.com/office/officeart/2005/8/layout/vList2#3"/>
    <dgm:cxn modelId="{BC6E0D4C-BE09-4AE7-82FE-5C75D4F3CA02}" type="presOf" srcId="{0F01D558-F852-4538-8DF5-FB80B525F43A}" destId="{FBCB08D6-EA46-4D93-94F5-1B7AA18BD962}" srcOrd="0" destOrd="0" presId="urn:microsoft.com/office/officeart/2005/8/layout/vList2#3"/>
    <dgm:cxn modelId="{5C9AE239-7FB4-4804-BB66-9A59C27B6806}" type="presParOf" srcId="{CAF4CC0F-3782-4F8A-B74F-8D8B3539C608}" destId="{F2F6ED09-537A-42BD-A4DA-EFA1BCF6D8E3}" srcOrd="7" destOrd="0" presId="urn:microsoft.com/office/officeart/2005/8/layout/vList2#3"/>
    <dgm:cxn modelId="{9D1FAD07-0779-435C-BE8A-EE943371D500}" type="presParOf" srcId="{CAF4CC0F-3782-4F8A-B74F-8D8B3539C608}" destId="{FA78991A-8BDD-4871-A7C0-4B4AC8D0C058}" srcOrd="8" destOrd="0" presId="urn:microsoft.com/office/officeart/2005/8/layout/vList2#3"/>
    <dgm:cxn modelId="{8FC68EAE-7340-41AA-AB1C-A1FC53170EBF}" type="presOf" srcId="{DBF417F5-A43B-470F-B7DF-112770E755AC}" destId="{FA78991A-8BDD-4871-A7C0-4B4AC8D0C058}" srcOrd="0" destOrd="0" presId="urn:microsoft.com/office/officeart/2005/8/layout/vList2#3"/>
    <dgm:cxn modelId="{13C2B79E-53E4-475C-8753-5944EB990B25}" type="presParOf" srcId="{CAF4CC0F-3782-4F8A-B74F-8D8B3539C608}" destId="{4B616585-DB8F-418D-AF71-45BCAF0B0BB6}" srcOrd="9" destOrd="0" presId="urn:microsoft.com/office/officeart/2005/8/layout/vList2#3"/>
    <dgm:cxn modelId="{252249C8-0D3D-420B-9403-D3900338809C}" type="presParOf" srcId="{CAF4CC0F-3782-4F8A-B74F-8D8B3539C608}" destId="{9CADED39-099F-4E07-8F41-6B5938B71168}" srcOrd="10" destOrd="0" presId="urn:microsoft.com/office/officeart/2005/8/layout/vList2#3"/>
    <dgm:cxn modelId="{797BF14F-EA5C-44BF-909B-E2BEED3BDD84}" type="presOf" srcId="{9EC864E3-92CF-4CF4-A6F1-5F7F13BF7622}" destId="{9CADED39-099F-4E07-8F41-6B5938B71168}" srcOrd="0" destOrd="0" presId="urn:microsoft.com/office/officeart/2005/8/layout/vList2#3"/>
    <dgm:cxn modelId="{56DD33C6-C057-405F-AAD5-F476BC9F5366}" type="presParOf" srcId="{CAF4CC0F-3782-4F8A-B74F-8D8B3539C608}" destId="{948E7AB0-EEA5-4F3E-86F4-A562C9B8BFD9}" srcOrd="11" destOrd="0" presId="urn:microsoft.com/office/officeart/2005/8/layout/vList2#3"/>
    <dgm:cxn modelId="{1E3EA85A-3477-4CB0-B8CF-A2309C8FDB36}" type="presParOf" srcId="{CAF4CC0F-3782-4F8A-B74F-8D8B3539C608}" destId="{EEF8EFB9-A897-44C9-AFD5-4A7F06E01A25}" srcOrd="12" destOrd="0" presId="urn:microsoft.com/office/officeart/2005/8/layout/vList2#3"/>
    <dgm:cxn modelId="{7AB8A0DA-D310-4A67-92BE-5AD027F5003E}" type="presOf" srcId="{A5656D50-9375-4CFD-87B8-4F45B9DAC31A}" destId="{EEF8EFB9-A897-44C9-AFD5-4A7F06E01A25}" srcOrd="0" destOrd="0" presId="urn:microsoft.com/office/officeart/2005/8/layout/vList2#3"/>
    <dgm:cxn modelId="{CC204B84-0578-425B-A748-E193CCCC3234}" type="presParOf" srcId="{CAF4CC0F-3782-4F8A-B74F-8D8B3539C608}" destId="{708F987A-043E-4CB3-AFBA-D2D234F8A47E}" srcOrd="13" destOrd="0" presId="urn:microsoft.com/office/officeart/2005/8/layout/vList2#3"/>
    <dgm:cxn modelId="{61E06F3E-7CD9-4672-90A5-091E502FD4C0}" type="presParOf" srcId="{CAF4CC0F-3782-4F8A-B74F-8D8B3539C608}" destId="{77073944-EDE4-4181-8556-1037BCBAE601}" srcOrd="14" destOrd="0" presId="urn:microsoft.com/office/officeart/2005/8/layout/vList2#3"/>
    <dgm:cxn modelId="{0091356C-94D8-49B3-A6A3-619FE64F2CFA}" type="presOf" srcId="{01E2EC56-398B-44C6-A838-602B93E4EAF4}" destId="{77073944-EDE4-4181-8556-1037BCBAE601}" srcOrd="0" destOrd="0" presId="urn:microsoft.com/office/officeart/2005/8/layout/vList2#3"/>
  </dgm:cxnLst>
  <dgm:bg>
    <a:noFill/>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2" csCatId="colorful" phldr="1"/>
      <dgm:spPr/>
      <dgm:t>
        <a:bodyPr/>
        <a:lstStyle/>
        <a:p>
          <a:endParaRPr lang="zh-CN" altLang="en-US"/>
        </a:p>
      </dgm:t>
    </dgm:pt>
    <dgm:pt modelId="{D38F8097-3492-48E3-8D29-77F5D3C78601}">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gm:t>
    </dgm:pt>
    <dgm:pt modelId="{86B61D86-BDD8-43B1-A8D3-493601445979}" cxnId="{5DB2E2E0-55A8-45CB-B27A-08A1CF547210}" type="parTrans">
      <dgm:prSet/>
      <dgm:spPr/>
      <dgm:t>
        <a:bodyPr/>
        <a:lstStyle/>
        <a:p>
          <a:pPr algn="l"/>
          <a:endParaRPr lang="zh-CN" altLang="en-US" sz="3200" b="1">
            <a:solidFill>
              <a:schemeClr val="tx1"/>
            </a:solidFill>
          </a:endParaRPr>
        </a:p>
      </dgm:t>
    </dgm:pt>
    <dgm:pt modelId="{0863F6D8-F866-4B61-B9CB-812C788206CD}" cxnId="{5DB2E2E0-55A8-45CB-B27A-08A1CF547210}" type="sibTrans">
      <dgm:prSet/>
      <dgm:spPr/>
      <dgm:t>
        <a:bodyPr/>
        <a:lstStyle/>
        <a:p>
          <a:pPr algn="l"/>
          <a:endParaRPr lang="zh-CN" altLang="en-US" sz="3200" b="1">
            <a:solidFill>
              <a:schemeClr val="tx1"/>
            </a:solidFill>
          </a:endParaRPr>
        </a:p>
      </dgm:t>
    </dgm:pt>
    <dgm:pt modelId="{2FD5D591-ED9F-4B4E-9EA9-ED351F687FA6}">
      <dgm:prSet phldrT="[文本]" phldr="0" custT="1"/>
      <dgm:spPr>
        <a:solidFill>
          <a:srgbClr val="C00000"/>
        </a:solidFill>
        <a:ln w="12700" cap="flat" cmpd="sng" algn="ctr">
          <a:solidFill>
            <a:srgbClr val="C00000"/>
          </a:solidFill>
          <a:prstDash val="solid"/>
          <a:miter lim="800000"/>
        </a:ln>
        <a:effectLst/>
      </dgm:spPr>
      <dgm:t>
        <a:bodyPr vert="horz" wrap="square" lIns="558556" tIns="83820" rIns="83820" bIns="83820" numCol="1" spcCol="1270" anchor="ctr" anchorCtr="0"/>
        <a:p>
          <a:pPr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作业与作业调度</a:t>
          </a:r>
          <a:r>
            <a:rPr lang="zh-CN" altLang="en-US" sz="3200" b="1" kern="1200" dirty="0">
              <a:solidFill>
                <a:schemeClr val="bg1"/>
              </a:solidFill>
              <a:latin typeface="微软雅黑" panose="020B0503020204020204" pitchFamily="34" charset="-122"/>
              <a:ea typeface="微软雅黑" panose="020B0503020204020204" pitchFamily="34" charset="-122"/>
              <a:cs typeface="+mn-cs"/>
            </a:rPr>
            <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gm:t>
    </dgm:pt>
    <dgm:pt modelId="{256976CA-7BC7-44DA-9957-4C2E032B284B}" cxnId="{A3697DA6-587A-44E7-9A83-881EAC33ED93}" type="parTrans">
      <dgm:prSet/>
      <dgm:spPr/>
      <dgm:t>
        <a:bodyPr/>
        <a:lstStyle/>
        <a:p>
          <a:pPr algn="l"/>
          <a:endParaRPr lang="zh-CN" altLang="en-US" sz="3200"/>
        </a:p>
      </dgm:t>
    </dgm:pt>
    <dgm:pt modelId="{6E3348FD-A970-4BE4-8674-B59435D10EA9}" cxnId="{A3697DA6-587A-44E7-9A83-881EAC33ED93}" type="sibTrans">
      <dgm:prSet/>
      <dgm:spPr/>
      <dgm:t>
        <a:bodyPr/>
        <a:lstStyle/>
        <a:p>
          <a:pPr algn="l"/>
          <a:endParaRPr lang="zh-CN" altLang="en-US" sz="3200"/>
        </a:p>
      </dgm:t>
    </dgm:pt>
    <dgm:pt modelId="{2601F321-FC2A-416E-9230-1D7A5F4B0682}">
      <dgm:prSet phldrT="[文本]" phldr="0" custT="1"/>
      <dgm:spPr>
        <a:solidFill>
          <a:srgbClr val="C00000"/>
        </a:solidFill>
        <a:ln w="12700" cap="flat" cmpd="sng" algn="ctr">
          <a:solidFill>
            <a:srgbClr val="C00000"/>
          </a:solidFill>
          <a:prstDash val="solid"/>
          <a:miter lim="800000"/>
        </a:ln>
        <a:effectLst/>
      </dgm:spPr>
      <dgm:t>
        <a:bodyPr vert="horz" wrap="square" lIns="558556" tIns="83820" rIns="83820" bIns="83820" numCol="1" spcCol="1270" anchor="ctr" anchorCtr="0"/>
        <a:p>
          <a:pPr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进程调度</a:t>
          </a:r>
          <a:r>
            <a:rPr lang="zh-CN" altLang="en-US" sz="3200" b="1" kern="1200" dirty="0">
              <a:solidFill>
                <a:schemeClr val="bg1"/>
              </a:solidFill>
              <a:latin typeface="微软雅黑" panose="020B0503020204020204" pitchFamily="34" charset="-122"/>
              <a:ea typeface="微软雅黑" panose="020B0503020204020204" pitchFamily="34" charset="-122"/>
              <a:cs typeface="+mn-cs"/>
            </a:rPr>
            <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gm:t>
    </dgm:pt>
    <dgm:pt modelId="{D1F6170C-2A83-4B0F-987D-804F90740473}" cxnId="{34CAFA6D-71B7-481E-8749-83988572326F}" type="parTrans">
      <dgm:prSet/>
      <dgm:spPr/>
      <dgm:t>
        <a:bodyPr/>
        <a:lstStyle/>
        <a:p>
          <a:pPr algn="l"/>
          <a:endParaRPr lang="zh-CN" altLang="en-US" sz="3200"/>
        </a:p>
      </dgm:t>
    </dgm:pt>
    <dgm:pt modelId="{0AAA44FF-71B3-4387-91CD-CA86BD254771}" cxnId="{34CAFA6D-71B7-481E-8749-83988572326F}" type="sibTrans">
      <dgm:prSet/>
      <dgm:spPr/>
      <dgm:t>
        <a:bodyPr/>
        <a:lstStyle/>
        <a:p>
          <a:pPr algn="l"/>
          <a:endParaRPr lang="zh-CN" altLang="en-US" sz="3200"/>
        </a:p>
      </dgm:t>
    </dgm:pt>
    <dgm:pt modelId="{0F01D558-F852-4538-8DF5-FB80B525F43A}">
      <dgm:prSet phldrT="[文本]" phldr="0" custT="1"/>
      <dgm:spPr>
        <a:noFill/>
        <a:ln w="12700" cap="flat" cmpd="sng" algn="ctr">
          <a:solidFill>
            <a:srgbClr val="C00000"/>
          </a:solidFill>
          <a:prstDash val="solid"/>
          <a:miter lim="800000"/>
        </a:ln>
        <a:effectLst/>
      </dgm:spPr>
      <dgm:t>
        <a:bodyPr vert="horz" wrap="square" lIns="558556" tIns="83820" rIns="83820" bIns="83820" numCol="1" spcCol="1270" anchor="ctr" anchorCtr="0" forceAA="0"/>
        <a:p>
          <a:pPr algn="l" defTabSz="1466850">
            <a:lnSpc>
              <a:spcPct val="90000"/>
            </a:lnSpc>
            <a:spcBef>
              <a:spcPct val="0"/>
            </a:spcBef>
            <a:spcAft>
              <a:spcPct val="35000"/>
            </a:spcAft>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实时调度</a:t>
          </a:r>
          <a:r>
            <a:rPr lang="zh-CN" altLang="en-US" sz="3200" b="1" kern="1200" dirty="0">
              <a:solidFill>
                <a:srgbClr val="C00000"/>
              </a:solidFill>
              <a:latin typeface="微软雅黑" panose="020B0503020204020204" pitchFamily="34" charset="-122"/>
              <a:ea typeface="微软雅黑" panose="020B0503020204020204" pitchFamily="34" charset="-122"/>
              <a:cs typeface="+mn-cs"/>
            </a:rPr>
            <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FDD220AE-86EA-44D2-B025-E61FC05ACD22}" cxnId="{ECF53541-9C21-42C8-9A11-D3C689A4ADF8}" type="parTrans">
      <dgm:prSet/>
      <dgm:spPr/>
      <dgm:t>
        <a:bodyPr/>
        <a:lstStyle/>
        <a:p>
          <a:pPr algn="l"/>
          <a:endParaRPr lang="zh-CN" altLang="en-US" sz="3200"/>
        </a:p>
      </dgm:t>
    </dgm:pt>
    <dgm:pt modelId="{9D65AAF4-E0C4-4A8D-BAA6-1C9C47E0DCFB}" cxnId="{ECF53541-9C21-42C8-9A11-D3C689A4ADF8}" type="sibTrans">
      <dgm:prSet/>
      <dgm:spPr/>
      <dgm:t>
        <a:bodyPr/>
        <a:lstStyle/>
        <a:p>
          <a:pPr algn="l"/>
          <a:endParaRPr lang="zh-CN" altLang="en-US" sz="3200"/>
        </a:p>
      </dgm:t>
    </dgm:pt>
    <dgm:pt modelId="{DBF417F5-A43B-470F-B7DF-112770E755AC}">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死锁概述</a:t>
          </a:r>
        </a:p>
      </dgm:t>
    </dgm:pt>
    <dgm:pt modelId="{256C397E-11FC-44DF-B010-7F4AA5C94BD1}" cxnId="{E4B7CC31-77BA-40FE-8EF7-8E85B6C28673}" type="parTrans">
      <dgm:prSet/>
      <dgm:spPr/>
      <dgm:t>
        <a:bodyPr/>
        <a:lstStyle/>
        <a:p>
          <a:pPr algn="l"/>
          <a:endParaRPr lang="zh-CN" altLang="en-US" sz="3200"/>
        </a:p>
      </dgm:t>
    </dgm:pt>
    <dgm:pt modelId="{39DCCB44-C648-443A-8B6D-463160690D33}" cxnId="{E4B7CC31-77BA-40FE-8EF7-8E85B6C28673}" type="sibTrans">
      <dgm:prSet/>
      <dgm:spPr/>
      <dgm:t>
        <a:bodyPr/>
        <a:lstStyle/>
        <a:p>
          <a:pPr algn="l"/>
          <a:endParaRPr lang="zh-CN" altLang="en-US" sz="3200"/>
        </a:p>
      </dgm:t>
    </dgm:pt>
    <dgm:pt modelId="{9EC864E3-92CF-4CF4-A6F1-5F7F13BF7622}">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预防死锁</a:t>
          </a:r>
        </a:p>
      </dgm:t>
    </dgm:pt>
    <dgm:pt modelId="{D26480F7-E7B4-4772-BCDC-FADE1196B00F}" cxnId="{A812C724-F09C-4CAF-9850-D9D535BDF931}" type="parTrans">
      <dgm:prSet/>
      <dgm:spPr/>
      <dgm:t>
        <a:bodyPr/>
        <a:lstStyle/>
        <a:p>
          <a:pPr algn="l"/>
          <a:endParaRPr lang="zh-CN" altLang="en-US" sz="3200"/>
        </a:p>
      </dgm:t>
    </dgm:pt>
    <dgm:pt modelId="{30778EC5-09D4-4339-81A7-611F18EA80C8}" cxnId="{A812C724-F09C-4CAF-9850-D9D535BDF931}" type="sibTrans">
      <dgm:prSet/>
      <dgm:spPr/>
      <dgm:t>
        <a:bodyPr/>
        <a:lstStyle/>
        <a:p>
          <a:pPr algn="l"/>
          <a:endParaRPr lang="zh-CN" altLang="en-US" sz="3200"/>
        </a:p>
      </dgm:t>
    </dgm:pt>
    <dgm:pt modelId="{A5656D50-9375-4CFD-87B8-4F45B9DAC31A}">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a:solidFill>
                <a:prstClr val="white"/>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dgm:t>
    </dgm:pt>
    <dgm:pt modelId="{77365364-D14C-452F-AA6D-09A46557C564}" cxnId="{F2915B17-33E9-4884-AC71-73809C7F19E3}" type="parTrans">
      <dgm:prSet/>
      <dgm:spPr/>
      <dgm:t>
        <a:bodyPr/>
        <a:lstStyle/>
        <a:p>
          <a:pPr algn="l"/>
          <a:endParaRPr lang="zh-CN" altLang="en-US" sz="3200"/>
        </a:p>
      </dgm:t>
    </dgm:pt>
    <dgm:pt modelId="{5DEE6EFB-B765-465C-B7ED-13DA2D4B1477}" cxnId="{F2915B17-33E9-4884-AC71-73809C7F19E3}" type="sibTrans">
      <dgm:prSet/>
      <dgm:spPr/>
      <dgm:t>
        <a:bodyPr/>
        <a:lstStyle/>
        <a:p>
          <a:pPr algn="l"/>
          <a:endParaRPr lang="zh-CN" altLang="en-US" sz="3200"/>
        </a:p>
      </dgm:t>
    </dgm:pt>
    <dgm:pt modelId="{01E2EC56-398B-44C6-A838-602B93E4EAF4}">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gm:t>
    </dgm:pt>
    <dgm:pt modelId="{226A195E-B5CA-41FD-BB89-6833E38833CA}" cxnId="{D0FE11FB-B324-4991-B9C9-A88B94AC3853}" type="parTrans">
      <dgm:prSet/>
      <dgm:spPr/>
      <dgm:t>
        <a:bodyPr/>
        <a:lstStyle/>
        <a:p>
          <a:pPr algn="l"/>
          <a:endParaRPr lang="zh-CN" altLang="en-US" sz="3200"/>
        </a:p>
      </dgm:t>
    </dgm:pt>
    <dgm:pt modelId="{F941EEF9-03A3-4559-A44C-EAC294568635}" cxnId="{D0FE11FB-B324-4991-B9C9-A88B94AC3853}" type="sibTrans">
      <dgm:prSet/>
      <dgm:spPr/>
      <dgm:t>
        <a:bodyPr/>
        <a:lstStyle/>
        <a:p>
          <a:pPr algn="l"/>
          <a:endParaRPr lang="zh-CN" altLang="en-US" sz="3200"/>
        </a:p>
      </dgm:t>
    </dgm:pt>
    <dgm:pt modelId="{CAF4CC0F-3782-4F8A-B74F-8D8B3539C608}" type="pres">
      <dgm:prSet presAssocID="{FD478015-E4AE-4E80-AF24-A2D21EDBC337}" presName="linear" presStyleCnt="0">
        <dgm:presLayoutVars>
          <dgm:animLvl val="lvl"/>
          <dgm:resizeHandles val="exact"/>
        </dgm:presLayoutVars>
      </dgm:prSet>
      <dgm:spPr/>
    </dgm:pt>
    <dgm:pt modelId="{FD9712FC-0FF5-4F80-B398-385425BE1969}" type="pres">
      <dgm:prSet presAssocID="{D38F8097-3492-48E3-8D29-77F5D3C78601}" presName="parentText" presStyleLbl="node1" presStyleIdx="0" presStyleCnt="8">
        <dgm:presLayoutVars>
          <dgm:chMax val="0"/>
          <dgm:bulletEnabled val="1"/>
        </dgm:presLayoutVars>
      </dgm:prSet>
      <dgm:spPr>
        <a:xfrm>
          <a:off x="0" y="2130"/>
          <a:ext cx="7335520" cy="693362"/>
        </a:xfrm>
        <a:prstGeom prst="roundRect">
          <a:avLst/>
        </a:prstGeom>
      </dgm:spPr>
    </dgm:pt>
    <dgm:pt modelId="{F6E538CC-247E-4859-8DEC-F7CC06D0625B}" type="pres">
      <dgm:prSet presAssocID="{0863F6D8-F866-4B61-B9CB-812C788206CD}" presName="spacer" presStyleCnt="0"/>
      <dgm:spPr/>
    </dgm:pt>
    <dgm:pt modelId="{8CF43773-04A0-4729-8EDB-578309FF0EB6}" type="pres">
      <dgm:prSet presAssocID="{2FD5D591-ED9F-4B4E-9EA9-ED351F687FA6}" presName="parentText" presStyleLbl="node1" presStyleIdx="1" presStyleCnt="8">
        <dgm:presLayoutVars>
          <dgm:chMax val="0"/>
          <dgm:bulletEnabled val="1"/>
        </dgm:presLayoutVars>
      </dgm:prSet>
      <dgm:spPr>
        <a:xfrm>
          <a:off x="0" y="705573"/>
          <a:ext cx="7335520" cy="693730"/>
        </a:xfrm>
        <a:prstGeom prst="roundRect">
          <a:avLst/>
        </a:prstGeom>
      </dgm:spPr>
    </dgm:pt>
    <dgm:pt modelId="{B7B37B62-7923-465E-93E1-6A01B30997F2}" type="pres">
      <dgm:prSet presAssocID="{6E3348FD-A970-4BE4-8674-B59435D10EA9}" presName="spacer" presStyleCnt="0"/>
      <dgm:spPr/>
    </dgm:pt>
    <dgm:pt modelId="{F4556F33-59E7-441A-82C4-303C07956E79}" type="pres">
      <dgm:prSet presAssocID="{2601F321-FC2A-416E-9230-1D7A5F4B0682}" presName="parentText" presStyleLbl="node1" presStyleIdx="2" presStyleCnt="8">
        <dgm:presLayoutVars>
          <dgm:chMax val="0"/>
          <dgm:bulletEnabled val="1"/>
        </dgm:presLayoutVars>
      </dgm:prSet>
      <dgm:spPr>
        <a:xfrm>
          <a:off x="0" y="1410146"/>
          <a:ext cx="7335520" cy="693730"/>
        </a:xfrm>
        <a:prstGeom prst="roundRect">
          <a:avLst/>
        </a:prstGeom>
      </dgm:spPr>
    </dgm:pt>
    <dgm:pt modelId="{54D569AF-415B-4ECD-AB70-57091ACA28E9}" type="pres">
      <dgm:prSet presAssocID="{0AAA44FF-71B3-4387-91CD-CA86BD254771}" presName="spacer" presStyleCnt="0"/>
      <dgm:spPr/>
    </dgm:pt>
    <dgm:pt modelId="{FBCB08D6-EA46-4D93-94F5-1B7AA18BD962}" type="pres">
      <dgm:prSet presAssocID="{0F01D558-F852-4538-8DF5-FB80B525F43A}" presName="parentText" presStyleLbl="node1" presStyleIdx="3" presStyleCnt="8">
        <dgm:presLayoutVars>
          <dgm:chMax val="0"/>
          <dgm:bulletEnabled val="1"/>
        </dgm:presLayoutVars>
      </dgm:prSet>
      <dgm:spPr>
        <a:xfrm>
          <a:off x="0" y="2114719"/>
          <a:ext cx="7335520" cy="693730"/>
        </a:xfrm>
        <a:prstGeom prst="roundRect">
          <a:avLst/>
        </a:prstGeom>
      </dgm:spPr>
    </dgm:pt>
    <dgm:pt modelId="{F2F6ED09-537A-42BD-A4DA-EFA1BCF6D8E3}" type="pres">
      <dgm:prSet presAssocID="{9D65AAF4-E0C4-4A8D-BAA6-1C9C47E0DCFB}" presName="spacer" presStyleCnt="0"/>
      <dgm:spPr/>
    </dgm:pt>
    <dgm:pt modelId="{FA78991A-8BDD-4871-A7C0-4B4AC8D0C058}" type="pres">
      <dgm:prSet presAssocID="{DBF417F5-A43B-470F-B7DF-112770E755AC}" presName="parentText" presStyleLbl="node1" presStyleIdx="4" presStyleCnt="8">
        <dgm:presLayoutVars>
          <dgm:chMax val="0"/>
          <dgm:bulletEnabled val="1"/>
        </dgm:presLayoutVars>
      </dgm:prSet>
      <dgm:spPr>
        <a:xfrm>
          <a:off x="0" y="2819292"/>
          <a:ext cx="7335520" cy="693730"/>
        </a:xfrm>
        <a:prstGeom prst="roundRect">
          <a:avLst/>
        </a:prstGeom>
      </dgm:spPr>
    </dgm:pt>
    <dgm:pt modelId="{4B616585-DB8F-418D-AF71-45BCAF0B0BB6}" type="pres">
      <dgm:prSet presAssocID="{39DCCB44-C648-443A-8B6D-463160690D33}" presName="spacer" presStyleCnt="0"/>
      <dgm:spPr/>
    </dgm:pt>
    <dgm:pt modelId="{9CADED39-099F-4E07-8F41-6B5938B71168}" type="pres">
      <dgm:prSet presAssocID="{9EC864E3-92CF-4CF4-A6F1-5F7F13BF7622}" presName="parentText" presStyleLbl="node1" presStyleIdx="5" presStyleCnt="8">
        <dgm:presLayoutVars>
          <dgm:chMax val="0"/>
          <dgm:bulletEnabled val="1"/>
        </dgm:presLayoutVars>
      </dgm:prSet>
      <dgm:spPr>
        <a:xfrm>
          <a:off x="0" y="3523864"/>
          <a:ext cx="7335520" cy="693730"/>
        </a:xfrm>
        <a:prstGeom prst="roundRect">
          <a:avLst/>
        </a:prstGeom>
      </dgm:spPr>
    </dgm:pt>
    <dgm:pt modelId="{948E7AB0-EEA5-4F3E-86F4-A562C9B8BFD9}" type="pres">
      <dgm:prSet presAssocID="{30778EC5-09D4-4339-81A7-611F18EA80C8}" presName="spacer" presStyleCnt="0"/>
      <dgm:spPr/>
    </dgm:pt>
    <dgm:pt modelId="{EEF8EFB9-A897-44C9-AFD5-4A7F06E01A25}" type="pres">
      <dgm:prSet presAssocID="{A5656D50-9375-4CFD-87B8-4F45B9DAC31A}" presName="parentText" presStyleLbl="node1" presStyleIdx="6" presStyleCnt="8">
        <dgm:presLayoutVars>
          <dgm:chMax val="0"/>
          <dgm:bulletEnabled val="1"/>
        </dgm:presLayoutVars>
      </dgm:prSet>
      <dgm:spPr>
        <a:xfrm>
          <a:off x="0" y="4228437"/>
          <a:ext cx="7335520" cy="693730"/>
        </a:xfrm>
        <a:prstGeom prst="roundRect">
          <a:avLst/>
        </a:prstGeom>
      </dgm:spPr>
    </dgm:pt>
    <dgm:pt modelId="{708F987A-043E-4CB3-AFBA-D2D234F8A47E}" type="pres">
      <dgm:prSet presAssocID="{5DEE6EFB-B765-465C-B7ED-13DA2D4B1477}" presName="spacer" presStyleCnt="0"/>
      <dgm:spPr/>
    </dgm:pt>
    <dgm:pt modelId="{77073944-EDE4-4181-8556-1037BCBAE601}" type="pres">
      <dgm:prSet presAssocID="{01E2EC56-398B-44C6-A838-602B93E4EAF4}" presName="parentText" presStyleLbl="node1" presStyleIdx="7" presStyleCnt="8">
        <dgm:presLayoutVars>
          <dgm:chMax val="0"/>
          <dgm:bulletEnabled val="1"/>
        </dgm:presLayoutVars>
      </dgm:prSet>
      <dgm:spPr>
        <a:xfrm>
          <a:off x="0" y="4933010"/>
          <a:ext cx="7335520" cy="693730"/>
        </a:xfrm>
        <a:prstGeom prst="roundRect">
          <a:avLst/>
        </a:prstGeom>
      </dgm:spPr>
    </dgm:pt>
  </dgm:ptLst>
  <dgm:cxnLst>
    <dgm:cxn modelId="{5DB2E2E0-55A8-45CB-B27A-08A1CF547210}" srcId="{FD478015-E4AE-4E80-AF24-A2D21EDBC337}" destId="{D38F8097-3492-48E3-8D29-77F5D3C78601}" srcOrd="0" destOrd="0" parTransId="{86B61D86-BDD8-43B1-A8D3-493601445979}" sibTransId="{0863F6D8-F866-4B61-B9CB-812C788206CD}"/>
    <dgm:cxn modelId="{A3697DA6-587A-44E7-9A83-881EAC33ED93}" srcId="{FD478015-E4AE-4E80-AF24-A2D21EDBC337}" destId="{2FD5D591-ED9F-4B4E-9EA9-ED351F687FA6}" srcOrd="1" destOrd="0" parTransId="{256976CA-7BC7-44DA-9957-4C2E032B284B}" sibTransId="{6E3348FD-A970-4BE4-8674-B59435D10EA9}"/>
    <dgm:cxn modelId="{34CAFA6D-71B7-481E-8749-83988572326F}" srcId="{FD478015-E4AE-4E80-AF24-A2D21EDBC337}" destId="{2601F321-FC2A-416E-9230-1D7A5F4B0682}" srcOrd="2" destOrd="0" parTransId="{D1F6170C-2A83-4B0F-987D-804F90740473}" sibTransId="{0AAA44FF-71B3-4387-91CD-CA86BD254771}"/>
    <dgm:cxn modelId="{ECF53541-9C21-42C8-9A11-D3C689A4ADF8}" srcId="{FD478015-E4AE-4E80-AF24-A2D21EDBC337}" destId="{0F01D558-F852-4538-8DF5-FB80B525F43A}" srcOrd="3" destOrd="0" parTransId="{FDD220AE-86EA-44D2-B025-E61FC05ACD22}" sibTransId="{9D65AAF4-E0C4-4A8D-BAA6-1C9C47E0DCFB}"/>
    <dgm:cxn modelId="{E4B7CC31-77BA-40FE-8EF7-8E85B6C28673}" srcId="{FD478015-E4AE-4E80-AF24-A2D21EDBC337}" destId="{DBF417F5-A43B-470F-B7DF-112770E755AC}" srcOrd="4" destOrd="0" parTransId="{256C397E-11FC-44DF-B010-7F4AA5C94BD1}" sibTransId="{39DCCB44-C648-443A-8B6D-463160690D33}"/>
    <dgm:cxn modelId="{A812C724-F09C-4CAF-9850-D9D535BDF931}" srcId="{FD478015-E4AE-4E80-AF24-A2D21EDBC337}" destId="{9EC864E3-92CF-4CF4-A6F1-5F7F13BF7622}" srcOrd="5" destOrd="0" parTransId="{D26480F7-E7B4-4772-BCDC-FADE1196B00F}" sibTransId="{30778EC5-09D4-4339-81A7-611F18EA80C8}"/>
    <dgm:cxn modelId="{F2915B17-33E9-4884-AC71-73809C7F19E3}" srcId="{FD478015-E4AE-4E80-AF24-A2D21EDBC337}" destId="{A5656D50-9375-4CFD-87B8-4F45B9DAC31A}" srcOrd="6" destOrd="0" parTransId="{77365364-D14C-452F-AA6D-09A46557C564}" sibTransId="{5DEE6EFB-B765-465C-B7ED-13DA2D4B1477}"/>
    <dgm:cxn modelId="{D0FE11FB-B324-4991-B9C9-A88B94AC3853}" srcId="{FD478015-E4AE-4E80-AF24-A2D21EDBC337}" destId="{01E2EC56-398B-44C6-A838-602B93E4EAF4}" srcOrd="7" destOrd="0" parTransId="{226A195E-B5CA-41FD-BB89-6833E38833CA}" sibTransId="{F941EEF9-03A3-4559-A44C-EAC294568635}"/>
    <dgm:cxn modelId="{49AFDEF0-245C-475C-A5AA-76D59E6C0A2D}" type="presOf" srcId="{FD478015-E4AE-4E80-AF24-A2D21EDBC337}" destId="{CAF4CC0F-3782-4F8A-B74F-8D8B3539C608}" srcOrd="0" destOrd="0" presId="urn:microsoft.com/office/officeart/2005/8/layout/vList2#3"/>
    <dgm:cxn modelId="{E50720A5-B5D4-4446-A1B4-810E8CEC4126}" type="presParOf" srcId="{CAF4CC0F-3782-4F8A-B74F-8D8B3539C608}" destId="{FD9712FC-0FF5-4F80-B398-385425BE1969}" srcOrd="0" destOrd="0" presId="urn:microsoft.com/office/officeart/2005/8/layout/vList2#3"/>
    <dgm:cxn modelId="{9D692490-B319-43E5-A93F-D3FA00659672}" type="presOf" srcId="{D38F8097-3492-48E3-8D29-77F5D3C78601}" destId="{FD9712FC-0FF5-4F80-B398-385425BE1969}" srcOrd="0" destOrd="0" presId="urn:microsoft.com/office/officeart/2005/8/layout/vList2#3"/>
    <dgm:cxn modelId="{581C0FE9-3053-49DF-935D-5AC8E5168CB2}" type="presParOf" srcId="{CAF4CC0F-3782-4F8A-B74F-8D8B3539C608}" destId="{F6E538CC-247E-4859-8DEC-F7CC06D0625B}" srcOrd="1" destOrd="0" presId="urn:microsoft.com/office/officeart/2005/8/layout/vList2#3"/>
    <dgm:cxn modelId="{E341E961-4D88-40E4-BB43-4C5BB058F52D}" type="presParOf" srcId="{CAF4CC0F-3782-4F8A-B74F-8D8B3539C608}" destId="{8CF43773-04A0-4729-8EDB-578309FF0EB6}" srcOrd="2" destOrd="0" presId="urn:microsoft.com/office/officeart/2005/8/layout/vList2#3"/>
    <dgm:cxn modelId="{601EAA45-772E-4042-8956-3CAC6482638F}" type="presOf" srcId="{2FD5D591-ED9F-4B4E-9EA9-ED351F687FA6}" destId="{8CF43773-04A0-4729-8EDB-578309FF0EB6}" srcOrd="0" destOrd="0" presId="urn:microsoft.com/office/officeart/2005/8/layout/vList2#3"/>
    <dgm:cxn modelId="{735D3220-C1F6-491A-8E41-9A766C6B46E2}" type="presParOf" srcId="{CAF4CC0F-3782-4F8A-B74F-8D8B3539C608}" destId="{B7B37B62-7923-465E-93E1-6A01B30997F2}" srcOrd="3" destOrd="0" presId="urn:microsoft.com/office/officeart/2005/8/layout/vList2#3"/>
    <dgm:cxn modelId="{361E05FF-C5FD-4E8E-B6C2-4ADADB92A15A}" type="presParOf" srcId="{CAF4CC0F-3782-4F8A-B74F-8D8B3539C608}" destId="{F4556F33-59E7-441A-82C4-303C07956E79}" srcOrd="4" destOrd="0" presId="urn:microsoft.com/office/officeart/2005/8/layout/vList2#3"/>
    <dgm:cxn modelId="{4DA692D4-BB83-4CEB-8B82-20FB20EB5BE9}" type="presOf" srcId="{2601F321-FC2A-416E-9230-1D7A5F4B0682}" destId="{F4556F33-59E7-441A-82C4-303C07956E79}" srcOrd="0" destOrd="0" presId="urn:microsoft.com/office/officeart/2005/8/layout/vList2#3"/>
    <dgm:cxn modelId="{074DB727-8020-440A-847A-FDC97FDA2B60}" type="presParOf" srcId="{CAF4CC0F-3782-4F8A-B74F-8D8B3539C608}" destId="{54D569AF-415B-4ECD-AB70-57091ACA28E9}" srcOrd="5" destOrd="0" presId="urn:microsoft.com/office/officeart/2005/8/layout/vList2#3"/>
    <dgm:cxn modelId="{8839714E-59EC-422F-90C5-818F4A336AB9}" type="presParOf" srcId="{CAF4CC0F-3782-4F8A-B74F-8D8B3539C608}" destId="{FBCB08D6-EA46-4D93-94F5-1B7AA18BD962}" srcOrd="6" destOrd="0" presId="urn:microsoft.com/office/officeart/2005/8/layout/vList2#3"/>
    <dgm:cxn modelId="{68C4883A-89D6-4303-A43C-99B39568790B}" type="presOf" srcId="{0F01D558-F852-4538-8DF5-FB80B525F43A}" destId="{FBCB08D6-EA46-4D93-94F5-1B7AA18BD962}" srcOrd="0" destOrd="0" presId="urn:microsoft.com/office/officeart/2005/8/layout/vList2#3"/>
    <dgm:cxn modelId="{8EF52294-C729-4F58-A5B4-89DF64C4A5AC}" type="presParOf" srcId="{CAF4CC0F-3782-4F8A-B74F-8D8B3539C608}" destId="{F2F6ED09-537A-42BD-A4DA-EFA1BCF6D8E3}" srcOrd="7" destOrd="0" presId="urn:microsoft.com/office/officeart/2005/8/layout/vList2#3"/>
    <dgm:cxn modelId="{C5997551-6932-410D-BCCD-84F4790C824E}" type="presParOf" srcId="{CAF4CC0F-3782-4F8A-B74F-8D8B3539C608}" destId="{FA78991A-8BDD-4871-A7C0-4B4AC8D0C058}" srcOrd="8" destOrd="0" presId="urn:microsoft.com/office/officeart/2005/8/layout/vList2#3"/>
    <dgm:cxn modelId="{0E4625EB-4956-4AC9-85D4-B6B5FA70709A}" type="presOf" srcId="{DBF417F5-A43B-470F-B7DF-112770E755AC}" destId="{FA78991A-8BDD-4871-A7C0-4B4AC8D0C058}" srcOrd="0" destOrd="0" presId="urn:microsoft.com/office/officeart/2005/8/layout/vList2#3"/>
    <dgm:cxn modelId="{F1EC7D5A-022A-41D5-9B24-597FD6F1FFF8}" type="presParOf" srcId="{CAF4CC0F-3782-4F8A-B74F-8D8B3539C608}" destId="{4B616585-DB8F-418D-AF71-45BCAF0B0BB6}" srcOrd="9" destOrd="0" presId="urn:microsoft.com/office/officeart/2005/8/layout/vList2#3"/>
    <dgm:cxn modelId="{1FB3A801-17C5-4582-A4BC-C87F6CB35B61}" type="presParOf" srcId="{CAF4CC0F-3782-4F8A-B74F-8D8B3539C608}" destId="{9CADED39-099F-4E07-8F41-6B5938B71168}" srcOrd="10" destOrd="0" presId="urn:microsoft.com/office/officeart/2005/8/layout/vList2#3"/>
    <dgm:cxn modelId="{1C48ED03-2658-49F9-8C8B-0E36373256F6}" type="presOf" srcId="{9EC864E3-92CF-4CF4-A6F1-5F7F13BF7622}" destId="{9CADED39-099F-4E07-8F41-6B5938B71168}" srcOrd="0" destOrd="0" presId="urn:microsoft.com/office/officeart/2005/8/layout/vList2#3"/>
    <dgm:cxn modelId="{FA046097-4935-44BB-AD7B-FD9A8964043C}" type="presParOf" srcId="{CAF4CC0F-3782-4F8A-B74F-8D8B3539C608}" destId="{948E7AB0-EEA5-4F3E-86F4-A562C9B8BFD9}" srcOrd="11" destOrd="0" presId="urn:microsoft.com/office/officeart/2005/8/layout/vList2#3"/>
    <dgm:cxn modelId="{CF2A70B8-DD62-48E0-8D51-9D17EF704FDC}" type="presParOf" srcId="{CAF4CC0F-3782-4F8A-B74F-8D8B3539C608}" destId="{EEF8EFB9-A897-44C9-AFD5-4A7F06E01A25}" srcOrd="12" destOrd="0" presId="urn:microsoft.com/office/officeart/2005/8/layout/vList2#3"/>
    <dgm:cxn modelId="{2B2FB70C-E651-42CE-A94E-86168ED0C153}" type="presOf" srcId="{A5656D50-9375-4CFD-87B8-4F45B9DAC31A}" destId="{EEF8EFB9-A897-44C9-AFD5-4A7F06E01A25}" srcOrd="0" destOrd="0" presId="urn:microsoft.com/office/officeart/2005/8/layout/vList2#3"/>
    <dgm:cxn modelId="{0CFF9100-22F9-4991-8F58-7B02FF46AD88}" type="presParOf" srcId="{CAF4CC0F-3782-4F8A-B74F-8D8B3539C608}" destId="{708F987A-043E-4CB3-AFBA-D2D234F8A47E}" srcOrd="13" destOrd="0" presId="urn:microsoft.com/office/officeart/2005/8/layout/vList2#3"/>
    <dgm:cxn modelId="{1BA8B951-6F88-415B-9897-6FF1E657725E}" type="presParOf" srcId="{CAF4CC0F-3782-4F8A-B74F-8D8B3539C608}" destId="{77073944-EDE4-4181-8556-1037BCBAE601}" srcOrd="14" destOrd="0" presId="urn:microsoft.com/office/officeart/2005/8/layout/vList2#3"/>
    <dgm:cxn modelId="{C78435CB-77C3-4CF4-BE84-CFFFFBCB2128}" type="presOf" srcId="{01E2EC56-398B-44C6-A838-602B93E4EAF4}" destId="{77073944-EDE4-4181-8556-1037BCBAE601}" srcOrd="0" destOrd="0" presId="urn:microsoft.com/office/officeart/2005/8/layout/vList2#3"/>
  </dgm:cxnLst>
  <dgm:bg>
    <a:noFill/>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2" csCatId="colorful" phldr="1"/>
      <dgm:spPr/>
      <dgm:t>
        <a:bodyPr/>
        <a:lstStyle/>
        <a:p>
          <a:endParaRPr lang="zh-CN" altLang="en-US"/>
        </a:p>
      </dgm:t>
    </dgm:pt>
    <dgm:pt modelId="{D38F8097-3492-48E3-8D29-77F5D3C78601}">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gm:t>
    </dgm:pt>
    <dgm:pt modelId="{86B61D86-BDD8-43B1-A8D3-493601445979}" cxnId="{5DB2E2E0-55A8-45CB-B27A-08A1CF547210}" type="parTrans">
      <dgm:prSet/>
      <dgm:spPr/>
      <dgm:t>
        <a:bodyPr/>
        <a:lstStyle/>
        <a:p>
          <a:pPr algn="l"/>
          <a:endParaRPr lang="zh-CN" altLang="en-US" sz="3200" b="1">
            <a:solidFill>
              <a:schemeClr val="tx1"/>
            </a:solidFill>
          </a:endParaRPr>
        </a:p>
      </dgm:t>
    </dgm:pt>
    <dgm:pt modelId="{0863F6D8-F866-4B61-B9CB-812C788206CD}" cxnId="{5DB2E2E0-55A8-45CB-B27A-08A1CF547210}" type="sibTrans">
      <dgm:prSet/>
      <dgm:spPr/>
      <dgm:t>
        <a:bodyPr/>
        <a:lstStyle/>
        <a:p>
          <a:pPr algn="l"/>
          <a:endParaRPr lang="zh-CN" altLang="en-US" sz="3200" b="1">
            <a:solidFill>
              <a:schemeClr val="tx1"/>
            </a:solidFill>
          </a:endParaRPr>
        </a:p>
      </dgm:t>
    </dgm:pt>
    <dgm:pt modelId="{2FD5D591-ED9F-4B4E-9EA9-ED351F687FA6}">
      <dgm:prSet phldrT="[文本]" phldr="0" custT="1"/>
      <dgm:spPr>
        <a:solidFill>
          <a:srgbClr val="C00000"/>
        </a:solidFill>
        <a:ln w="12700" cap="flat" cmpd="sng" algn="ctr">
          <a:solidFill>
            <a:srgbClr val="C00000"/>
          </a:solidFill>
          <a:prstDash val="solid"/>
          <a:miter lim="800000"/>
        </a:ln>
        <a:effectLst/>
      </dgm:spPr>
      <dgm:t>
        <a:bodyPr vert="horz" wrap="square" lIns="558556" tIns="83820" rIns="83820" bIns="83820" numCol="1" spcCol="1270" anchor="ctr" anchorCtr="0"/>
        <a:p>
          <a:pPr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作业与作业调度</a:t>
          </a:r>
          <a:r>
            <a:rPr lang="zh-CN" altLang="en-US" sz="3200" b="1" kern="1200" dirty="0">
              <a:solidFill>
                <a:schemeClr val="bg1"/>
              </a:solidFill>
              <a:latin typeface="微软雅黑" panose="020B0503020204020204" pitchFamily="34" charset="-122"/>
              <a:ea typeface="微软雅黑" panose="020B0503020204020204" pitchFamily="34" charset="-122"/>
              <a:cs typeface="+mn-cs"/>
            </a:rPr>
            <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gm:t>
    </dgm:pt>
    <dgm:pt modelId="{256976CA-7BC7-44DA-9957-4C2E032B284B}" cxnId="{A3697DA6-587A-44E7-9A83-881EAC33ED93}" type="parTrans">
      <dgm:prSet/>
      <dgm:spPr/>
      <dgm:t>
        <a:bodyPr/>
        <a:lstStyle/>
        <a:p>
          <a:pPr algn="l"/>
          <a:endParaRPr lang="zh-CN" altLang="en-US" sz="3200"/>
        </a:p>
      </dgm:t>
    </dgm:pt>
    <dgm:pt modelId="{6E3348FD-A970-4BE4-8674-B59435D10EA9}" cxnId="{A3697DA6-587A-44E7-9A83-881EAC33ED93}" type="sibTrans">
      <dgm:prSet/>
      <dgm:spPr/>
      <dgm:t>
        <a:bodyPr/>
        <a:lstStyle/>
        <a:p>
          <a:pPr algn="l"/>
          <a:endParaRPr lang="zh-CN" altLang="en-US" sz="3200"/>
        </a:p>
      </dgm:t>
    </dgm:pt>
    <dgm:pt modelId="{2601F321-FC2A-416E-9230-1D7A5F4B0682}">
      <dgm:prSet phldrT="[文本]" phldr="0" custT="1"/>
      <dgm:spPr>
        <a:solidFill>
          <a:srgbClr val="C00000"/>
        </a:solidFill>
        <a:ln w="12700" cap="flat" cmpd="sng" algn="ctr">
          <a:solidFill>
            <a:srgbClr val="C00000"/>
          </a:solidFill>
          <a:prstDash val="solid"/>
          <a:miter lim="800000"/>
        </a:ln>
        <a:effectLst/>
      </dgm:spPr>
      <dgm:t>
        <a:bodyPr vert="horz" wrap="square" lIns="558556" tIns="83820" rIns="83820" bIns="83820" numCol="1" spcCol="1270" anchor="ctr" anchorCtr="0"/>
        <a:p>
          <a:pPr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进程调度</a:t>
          </a:r>
          <a:r>
            <a:rPr lang="zh-CN" altLang="en-US" sz="3200" b="1" kern="1200" dirty="0">
              <a:solidFill>
                <a:schemeClr val="bg1"/>
              </a:solidFill>
              <a:latin typeface="微软雅黑" panose="020B0503020204020204" pitchFamily="34" charset="-122"/>
              <a:ea typeface="微软雅黑" panose="020B0503020204020204" pitchFamily="34" charset="-122"/>
              <a:cs typeface="+mn-cs"/>
            </a:rPr>
            <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gm:t>
    </dgm:pt>
    <dgm:pt modelId="{D1F6170C-2A83-4B0F-987D-804F90740473}" cxnId="{34CAFA6D-71B7-481E-8749-83988572326F}" type="parTrans">
      <dgm:prSet/>
      <dgm:spPr/>
      <dgm:t>
        <a:bodyPr/>
        <a:lstStyle/>
        <a:p>
          <a:pPr algn="l"/>
          <a:endParaRPr lang="zh-CN" altLang="en-US" sz="3200"/>
        </a:p>
      </dgm:t>
    </dgm:pt>
    <dgm:pt modelId="{0AAA44FF-71B3-4387-91CD-CA86BD254771}" cxnId="{34CAFA6D-71B7-481E-8749-83988572326F}" type="sibTrans">
      <dgm:prSet/>
      <dgm:spPr/>
      <dgm:t>
        <a:bodyPr/>
        <a:lstStyle/>
        <a:p>
          <a:pPr algn="l"/>
          <a:endParaRPr lang="zh-CN" altLang="en-US" sz="3200"/>
        </a:p>
      </dgm:t>
    </dgm:pt>
    <dgm:pt modelId="{0F01D558-F852-4538-8DF5-FB80B525F43A}">
      <dgm:prSet phldrT="[文本]" phldr="0" custT="1"/>
      <dgm:spPr>
        <a:noFill/>
        <a:ln w="12700" cap="flat" cmpd="sng" algn="ctr">
          <a:solidFill>
            <a:srgbClr val="C00000"/>
          </a:solidFill>
          <a:prstDash val="solid"/>
          <a:miter lim="800000"/>
        </a:ln>
        <a:effectLst/>
      </dgm:spPr>
      <dgm:t>
        <a:bodyPr vert="horz" wrap="square" lIns="558556" tIns="83820" rIns="83820" bIns="83820" numCol="1" spcCol="1270" anchor="ctr" anchorCtr="0" forceAA="0"/>
        <a:p>
          <a:pPr algn="l" defTabSz="1466850">
            <a:lnSpc>
              <a:spcPct val="90000"/>
            </a:lnSpc>
            <a:spcBef>
              <a:spcPct val="0"/>
            </a:spcBef>
            <a:spcAft>
              <a:spcPct val="35000"/>
            </a:spcAft>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实时调度</a:t>
          </a:r>
          <a:r>
            <a:rPr lang="zh-CN" altLang="en-US" sz="3200" b="1" kern="1200" dirty="0">
              <a:solidFill>
                <a:srgbClr val="C00000"/>
              </a:solidFill>
              <a:latin typeface="微软雅黑" panose="020B0503020204020204" pitchFamily="34" charset="-122"/>
              <a:ea typeface="微软雅黑" panose="020B0503020204020204" pitchFamily="34" charset="-122"/>
              <a:cs typeface="+mn-cs"/>
            </a:rPr>
            <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FDD220AE-86EA-44D2-B025-E61FC05ACD22}" cxnId="{ECF53541-9C21-42C8-9A11-D3C689A4ADF8}" type="parTrans">
      <dgm:prSet/>
      <dgm:spPr/>
      <dgm:t>
        <a:bodyPr/>
        <a:lstStyle/>
        <a:p>
          <a:pPr algn="l"/>
          <a:endParaRPr lang="zh-CN" altLang="en-US" sz="3200"/>
        </a:p>
      </dgm:t>
    </dgm:pt>
    <dgm:pt modelId="{9D65AAF4-E0C4-4A8D-BAA6-1C9C47E0DCFB}" cxnId="{ECF53541-9C21-42C8-9A11-D3C689A4ADF8}" type="sibTrans">
      <dgm:prSet/>
      <dgm:spPr/>
      <dgm:t>
        <a:bodyPr/>
        <a:lstStyle/>
        <a:p>
          <a:pPr algn="l"/>
          <a:endParaRPr lang="zh-CN" altLang="en-US" sz="3200"/>
        </a:p>
      </dgm:t>
    </dgm:pt>
    <dgm:pt modelId="{DBF417F5-A43B-470F-B7DF-112770E755AC}">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死锁概述</a:t>
          </a:r>
        </a:p>
      </dgm:t>
    </dgm:pt>
    <dgm:pt modelId="{256C397E-11FC-44DF-B010-7F4AA5C94BD1}" cxnId="{E4B7CC31-77BA-40FE-8EF7-8E85B6C28673}" type="parTrans">
      <dgm:prSet/>
      <dgm:spPr/>
      <dgm:t>
        <a:bodyPr/>
        <a:lstStyle/>
        <a:p>
          <a:pPr algn="l"/>
          <a:endParaRPr lang="zh-CN" altLang="en-US" sz="3200"/>
        </a:p>
      </dgm:t>
    </dgm:pt>
    <dgm:pt modelId="{39DCCB44-C648-443A-8B6D-463160690D33}" cxnId="{E4B7CC31-77BA-40FE-8EF7-8E85B6C28673}" type="sibTrans">
      <dgm:prSet/>
      <dgm:spPr/>
      <dgm:t>
        <a:bodyPr/>
        <a:lstStyle/>
        <a:p>
          <a:pPr algn="l"/>
          <a:endParaRPr lang="zh-CN" altLang="en-US" sz="3200"/>
        </a:p>
      </dgm:t>
    </dgm:pt>
    <dgm:pt modelId="{9EC864E3-92CF-4CF4-A6F1-5F7F13BF7622}">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预防死锁</a:t>
          </a:r>
        </a:p>
      </dgm:t>
    </dgm:pt>
    <dgm:pt modelId="{D26480F7-E7B4-4772-BCDC-FADE1196B00F}" cxnId="{A812C724-F09C-4CAF-9850-D9D535BDF931}" type="parTrans">
      <dgm:prSet/>
      <dgm:spPr/>
      <dgm:t>
        <a:bodyPr/>
        <a:lstStyle/>
        <a:p>
          <a:pPr algn="l"/>
          <a:endParaRPr lang="zh-CN" altLang="en-US" sz="3200"/>
        </a:p>
      </dgm:t>
    </dgm:pt>
    <dgm:pt modelId="{30778EC5-09D4-4339-81A7-611F18EA80C8}" cxnId="{A812C724-F09C-4CAF-9850-D9D535BDF931}" type="sibTrans">
      <dgm:prSet/>
      <dgm:spPr/>
      <dgm:t>
        <a:bodyPr/>
        <a:lstStyle/>
        <a:p>
          <a:pPr algn="l"/>
          <a:endParaRPr lang="zh-CN" altLang="en-US" sz="3200"/>
        </a:p>
      </dgm:t>
    </dgm:pt>
    <dgm:pt modelId="{A5656D50-9375-4CFD-87B8-4F45B9DAC31A}">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a:solidFill>
                <a:prstClr val="white"/>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dgm:t>
    </dgm:pt>
    <dgm:pt modelId="{77365364-D14C-452F-AA6D-09A46557C564}" cxnId="{F2915B17-33E9-4884-AC71-73809C7F19E3}" type="parTrans">
      <dgm:prSet/>
      <dgm:spPr/>
      <dgm:t>
        <a:bodyPr/>
        <a:lstStyle/>
        <a:p>
          <a:pPr algn="l"/>
          <a:endParaRPr lang="zh-CN" altLang="en-US" sz="3200"/>
        </a:p>
      </dgm:t>
    </dgm:pt>
    <dgm:pt modelId="{5DEE6EFB-B765-465C-B7ED-13DA2D4B1477}" cxnId="{F2915B17-33E9-4884-AC71-73809C7F19E3}" type="sibTrans">
      <dgm:prSet/>
      <dgm:spPr/>
      <dgm:t>
        <a:bodyPr/>
        <a:lstStyle/>
        <a:p>
          <a:pPr algn="l"/>
          <a:endParaRPr lang="zh-CN" altLang="en-US" sz="3200"/>
        </a:p>
      </dgm:t>
    </dgm:pt>
    <dgm:pt modelId="{01E2EC56-398B-44C6-A838-602B93E4EAF4}">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gm:t>
    </dgm:pt>
    <dgm:pt modelId="{226A195E-B5CA-41FD-BB89-6833E38833CA}" cxnId="{D0FE11FB-B324-4991-B9C9-A88B94AC3853}" type="parTrans">
      <dgm:prSet/>
      <dgm:spPr/>
      <dgm:t>
        <a:bodyPr/>
        <a:lstStyle/>
        <a:p>
          <a:pPr algn="l"/>
          <a:endParaRPr lang="zh-CN" altLang="en-US" sz="3200"/>
        </a:p>
      </dgm:t>
    </dgm:pt>
    <dgm:pt modelId="{F941EEF9-03A3-4559-A44C-EAC294568635}" cxnId="{D0FE11FB-B324-4991-B9C9-A88B94AC3853}" type="sibTrans">
      <dgm:prSet/>
      <dgm:spPr/>
      <dgm:t>
        <a:bodyPr/>
        <a:lstStyle/>
        <a:p>
          <a:pPr algn="l"/>
          <a:endParaRPr lang="zh-CN" altLang="en-US" sz="3200"/>
        </a:p>
      </dgm:t>
    </dgm:pt>
    <dgm:pt modelId="{CAF4CC0F-3782-4F8A-B74F-8D8B3539C608}" type="pres">
      <dgm:prSet presAssocID="{FD478015-E4AE-4E80-AF24-A2D21EDBC337}" presName="linear" presStyleCnt="0">
        <dgm:presLayoutVars>
          <dgm:animLvl val="lvl"/>
          <dgm:resizeHandles val="exact"/>
        </dgm:presLayoutVars>
      </dgm:prSet>
      <dgm:spPr/>
    </dgm:pt>
    <dgm:pt modelId="{FD9712FC-0FF5-4F80-B398-385425BE1969}" type="pres">
      <dgm:prSet presAssocID="{D38F8097-3492-48E3-8D29-77F5D3C78601}" presName="parentText" presStyleLbl="node1" presStyleIdx="0" presStyleCnt="8">
        <dgm:presLayoutVars>
          <dgm:chMax val="0"/>
          <dgm:bulletEnabled val="1"/>
        </dgm:presLayoutVars>
      </dgm:prSet>
      <dgm:spPr>
        <a:xfrm>
          <a:off x="0" y="2130"/>
          <a:ext cx="7335520" cy="693362"/>
        </a:xfrm>
        <a:prstGeom prst="roundRect">
          <a:avLst/>
        </a:prstGeom>
      </dgm:spPr>
    </dgm:pt>
    <dgm:pt modelId="{F6E538CC-247E-4859-8DEC-F7CC06D0625B}" type="pres">
      <dgm:prSet presAssocID="{0863F6D8-F866-4B61-B9CB-812C788206CD}" presName="spacer" presStyleCnt="0"/>
      <dgm:spPr/>
    </dgm:pt>
    <dgm:pt modelId="{8CF43773-04A0-4729-8EDB-578309FF0EB6}" type="pres">
      <dgm:prSet presAssocID="{2FD5D591-ED9F-4B4E-9EA9-ED351F687FA6}" presName="parentText" presStyleLbl="node1" presStyleIdx="1" presStyleCnt="8">
        <dgm:presLayoutVars>
          <dgm:chMax val="0"/>
          <dgm:bulletEnabled val="1"/>
        </dgm:presLayoutVars>
      </dgm:prSet>
      <dgm:spPr>
        <a:xfrm>
          <a:off x="0" y="705573"/>
          <a:ext cx="7335520" cy="693730"/>
        </a:xfrm>
        <a:prstGeom prst="roundRect">
          <a:avLst/>
        </a:prstGeom>
      </dgm:spPr>
    </dgm:pt>
    <dgm:pt modelId="{B7B37B62-7923-465E-93E1-6A01B30997F2}" type="pres">
      <dgm:prSet presAssocID="{6E3348FD-A970-4BE4-8674-B59435D10EA9}" presName="spacer" presStyleCnt="0"/>
      <dgm:spPr/>
    </dgm:pt>
    <dgm:pt modelId="{F4556F33-59E7-441A-82C4-303C07956E79}" type="pres">
      <dgm:prSet presAssocID="{2601F321-FC2A-416E-9230-1D7A5F4B0682}" presName="parentText" presStyleLbl="node1" presStyleIdx="2" presStyleCnt="8">
        <dgm:presLayoutVars>
          <dgm:chMax val="0"/>
          <dgm:bulletEnabled val="1"/>
        </dgm:presLayoutVars>
      </dgm:prSet>
      <dgm:spPr>
        <a:xfrm>
          <a:off x="0" y="1410146"/>
          <a:ext cx="7335520" cy="693730"/>
        </a:xfrm>
        <a:prstGeom prst="roundRect">
          <a:avLst/>
        </a:prstGeom>
      </dgm:spPr>
    </dgm:pt>
    <dgm:pt modelId="{54D569AF-415B-4ECD-AB70-57091ACA28E9}" type="pres">
      <dgm:prSet presAssocID="{0AAA44FF-71B3-4387-91CD-CA86BD254771}" presName="spacer" presStyleCnt="0"/>
      <dgm:spPr/>
    </dgm:pt>
    <dgm:pt modelId="{FBCB08D6-EA46-4D93-94F5-1B7AA18BD962}" type="pres">
      <dgm:prSet presAssocID="{0F01D558-F852-4538-8DF5-FB80B525F43A}" presName="parentText" presStyleLbl="node1" presStyleIdx="3" presStyleCnt="8">
        <dgm:presLayoutVars>
          <dgm:chMax val="0"/>
          <dgm:bulletEnabled val="1"/>
        </dgm:presLayoutVars>
      </dgm:prSet>
      <dgm:spPr>
        <a:xfrm>
          <a:off x="0" y="2114719"/>
          <a:ext cx="7335520" cy="693730"/>
        </a:xfrm>
        <a:prstGeom prst="roundRect">
          <a:avLst/>
        </a:prstGeom>
      </dgm:spPr>
    </dgm:pt>
    <dgm:pt modelId="{F2F6ED09-537A-42BD-A4DA-EFA1BCF6D8E3}" type="pres">
      <dgm:prSet presAssocID="{9D65AAF4-E0C4-4A8D-BAA6-1C9C47E0DCFB}" presName="spacer" presStyleCnt="0"/>
      <dgm:spPr/>
    </dgm:pt>
    <dgm:pt modelId="{FA78991A-8BDD-4871-A7C0-4B4AC8D0C058}" type="pres">
      <dgm:prSet presAssocID="{DBF417F5-A43B-470F-B7DF-112770E755AC}" presName="parentText" presStyleLbl="node1" presStyleIdx="4" presStyleCnt="8">
        <dgm:presLayoutVars>
          <dgm:chMax val="0"/>
          <dgm:bulletEnabled val="1"/>
        </dgm:presLayoutVars>
      </dgm:prSet>
      <dgm:spPr>
        <a:xfrm>
          <a:off x="0" y="2819292"/>
          <a:ext cx="7335520" cy="693730"/>
        </a:xfrm>
        <a:prstGeom prst="roundRect">
          <a:avLst/>
        </a:prstGeom>
      </dgm:spPr>
    </dgm:pt>
    <dgm:pt modelId="{4B616585-DB8F-418D-AF71-45BCAF0B0BB6}" type="pres">
      <dgm:prSet presAssocID="{39DCCB44-C648-443A-8B6D-463160690D33}" presName="spacer" presStyleCnt="0"/>
      <dgm:spPr/>
    </dgm:pt>
    <dgm:pt modelId="{9CADED39-099F-4E07-8F41-6B5938B71168}" type="pres">
      <dgm:prSet presAssocID="{9EC864E3-92CF-4CF4-A6F1-5F7F13BF7622}" presName="parentText" presStyleLbl="node1" presStyleIdx="5" presStyleCnt="8">
        <dgm:presLayoutVars>
          <dgm:chMax val="0"/>
          <dgm:bulletEnabled val="1"/>
        </dgm:presLayoutVars>
      </dgm:prSet>
      <dgm:spPr>
        <a:xfrm>
          <a:off x="0" y="3523864"/>
          <a:ext cx="7335520" cy="693730"/>
        </a:xfrm>
        <a:prstGeom prst="roundRect">
          <a:avLst/>
        </a:prstGeom>
      </dgm:spPr>
    </dgm:pt>
    <dgm:pt modelId="{948E7AB0-EEA5-4F3E-86F4-A562C9B8BFD9}" type="pres">
      <dgm:prSet presAssocID="{30778EC5-09D4-4339-81A7-611F18EA80C8}" presName="spacer" presStyleCnt="0"/>
      <dgm:spPr/>
    </dgm:pt>
    <dgm:pt modelId="{EEF8EFB9-A897-44C9-AFD5-4A7F06E01A25}" type="pres">
      <dgm:prSet presAssocID="{A5656D50-9375-4CFD-87B8-4F45B9DAC31A}" presName="parentText" presStyleLbl="node1" presStyleIdx="6" presStyleCnt="8">
        <dgm:presLayoutVars>
          <dgm:chMax val="0"/>
          <dgm:bulletEnabled val="1"/>
        </dgm:presLayoutVars>
      </dgm:prSet>
      <dgm:spPr>
        <a:xfrm>
          <a:off x="0" y="4228437"/>
          <a:ext cx="7335520" cy="693730"/>
        </a:xfrm>
        <a:prstGeom prst="roundRect">
          <a:avLst/>
        </a:prstGeom>
      </dgm:spPr>
    </dgm:pt>
    <dgm:pt modelId="{708F987A-043E-4CB3-AFBA-D2D234F8A47E}" type="pres">
      <dgm:prSet presAssocID="{5DEE6EFB-B765-465C-B7ED-13DA2D4B1477}" presName="spacer" presStyleCnt="0"/>
      <dgm:spPr/>
    </dgm:pt>
    <dgm:pt modelId="{77073944-EDE4-4181-8556-1037BCBAE601}" type="pres">
      <dgm:prSet presAssocID="{01E2EC56-398B-44C6-A838-602B93E4EAF4}" presName="parentText" presStyleLbl="node1" presStyleIdx="7" presStyleCnt="8">
        <dgm:presLayoutVars>
          <dgm:chMax val="0"/>
          <dgm:bulletEnabled val="1"/>
        </dgm:presLayoutVars>
      </dgm:prSet>
      <dgm:spPr>
        <a:xfrm>
          <a:off x="0" y="4933010"/>
          <a:ext cx="7335520" cy="693730"/>
        </a:xfrm>
        <a:prstGeom prst="roundRect">
          <a:avLst/>
        </a:prstGeom>
      </dgm:spPr>
    </dgm:pt>
  </dgm:ptLst>
  <dgm:cxnLst>
    <dgm:cxn modelId="{5DB2E2E0-55A8-45CB-B27A-08A1CF547210}" srcId="{FD478015-E4AE-4E80-AF24-A2D21EDBC337}" destId="{D38F8097-3492-48E3-8D29-77F5D3C78601}" srcOrd="0" destOrd="0" parTransId="{86B61D86-BDD8-43B1-A8D3-493601445979}" sibTransId="{0863F6D8-F866-4B61-B9CB-812C788206CD}"/>
    <dgm:cxn modelId="{A3697DA6-587A-44E7-9A83-881EAC33ED93}" srcId="{FD478015-E4AE-4E80-AF24-A2D21EDBC337}" destId="{2FD5D591-ED9F-4B4E-9EA9-ED351F687FA6}" srcOrd="1" destOrd="0" parTransId="{256976CA-7BC7-44DA-9957-4C2E032B284B}" sibTransId="{6E3348FD-A970-4BE4-8674-B59435D10EA9}"/>
    <dgm:cxn modelId="{34CAFA6D-71B7-481E-8749-83988572326F}" srcId="{FD478015-E4AE-4E80-AF24-A2D21EDBC337}" destId="{2601F321-FC2A-416E-9230-1D7A5F4B0682}" srcOrd="2" destOrd="0" parTransId="{D1F6170C-2A83-4B0F-987D-804F90740473}" sibTransId="{0AAA44FF-71B3-4387-91CD-CA86BD254771}"/>
    <dgm:cxn modelId="{ECF53541-9C21-42C8-9A11-D3C689A4ADF8}" srcId="{FD478015-E4AE-4E80-AF24-A2D21EDBC337}" destId="{0F01D558-F852-4538-8DF5-FB80B525F43A}" srcOrd="3" destOrd="0" parTransId="{FDD220AE-86EA-44D2-B025-E61FC05ACD22}" sibTransId="{9D65AAF4-E0C4-4A8D-BAA6-1C9C47E0DCFB}"/>
    <dgm:cxn modelId="{E4B7CC31-77BA-40FE-8EF7-8E85B6C28673}" srcId="{FD478015-E4AE-4E80-AF24-A2D21EDBC337}" destId="{DBF417F5-A43B-470F-B7DF-112770E755AC}" srcOrd="4" destOrd="0" parTransId="{256C397E-11FC-44DF-B010-7F4AA5C94BD1}" sibTransId="{39DCCB44-C648-443A-8B6D-463160690D33}"/>
    <dgm:cxn modelId="{A812C724-F09C-4CAF-9850-D9D535BDF931}" srcId="{FD478015-E4AE-4E80-AF24-A2D21EDBC337}" destId="{9EC864E3-92CF-4CF4-A6F1-5F7F13BF7622}" srcOrd="5" destOrd="0" parTransId="{D26480F7-E7B4-4772-BCDC-FADE1196B00F}" sibTransId="{30778EC5-09D4-4339-81A7-611F18EA80C8}"/>
    <dgm:cxn modelId="{F2915B17-33E9-4884-AC71-73809C7F19E3}" srcId="{FD478015-E4AE-4E80-AF24-A2D21EDBC337}" destId="{A5656D50-9375-4CFD-87B8-4F45B9DAC31A}" srcOrd="6" destOrd="0" parTransId="{77365364-D14C-452F-AA6D-09A46557C564}" sibTransId="{5DEE6EFB-B765-465C-B7ED-13DA2D4B1477}"/>
    <dgm:cxn modelId="{D0FE11FB-B324-4991-B9C9-A88B94AC3853}" srcId="{FD478015-E4AE-4E80-AF24-A2D21EDBC337}" destId="{01E2EC56-398B-44C6-A838-602B93E4EAF4}" srcOrd="7" destOrd="0" parTransId="{226A195E-B5CA-41FD-BB89-6833E38833CA}" sibTransId="{F941EEF9-03A3-4559-A44C-EAC294568635}"/>
    <dgm:cxn modelId="{49AFDEF0-245C-475C-A5AA-76D59E6C0A2D}" type="presOf" srcId="{FD478015-E4AE-4E80-AF24-A2D21EDBC337}" destId="{CAF4CC0F-3782-4F8A-B74F-8D8B3539C608}" srcOrd="0" destOrd="0" presId="urn:microsoft.com/office/officeart/2005/8/layout/vList2#3"/>
    <dgm:cxn modelId="{E50720A5-B5D4-4446-A1B4-810E8CEC4126}" type="presParOf" srcId="{CAF4CC0F-3782-4F8A-B74F-8D8B3539C608}" destId="{FD9712FC-0FF5-4F80-B398-385425BE1969}" srcOrd="0" destOrd="0" presId="urn:microsoft.com/office/officeart/2005/8/layout/vList2#3"/>
    <dgm:cxn modelId="{9D692490-B319-43E5-A93F-D3FA00659672}" type="presOf" srcId="{D38F8097-3492-48E3-8D29-77F5D3C78601}" destId="{FD9712FC-0FF5-4F80-B398-385425BE1969}" srcOrd="0" destOrd="0" presId="urn:microsoft.com/office/officeart/2005/8/layout/vList2#3"/>
    <dgm:cxn modelId="{581C0FE9-3053-49DF-935D-5AC8E5168CB2}" type="presParOf" srcId="{CAF4CC0F-3782-4F8A-B74F-8D8B3539C608}" destId="{F6E538CC-247E-4859-8DEC-F7CC06D0625B}" srcOrd="1" destOrd="0" presId="urn:microsoft.com/office/officeart/2005/8/layout/vList2#3"/>
    <dgm:cxn modelId="{E341E961-4D88-40E4-BB43-4C5BB058F52D}" type="presParOf" srcId="{CAF4CC0F-3782-4F8A-B74F-8D8B3539C608}" destId="{8CF43773-04A0-4729-8EDB-578309FF0EB6}" srcOrd="2" destOrd="0" presId="urn:microsoft.com/office/officeart/2005/8/layout/vList2#3"/>
    <dgm:cxn modelId="{601EAA45-772E-4042-8956-3CAC6482638F}" type="presOf" srcId="{2FD5D591-ED9F-4B4E-9EA9-ED351F687FA6}" destId="{8CF43773-04A0-4729-8EDB-578309FF0EB6}" srcOrd="0" destOrd="0" presId="urn:microsoft.com/office/officeart/2005/8/layout/vList2#3"/>
    <dgm:cxn modelId="{735D3220-C1F6-491A-8E41-9A766C6B46E2}" type="presParOf" srcId="{CAF4CC0F-3782-4F8A-B74F-8D8B3539C608}" destId="{B7B37B62-7923-465E-93E1-6A01B30997F2}" srcOrd="3" destOrd="0" presId="urn:microsoft.com/office/officeart/2005/8/layout/vList2#3"/>
    <dgm:cxn modelId="{361E05FF-C5FD-4E8E-B6C2-4ADADB92A15A}" type="presParOf" srcId="{CAF4CC0F-3782-4F8A-B74F-8D8B3539C608}" destId="{F4556F33-59E7-441A-82C4-303C07956E79}" srcOrd="4" destOrd="0" presId="urn:microsoft.com/office/officeart/2005/8/layout/vList2#3"/>
    <dgm:cxn modelId="{4DA692D4-BB83-4CEB-8B82-20FB20EB5BE9}" type="presOf" srcId="{2601F321-FC2A-416E-9230-1D7A5F4B0682}" destId="{F4556F33-59E7-441A-82C4-303C07956E79}" srcOrd="0" destOrd="0" presId="urn:microsoft.com/office/officeart/2005/8/layout/vList2#3"/>
    <dgm:cxn modelId="{074DB727-8020-440A-847A-FDC97FDA2B60}" type="presParOf" srcId="{CAF4CC0F-3782-4F8A-B74F-8D8B3539C608}" destId="{54D569AF-415B-4ECD-AB70-57091ACA28E9}" srcOrd="5" destOrd="0" presId="urn:microsoft.com/office/officeart/2005/8/layout/vList2#3"/>
    <dgm:cxn modelId="{8839714E-59EC-422F-90C5-818F4A336AB9}" type="presParOf" srcId="{CAF4CC0F-3782-4F8A-B74F-8D8B3539C608}" destId="{FBCB08D6-EA46-4D93-94F5-1B7AA18BD962}" srcOrd="6" destOrd="0" presId="urn:microsoft.com/office/officeart/2005/8/layout/vList2#3"/>
    <dgm:cxn modelId="{68C4883A-89D6-4303-A43C-99B39568790B}" type="presOf" srcId="{0F01D558-F852-4538-8DF5-FB80B525F43A}" destId="{FBCB08D6-EA46-4D93-94F5-1B7AA18BD962}" srcOrd="0" destOrd="0" presId="urn:microsoft.com/office/officeart/2005/8/layout/vList2#3"/>
    <dgm:cxn modelId="{8EF52294-C729-4F58-A5B4-89DF64C4A5AC}" type="presParOf" srcId="{CAF4CC0F-3782-4F8A-B74F-8D8B3539C608}" destId="{F2F6ED09-537A-42BD-A4DA-EFA1BCF6D8E3}" srcOrd="7" destOrd="0" presId="urn:microsoft.com/office/officeart/2005/8/layout/vList2#3"/>
    <dgm:cxn modelId="{C5997551-6932-410D-BCCD-84F4790C824E}" type="presParOf" srcId="{CAF4CC0F-3782-4F8A-B74F-8D8B3539C608}" destId="{FA78991A-8BDD-4871-A7C0-4B4AC8D0C058}" srcOrd="8" destOrd="0" presId="urn:microsoft.com/office/officeart/2005/8/layout/vList2#3"/>
    <dgm:cxn modelId="{0E4625EB-4956-4AC9-85D4-B6B5FA70709A}" type="presOf" srcId="{DBF417F5-A43B-470F-B7DF-112770E755AC}" destId="{FA78991A-8BDD-4871-A7C0-4B4AC8D0C058}" srcOrd="0" destOrd="0" presId="urn:microsoft.com/office/officeart/2005/8/layout/vList2#3"/>
    <dgm:cxn modelId="{F1EC7D5A-022A-41D5-9B24-597FD6F1FFF8}" type="presParOf" srcId="{CAF4CC0F-3782-4F8A-B74F-8D8B3539C608}" destId="{4B616585-DB8F-418D-AF71-45BCAF0B0BB6}" srcOrd="9" destOrd="0" presId="urn:microsoft.com/office/officeart/2005/8/layout/vList2#3"/>
    <dgm:cxn modelId="{1FB3A801-17C5-4582-A4BC-C87F6CB35B61}" type="presParOf" srcId="{CAF4CC0F-3782-4F8A-B74F-8D8B3539C608}" destId="{9CADED39-099F-4E07-8F41-6B5938B71168}" srcOrd="10" destOrd="0" presId="urn:microsoft.com/office/officeart/2005/8/layout/vList2#3"/>
    <dgm:cxn modelId="{1C48ED03-2658-49F9-8C8B-0E36373256F6}" type="presOf" srcId="{9EC864E3-92CF-4CF4-A6F1-5F7F13BF7622}" destId="{9CADED39-099F-4E07-8F41-6B5938B71168}" srcOrd="0" destOrd="0" presId="urn:microsoft.com/office/officeart/2005/8/layout/vList2#3"/>
    <dgm:cxn modelId="{FA046097-4935-44BB-AD7B-FD9A8964043C}" type="presParOf" srcId="{CAF4CC0F-3782-4F8A-B74F-8D8B3539C608}" destId="{948E7AB0-EEA5-4F3E-86F4-A562C9B8BFD9}" srcOrd="11" destOrd="0" presId="urn:microsoft.com/office/officeart/2005/8/layout/vList2#3"/>
    <dgm:cxn modelId="{CF2A70B8-DD62-48E0-8D51-9D17EF704FDC}" type="presParOf" srcId="{CAF4CC0F-3782-4F8A-B74F-8D8B3539C608}" destId="{EEF8EFB9-A897-44C9-AFD5-4A7F06E01A25}" srcOrd="12" destOrd="0" presId="urn:microsoft.com/office/officeart/2005/8/layout/vList2#3"/>
    <dgm:cxn modelId="{2B2FB70C-E651-42CE-A94E-86168ED0C153}" type="presOf" srcId="{A5656D50-9375-4CFD-87B8-4F45B9DAC31A}" destId="{EEF8EFB9-A897-44C9-AFD5-4A7F06E01A25}" srcOrd="0" destOrd="0" presId="urn:microsoft.com/office/officeart/2005/8/layout/vList2#3"/>
    <dgm:cxn modelId="{0CFF9100-22F9-4991-8F58-7B02FF46AD88}" type="presParOf" srcId="{CAF4CC0F-3782-4F8A-B74F-8D8B3539C608}" destId="{708F987A-043E-4CB3-AFBA-D2D234F8A47E}" srcOrd="13" destOrd="0" presId="urn:microsoft.com/office/officeart/2005/8/layout/vList2#3"/>
    <dgm:cxn modelId="{1BA8B951-6F88-415B-9897-6FF1E657725E}" type="presParOf" srcId="{CAF4CC0F-3782-4F8A-B74F-8D8B3539C608}" destId="{77073944-EDE4-4181-8556-1037BCBAE601}" srcOrd="14" destOrd="0" presId="urn:microsoft.com/office/officeart/2005/8/layout/vList2#3"/>
    <dgm:cxn modelId="{C78435CB-77C3-4CF4-BE84-CFFFFBCB2128}" type="presOf" srcId="{01E2EC56-398B-44C6-A838-602B93E4EAF4}" destId="{77073944-EDE4-4181-8556-1037BCBAE601}" srcOrd="0" destOrd="0" presId="urn:microsoft.com/office/officeart/2005/8/layout/vList2#3"/>
  </dgm:cxnLst>
  <dgm:bg>
    <a:noFill/>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1AB6BA-45CA-4966-9BD1-62089E9167B7}" type="doc">
      <dgm:prSet loTypeId="urn:microsoft.com/office/officeart/2005/8/layout/chevron2" loCatId="list" qsTypeId="urn:microsoft.com/office/officeart/2005/8/quickstyle/simple1#20" qsCatId="simple" csTypeId="urn:microsoft.com/office/officeart/2005/8/colors/accent1_2#11" csCatId="accent1" phldr="1"/>
      <dgm:spPr/>
      <dgm:t>
        <a:bodyPr/>
        <a:lstStyle/>
        <a:p>
          <a:endParaRPr lang="zh-CN" altLang="en-US"/>
        </a:p>
      </dgm:t>
    </dgm:pt>
    <dgm:pt modelId="{D3890ECB-9FCC-4FB2-B2B6-DB277EAA5641}">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A861EAD0-CA9E-4D2E-9A7C-F3196E77852B}" cxnId="{56A6523C-F687-430F-95C2-95A4AD01899E}" type="parTrans">
      <dgm:prSet/>
      <dgm:spPr/>
      <dgm:t>
        <a:bodyPr/>
        <a:lstStyle/>
        <a:p>
          <a:endParaRPr lang="zh-CN" altLang="en-US"/>
        </a:p>
      </dgm:t>
    </dgm:pt>
    <dgm:pt modelId="{F4252B73-130D-4A6D-B474-345B28E5C18C}" cxnId="{56A6523C-F687-430F-95C2-95A4AD01899E}" type="sibTrans">
      <dgm:prSet/>
      <dgm:spPr/>
      <dgm:t>
        <a:bodyPr/>
        <a:lstStyle/>
        <a:p>
          <a:endParaRPr lang="zh-CN" altLang="en-US"/>
        </a:p>
      </dgm:t>
    </dgm:pt>
    <dgm:pt modelId="{567DED6D-9047-4448-8370-C775DC6C0C7D}">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最早截至时间优先算法</a:t>
          </a:r>
        </a:p>
      </dgm:t>
    </dgm:pt>
    <dgm:pt modelId="{C7BDE7B3-589E-4E9A-A856-7747D978BB73}" cxnId="{AFD0AD71-0D8A-4909-8028-14F06750A044}" type="parTrans">
      <dgm:prSet/>
      <dgm:spPr/>
      <dgm:t>
        <a:bodyPr/>
        <a:lstStyle/>
        <a:p>
          <a:endParaRPr lang="zh-CN" altLang="en-US"/>
        </a:p>
      </dgm:t>
    </dgm:pt>
    <dgm:pt modelId="{AD903F0B-77BF-4720-A3C2-5BE41B4BE279}" cxnId="{AFD0AD71-0D8A-4909-8028-14F06750A044}" type="sibTrans">
      <dgm:prSet/>
      <dgm:spPr/>
      <dgm:t>
        <a:bodyPr/>
        <a:lstStyle/>
        <a:p>
          <a:endParaRPr lang="zh-CN" altLang="en-US"/>
        </a:p>
      </dgm:t>
    </dgm:pt>
    <dgm:pt modelId="{7AAA4DAC-7D20-4383-86AB-52D3FFBDA130}">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最低松弛度优先算法</a:t>
          </a:r>
        </a:p>
      </dgm:t>
    </dgm:pt>
    <dgm:pt modelId="{0AD5EA2D-0EF1-417B-A8AD-8FEBEE7F0EB8}" cxnId="{50923DE4-55BB-4A7F-B670-6A249DBBB81C}" type="parTrans">
      <dgm:prSet/>
      <dgm:spPr/>
      <dgm:t>
        <a:bodyPr/>
        <a:lstStyle/>
        <a:p>
          <a:endParaRPr lang="zh-CN" altLang="en-US"/>
        </a:p>
      </dgm:t>
    </dgm:pt>
    <dgm:pt modelId="{08097B8E-2DB5-464D-9F35-10DB8AC0510A}" cxnId="{50923DE4-55BB-4A7F-B670-6A249DBBB81C}" type="sibTrans">
      <dgm:prSet/>
      <dgm:spPr/>
      <dgm:t>
        <a:bodyPr/>
        <a:lstStyle/>
        <a:p>
          <a:endParaRPr lang="zh-CN" altLang="en-US"/>
        </a:p>
      </dgm:t>
    </dgm:pt>
    <dgm:pt modelId="{E40E3C39-581B-4F0A-B688-92DF5508560A}">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endParaRPr lang="zh-CN" altLang="en-US" sz="2800" b="1" kern="1200" dirty="0">
            <a:solidFill>
              <a:schemeClr val="bg1"/>
            </a:solidFill>
            <a:latin typeface="微软雅黑" panose="020B0503020204020204" pitchFamily="34" charset="-122"/>
            <a:ea typeface="微软雅黑" panose="020B0503020204020204" pitchFamily="34" charset="-122"/>
            <a:cs typeface="+mn-cs"/>
          </a:endParaRPr>
        </a:p>
      </dgm:t>
    </dgm:pt>
    <dgm:pt modelId="{C5EED48D-A27E-40D6-97F7-13F0B2C6257B}" cxnId="{0E36012A-4673-4E3B-A6B1-CDE5C5EC293B}" type="parTrans">
      <dgm:prSet/>
      <dgm:spPr/>
      <dgm:t>
        <a:bodyPr/>
        <a:lstStyle/>
        <a:p>
          <a:endParaRPr lang="zh-CN" altLang="en-US"/>
        </a:p>
      </dgm:t>
    </dgm:pt>
    <dgm:pt modelId="{6589B794-5856-4A2C-A5CD-D1572C25AB2E}" cxnId="{0E36012A-4673-4E3B-A6B1-CDE5C5EC293B}" type="sibTrans">
      <dgm:prSet/>
      <dgm:spPr/>
      <dgm:t>
        <a:bodyPr/>
        <a:lstStyle/>
        <a:p>
          <a:endParaRPr lang="zh-CN" altLang="en-US"/>
        </a:p>
      </dgm:t>
    </dgm:pt>
    <dgm:pt modelId="{BAAA80B4-6295-422F-8735-8276EB2DFBE5}">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endParaRPr lang="zh-CN" altLang="en-US" sz="2800" b="1" kern="1200" dirty="0">
            <a:solidFill>
              <a:schemeClr val="bg1"/>
            </a:solidFill>
            <a:latin typeface="微软雅黑" panose="020B0503020204020204" pitchFamily="34" charset="-122"/>
            <a:ea typeface="微软雅黑" panose="020B0503020204020204" pitchFamily="34" charset="-122"/>
            <a:cs typeface="+mn-cs"/>
          </a:endParaRPr>
        </a:p>
      </dgm:t>
    </dgm:pt>
    <dgm:pt modelId="{E5CB5532-FBBE-4EF9-9362-D64AC17908B3}" cxnId="{085028C1-0CD6-44FF-923F-656206936449}" type="parTrans">
      <dgm:prSet/>
      <dgm:spPr/>
      <dgm:t>
        <a:bodyPr/>
        <a:lstStyle/>
        <a:p>
          <a:endParaRPr lang="zh-CN" altLang="en-US"/>
        </a:p>
      </dgm:t>
    </dgm:pt>
    <dgm:pt modelId="{DE3F3D45-9EA1-40FA-8B9D-84B33C64A884}" cxnId="{085028C1-0CD6-44FF-923F-656206936449}" type="sibTrans">
      <dgm:prSet/>
      <dgm:spPr/>
      <dgm:t>
        <a:bodyPr/>
        <a:lstStyle/>
        <a:p>
          <a:endParaRPr lang="zh-CN" altLang="en-US"/>
        </a:p>
      </dgm:t>
    </dgm:pt>
    <dgm:pt modelId="{15DB4137-892D-4A0F-8A5D-F3DEE856125D}">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优先级倒置</a:t>
          </a:r>
        </a:p>
      </dgm:t>
    </dgm:pt>
    <dgm:pt modelId="{F4C6274F-9594-4A54-A161-E5D5A357737D}" cxnId="{16732599-EE3E-46A8-832A-EE36151D09A6}" type="sibTrans">
      <dgm:prSet/>
      <dgm:spPr/>
      <dgm:t>
        <a:bodyPr/>
        <a:lstStyle/>
        <a:p>
          <a:endParaRPr lang="zh-CN" altLang="en-US"/>
        </a:p>
      </dgm:t>
    </dgm:pt>
    <dgm:pt modelId="{E47AC73D-82B2-4ED3-BA09-37842B2ED1AA}" cxnId="{16732599-EE3E-46A8-832A-EE36151D09A6}" type="parTrans">
      <dgm:prSet/>
      <dgm:spPr/>
      <dgm:t>
        <a:bodyPr/>
        <a:lstStyle/>
        <a:p>
          <a:endParaRPr lang="zh-CN" altLang="en-US"/>
        </a:p>
      </dgm:t>
    </dgm:pt>
    <dgm:pt modelId="{8467A44D-9F03-4140-904E-EC0FB36DB71C}" type="pres">
      <dgm:prSet presAssocID="{201AB6BA-45CA-4966-9BD1-62089E9167B7}" presName="linearFlow" presStyleCnt="0">
        <dgm:presLayoutVars>
          <dgm:dir/>
          <dgm:animLvl val="lvl"/>
          <dgm:resizeHandles val="exact"/>
        </dgm:presLayoutVars>
      </dgm:prSet>
      <dgm:spPr/>
    </dgm:pt>
    <dgm:pt modelId="{3052BE6A-67B9-47B8-A4EC-6C46C836B6F2}" type="pres">
      <dgm:prSet presAssocID="{D3890ECB-9FCC-4FB2-B2B6-DB277EAA5641}" presName="composite" presStyleCnt="0"/>
      <dgm:spPr/>
    </dgm:pt>
    <dgm:pt modelId="{5BD25704-DC78-40F8-8004-09C120FEC988}" type="pres">
      <dgm:prSet presAssocID="{D3890ECB-9FCC-4FB2-B2B6-DB277EAA5641}" presName="parentText" presStyleLbl="alignNode1" presStyleIdx="0" presStyleCnt="3" custLinFactNeighborX="-1958" custLinFactNeighborY="0">
        <dgm:presLayoutVars>
          <dgm:chMax val="1"/>
          <dgm:bulletEnabled val="1"/>
        </dgm:presLayoutVars>
      </dgm:prSet>
      <dgm:spPr>
        <a:xfrm rot="5400000">
          <a:off x="-222646" y="223826"/>
          <a:ext cx="1484312" cy="1039018"/>
        </a:xfrm>
        <a:prstGeom prst="chevron">
          <a:avLst/>
        </a:prstGeom>
      </dgm:spPr>
    </dgm:pt>
    <dgm:pt modelId="{9CF16E56-7BB1-45E2-99FD-F8A87C626BF4}" type="pres">
      <dgm:prSet presAssocID="{D3890ECB-9FCC-4FB2-B2B6-DB277EAA5641}" presName="descendantText" presStyleLbl="alignAcc1" presStyleIdx="0" presStyleCnt="3" custLinFactNeighborX="117" custLinFactNeighborY="-2107">
        <dgm:presLayoutVars>
          <dgm:bulletEnabled val="1"/>
        </dgm:presLayoutVars>
      </dgm:prSet>
      <dgm:spPr>
        <a:xfrm rot="5400000">
          <a:off x="3084818" y="-2043650"/>
          <a:ext cx="964367" cy="5057995"/>
        </a:xfrm>
        <a:prstGeom prst="round2SameRect">
          <a:avLst/>
        </a:prstGeom>
      </dgm:spPr>
    </dgm:pt>
    <dgm:pt modelId="{8D0B4F26-23C9-412B-91A3-B07FDC6D58BE}" type="pres">
      <dgm:prSet presAssocID="{F4252B73-130D-4A6D-B474-345B28E5C18C}" presName="sp" presStyleCnt="0"/>
      <dgm:spPr/>
    </dgm:pt>
    <dgm:pt modelId="{0ECEF0E3-B7F9-49C1-803E-842964A6B2EB}" type="pres">
      <dgm:prSet presAssocID="{E40E3C39-581B-4F0A-B688-92DF5508560A}" presName="composite" presStyleCnt="0"/>
      <dgm:spPr/>
    </dgm:pt>
    <dgm:pt modelId="{209FB120-D6F6-44F9-9F28-773E8B380D07}" type="pres">
      <dgm:prSet presAssocID="{E40E3C39-581B-4F0A-B688-92DF5508560A}" presName="parentText" presStyleLbl="alignNode1" presStyleIdx="1" presStyleCnt="3">
        <dgm:presLayoutVars>
          <dgm:chMax val="1"/>
          <dgm:bulletEnabled val="1"/>
        </dgm:presLayoutVars>
      </dgm:prSet>
      <dgm:spPr/>
    </dgm:pt>
    <dgm:pt modelId="{8080BBA4-A197-43CB-B57A-62D631630C4A}" type="pres">
      <dgm:prSet presAssocID="{E40E3C39-581B-4F0A-B688-92DF5508560A}" presName="descendantText" presStyleLbl="alignAcc1" presStyleIdx="1" presStyleCnt="3">
        <dgm:presLayoutVars>
          <dgm:bulletEnabled val="1"/>
        </dgm:presLayoutVars>
      </dgm:prSet>
      <dgm:spPr/>
    </dgm:pt>
    <dgm:pt modelId="{7A88B79D-F2A9-4236-BB08-BBCC4233DC55}" type="pres">
      <dgm:prSet presAssocID="{6589B794-5856-4A2C-A5CD-D1572C25AB2E}" presName="sp" presStyleCnt="0"/>
      <dgm:spPr/>
    </dgm:pt>
    <dgm:pt modelId="{AB5575DA-0CAF-4D0C-A0A4-EB0A9FC87466}" type="pres">
      <dgm:prSet presAssocID="{BAAA80B4-6295-422F-8735-8276EB2DFBE5}" presName="composite" presStyleCnt="0"/>
      <dgm:spPr/>
    </dgm:pt>
    <dgm:pt modelId="{7A025A62-B7E8-4AD9-AE46-FA6B65EB629A}" type="pres">
      <dgm:prSet presAssocID="{BAAA80B4-6295-422F-8735-8276EB2DFBE5}" presName="parentText" presStyleLbl="alignNode1" presStyleIdx="2" presStyleCnt="3">
        <dgm:presLayoutVars>
          <dgm:chMax val="1"/>
          <dgm:bulletEnabled val="1"/>
        </dgm:presLayoutVars>
      </dgm:prSet>
      <dgm:spPr/>
    </dgm:pt>
    <dgm:pt modelId="{01125689-06A3-4F3B-A599-40ABC87F702D}" type="pres">
      <dgm:prSet presAssocID="{BAAA80B4-6295-422F-8735-8276EB2DFBE5}" presName="descendantText" presStyleLbl="alignAcc1" presStyleIdx="2" presStyleCnt="3">
        <dgm:presLayoutVars>
          <dgm:bulletEnabled val="1"/>
        </dgm:presLayoutVars>
      </dgm:prSet>
      <dgm:spPr/>
    </dgm:pt>
  </dgm:ptLst>
  <dgm:cxnLst>
    <dgm:cxn modelId="{7493AD04-85FE-42FE-BF38-5350761F73AA}" type="presOf" srcId="{15DB4137-892D-4A0F-8A5D-F3DEE856125D}" destId="{01125689-06A3-4F3B-A599-40ABC87F702D}" srcOrd="0" destOrd="0" presId="urn:microsoft.com/office/officeart/2005/8/layout/chevron2"/>
    <dgm:cxn modelId="{6A5B6D11-E58C-4D7B-A353-857F0401509F}" type="presOf" srcId="{BAAA80B4-6295-422F-8735-8276EB2DFBE5}" destId="{7A025A62-B7E8-4AD9-AE46-FA6B65EB629A}" srcOrd="0" destOrd="0" presId="urn:microsoft.com/office/officeart/2005/8/layout/chevron2"/>
    <dgm:cxn modelId="{0E36012A-4673-4E3B-A6B1-CDE5C5EC293B}" srcId="{201AB6BA-45CA-4966-9BD1-62089E9167B7}" destId="{E40E3C39-581B-4F0A-B688-92DF5508560A}" srcOrd="1" destOrd="0" parTransId="{C5EED48D-A27E-40D6-97F7-13F0B2C6257B}" sibTransId="{6589B794-5856-4A2C-A5CD-D1572C25AB2E}"/>
    <dgm:cxn modelId="{8183743B-E511-4447-96FB-6F3C650E0930}" type="presOf" srcId="{E40E3C39-581B-4F0A-B688-92DF5508560A}" destId="{209FB120-D6F6-44F9-9F28-773E8B380D07}" srcOrd="0" destOrd="0" presId="urn:microsoft.com/office/officeart/2005/8/layout/chevron2"/>
    <dgm:cxn modelId="{515AD13B-3566-451F-BF74-392753D899BE}" type="presOf" srcId="{D3890ECB-9FCC-4FB2-B2B6-DB277EAA5641}" destId="{5BD25704-DC78-40F8-8004-09C120FEC988}" srcOrd="0" destOrd="0" presId="urn:microsoft.com/office/officeart/2005/8/layout/chevron2"/>
    <dgm:cxn modelId="{56A6523C-F687-430F-95C2-95A4AD01899E}" srcId="{201AB6BA-45CA-4966-9BD1-62089E9167B7}" destId="{D3890ECB-9FCC-4FB2-B2B6-DB277EAA5641}" srcOrd="0" destOrd="0" parTransId="{A861EAD0-CA9E-4D2E-9A7C-F3196E77852B}" sibTransId="{F4252B73-130D-4A6D-B474-345B28E5C18C}"/>
    <dgm:cxn modelId="{AFD0AD71-0D8A-4909-8028-14F06750A044}" srcId="{D3890ECB-9FCC-4FB2-B2B6-DB277EAA5641}" destId="{567DED6D-9047-4448-8370-C775DC6C0C7D}" srcOrd="0" destOrd="0" parTransId="{C7BDE7B3-589E-4E9A-A856-7747D978BB73}" sibTransId="{AD903F0B-77BF-4720-A3C2-5BE41B4BE279}"/>
    <dgm:cxn modelId="{6F0A6A58-DAC1-4AA8-B3E9-B9A7D6164D30}" type="presOf" srcId="{201AB6BA-45CA-4966-9BD1-62089E9167B7}" destId="{8467A44D-9F03-4140-904E-EC0FB36DB71C}" srcOrd="0" destOrd="0" presId="urn:microsoft.com/office/officeart/2005/8/layout/chevron2"/>
    <dgm:cxn modelId="{16732599-EE3E-46A8-832A-EE36151D09A6}" srcId="{BAAA80B4-6295-422F-8735-8276EB2DFBE5}" destId="{15DB4137-892D-4A0F-8A5D-F3DEE856125D}" srcOrd="0" destOrd="0" parTransId="{E47AC73D-82B2-4ED3-BA09-37842B2ED1AA}" sibTransId="{F4C6274F-9594-4A54-A161-E5D5A357737D}"/>
    <dgm:cxn modelId="{A66B96B8-2DF0-4948-8DE0-D70CA293E47D}" type="presOf" srcId="{7AAA4DAC-7D20-4383-86AB-52D3FFBDA130}" destId="{8080BBA4-A197-43CB-B57A-62D631630C4A}" srcOrd="0" destOrd="0" presId="urn:microsoft.com/office/officeart/2005/8/layout/chevron2"/>
    <dgm:cxn modelId="{085028C1-0CD6-44FF-923F-656206936449}" srcId="{201AB6BA-45CA-4966-9BD1-62089E9167B7}" destId="{BAAA80B4-6295-422F-8735-8276EB2DFBE5}" srcOrd="2" destOrd="0" parTransId="{E5CB5532-FBBE-4EF9-9362-D64AC17908B3}" sibTransId="{DE3F3D45-9EA1-40FA-8B9D-84B33C64A884}"/>
    <dgm:cxn modelId="{5FDF73C7-CBCC-4173-AC6F-B9D189B3F1CB}" type="presOf" srcId="{567DED6D-9047-4448-8370-C775DC6C0C7D}" destId="{9CF16E56-7BB1-45E2-99FD-F8A87C626BF4}" srcOrd="0" destOrd="0" presId="urn:microsoft.com/office/officeart/2005/8/layout/chevron2"/>
    <dgm:cxn modelId="{50923DE4-55BB-4A7F-B670-6A249DBBB81C}" srcId="{E40E3C39-581B-4F0A-B688-92DF5508560A}" destId="{7AAA4DAC-7D20-4383-86AB-52D3FFBDA130}" srcOrd="0" destOrd="0" parTransId="{0AD5EA2D-0EF1-417B-A8AD-8FEBEE7F0EB8}" sibTransId="{08097B8E-2DB5-464D-9F35-10DB8AC0510A}"/>
    <dgm:cxn modelId="{BF292B5E-68EB-49AC-BBDC-24D03406AD38}" type="presParOf" srcId="{8467A44D-9F03-4140-904E-EC0FB36DB71C}" destId="{3052BE6A-67B9-47B8-A4EC-6C46C836B6F2}" srcOrd="0" destOrd="0" presId="urn:microsoft.com/office/officeart/2005/8/layout/chevron2"/>
    <dgm:cxn modelId="{2C27AE86-705E-4B08-B37C-0BBDB8E3B3E3}" type="presParOf" srcId="{3052BE6A-67B9-47B8-A4EC-6C46C836B6F2}" destId="{5BD25704-DC78-40F8-8004-09C120FEC988}" srcOrd="0" destOrd="0" presId="urn:microsoft.com/office/officeart/2005/8/layout/chevron2"/>
    <dgm:cxn modelId="{43B72005-73C7-4EE9-B8D6-5E74E98326DE}" type="presParOf" srcId="{3052BE6A-67B9-47B8-A4EC-6C46C836B6F2}" destId="{9CF16E56-7BB1-45E2-99FD-F8A87C626BF4}" srcOrd="1" destOrd="0" presId="urn:microsoft.com/office/officeart/2005/8/layout/chevron2"/>
    <dgm:cxn modelId="{39BFD306-98C3-434F-8D87-C8C823FB3AB6}" type="presParOf" srcId="{8467A44D-9F03-4140-904E-EC0FB36DB71C}" destId="{8D0B4F26-23C9-412B-91A3-B07FDC6D58BE}" srcOrd="1" destOrd="0" presId="urn:microsoft.com/office/officeart/2005/8/layout/chevron2"/>
    <dgm:cxn modelId="{BBC63310-A539-48C4-9324-7AE582566144}" type="presParOf" srcId="{8467A44D-9F03-4140-904E-EC0FB36DB71C}" destId="{0ECEF0E3-B7F9-49C1-803E-842964A6B2EB}" srcOrd="2" destOrd="0" presId="urn:microsoft.com/office/officeart/2005/8/layout/chevron2"/>
    <dgm:cxn modelId="{526254D9-DF6C-4199-908A-5F95FC71E50A}" type="presParOf" srcId="{0ECEF0E3-B7F9-49C1-803E-842964A6B2EB}" destId="{209FB120-D6F6-44F9-9F28-773E8B380D07}" srcOrd="0" destOrd="0" presId="urn:microsoft.com/office/officeart/2005/8/layout/chevron2"/>
    <dgm:cxn modelId="{658CC39B-BAB1-4EB7-99D4-11313D528D46}" type="presParOf" srcId="{0ECEF0E3-B7F9-49C1-803E-842964A6B2EB}" destId="{8080BBA4-A197-43CB-B57A-62D631630C4A}" srcOrd="1" destOrd="0" presId="urn:microsoft.com/office/officeart/2005/8/layout/chevron2"/>
    <dgm:cxn modelId="{42F3407D-B459-485F-BC09-2224DA1C6447}" type="presParOf" srcId="{8467A44D-9F03-4140-904E-EC0FB36DB71C}" destId="{7A88B79D-F2A9-4236-BB08-BBCC4233DC55}" srcOrd="3" destOrd="0" presId="urn:microsoft.com/office/officeart/2005/8/layout/chevron2"/>
    <dgm:cxn modelId="{D1321BE7-C909-4341-9DDD-C30DABC6A398}" type="presParOf" srcId="{8467A44D-9F03-4140-904E-EC0FB36DB71C}" destId="{AB5575DA-0CAF-4D0C-A0A4-EB0A9FC87466}" srcOrd="4" destOrd="0" presId="urn:microsoft.com/office/officeart/2005/8/layout/chevron2"/>
    <dgm:cxn modelId="{377FBB4F-AC53-4506-B665-D1A174B62C78}" type="presParOf" srcId="{AB5575DA-0CAF-4D0C-A0A4-EB0A9FC87466}" destId="{7A025A62-B7E8-4AD9-AE46-FA6B65EB629A}" srcOrd="0" destOrd="0" presId="urn:microsoft.com/office/officeart/2005/8/layout/chevron2"/>
    <dgm:cxn modelId="{9C857A75-C0A7-4ECC-81AD-A43D38D8287A}" type="presParOf" srcId="{AB5575DA-0CAF-4D0C-A0A4-EB0A9FC87466}" destId="{01125689-06A3-4F3B-A599-40ABC87F702D}"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01AB6BA-45CA-4966-9BD1-62089E9167B7}" type="doc">
      <dgm:prSet loTypeId="urn:microsoft.com/office/officeart/2005/8/layout/chevron2" loCatId="list" qsTypeId="urn:microsoft.com/office/officeart/2005/8/quickstyle/simple1#20" qsCatId="simple" csTypeId="urn:microsoft.com/office/officeart/2005/8/colors/accent1_2#11" csCatId="accent1" phldr="1"/>
      <dgm:spPr/>
      <dgm:t>
        <a:bodyPr/>
        <a:lstStyle/>
        <a:p>
          <a:endParaRPr lang="zh-CN" altLang="en-US"/>
        </a:p>
      </dgm:t>
    </dgm:pt>
    <dgm:pt modelId="{D3890ECB-9FCC-4FB2-B2B6-DB277EAA5641}">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A861EAD0-CA9E-4D2E-9A7C-F3196E77852B}" cxnId="{56A6523C-F687-430F-95C2-95A4AD01899E}" type="parTrans">
      <dgm:prSet/>
      <dgm:spPr/>
      <dgm:t>
        <a:bodyPr/>
        <a:lstStyle/>
        <a:p>
          <a:endParaRPr lang="zh-CN" altLang="en-US"/>
        </a:p>
      </dgm:t>
    </dgm:pt>
    <dgm:pt modelId="{F4252B73-130D-4A6D-B474-345B28E5C18C}" cxnId="{56A6523C-F687-430F-95C2-95A4AD01899E}" type="sibTrans">
      <dgm:prSet/>
      <dgm:spPr/>
      <dgm:t>
        <a:bodyPr/>
        <a:lstStyle/>
        <a:p>
          <a:endParaRPr lang="zh-CN" altLang="en-US"/>
        </a:p>
      </dgm:t>
    </dgm:pt>
    <dgm:pt modelId="{A8334253-0A33-43D2-A962-43794652EA3E}">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实现实时调度的基本条件</a:t>
          </a:r>
        </a:p>
      </dgm:t>
    </dgm:pt>
    <dgm:pt modelId="{B5B480B2-1859-4814-85B0-890A2476855C}" cxnId="{E215BCED-CC98-47DB-B0FA-CE72E9D9E3FF}" type="sibTrans">
      <dgm:prSet/>
      <dgm:spPr/>
      <dgm:t>
        <a:bodyPr/>
        <a:lstStyle/>
        <a:p>
          <a:endParaRPr lang="zh-CN" altLang="en-US"/>
        </a:p>
      </dgm:t>
    </dgm:pt>
    <dgm:pt modelId="{CA90AE07-EFB9-4AB1-90CB-8CBE7520B720}" cxnId="{E215BCED-CC98-47DB-B0FA-CE72E9D9E3FF}" type="parTrans">
      <dgm:prSet/>
      <dgm:spPr/>
      <dgm:t>
        <a:bodyPr/>
        <a:lstStyle/>
        <a:p>
          <a:endParaRPr lang="zh-CN" altLang="en-US"/>
        </a:p>
      </dgm:t>
    </dgm:pt>
    <dgm:pt modelId="{47ED407F-3F8C-427D-B08D-3F0205B6D79D}">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实时调度算法的分类</a:t>
          </a:r>
        </a:p>
      </dgm:t>
    </dgm:pt>
    <dgm:pt modelId="{9FF650F4-C8F9-4DA9-B78C-B2CEB6135C97}" cxnId="{46AFE1F6-B17F-43EC-B860-09EA99EB29E3}" type="sibTrans">
      <dgm:prSet/>
      <dgm:spPr/>
      <dgm:t>
        <a:bodyPr/>
        <a:lstStyle/>
        <a:p>
          <a:endParaRPr lang="zh-CN" altLang="en-US"/>
        </a:p>
      </dgm:t>
    </dgm:pt>
    <dgm:pt modelId="{DFD0DB53-3BD3-4976-9BFC-E17371743C16}" cxnId="{46AFE1F6-B17F-43EC-B860-09EA99EB29E3}" type="parTrans">
      <dgm:prSet/>
      <dgm:spPr/>
      <dgm:t>
        <a:bodyPr/>
        <a:lstStyle/>
        <a:p>
          <a:endParaRPr lang="zh-CN" altLang="en-US"/>
        </a:p>
      </dgm:t>
    </dgm:pt>
    <dgm:pt modelId="{2CC28582-7F39-4FF2-BF26-B363ED352571}">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AAEE4E2C-1B66-4333-A489-800EE7C8CE78}" cxnId="{1567DB75-AB74-4D37-86BE-D5D169B096F2}" type="sibTrans">
      <dgm:prSet/>
      <dgm:spPr/>
      <dgm:t>
        <a:bodyPr/>
        <a:lstStyle/>
        <a:p>
          <a:endParaRPr lang="zh-CN" altLang="en-US"/>
        </a:p>
      </dgm:t>
    </dgm:pt>
    <dgm:pt modelId="{7B04C79C-B0D4-4395-A86C-A80F8D154319}" cxnId="{1567DB75-AB74-4D37-86BE-D5D169B096F2}" type="parTrans">
      <dgm:prSet/>
      <dgm:spPr/>
      <dgm:t>
        <a:bodyPr/>
        <a:lstStyle/>
        <a:p>
          <a:endParaRPr lang="zh-CN" altLang="en-US"/>
        </a:p>
      </dgm:t>
    </dgm:pt>
    <dgm:pt modelId="{8467A44D-9F03-4140-904E-EC0FB36DB71C}" type="pres">
      <dgm:prSet presAssocID="{201AB6BA-45CA-4966-9BD1-62089E9167B7}" presName="linearFlow" presStyleCnt="0">
        <dgm:presLayoutVars>
          <dgm:dir/>
          <dgm:animLvl val="lvl"/>
          <dgm:resizeHandles val="exact"/>
        </dgm:presLayoutVars>
      </dgm:prSet>
      <dgm:spPr/>
    </dgm:pt>
    <dgm:pt modelId="{3052BE6A-67B9-47B8-A4EC-6C46C836B6F2}" type="pres">
      <dgm:prSet presAssocID="{D3890ECB-9FCC-4FB2-B2B6-DB277EAA5641}" presName="composite" presStyleCnt="0"/>
      <dgm:spPr/>
    </dgm:pt>
    <dgm:pt modelId="{5BD25704-DC78-40F8-8004-09C120FEC988}" type="pres">
      <dgm:prSet presAssocID="{D3890ECB-9FCC-4FB2-B2B6-DB277EAA5641}" presName="parentText" presStyleLbl="alignNode1" presStyleIdx="0" presStyleCnt="2" custLinFactNeighborX="-1958" custLinFactNeighborY="0">
        <dgm:presLayoutVars>
          <dgm:chMax val="1"/>
          <dgm:bulletEnabled val="1"/>
        </dgm:presLayoutVars>
      </dgm:prSet>
      <dgm:spPr>
        <a:xfrm rot="5400000">
          <a:off x="-222646" y="223826"/>
          <a:ext cx="1484312" cy="1039018"/>
        </a:xfrm>
        <a:prstGeom prst="chevron">
          <a:avLst/>
        </a:prstGeom>
      </dgm:spPr>
    </dgm:pt>
    <dgm:pt modelId="{9CF16E56-7BB1-45E2-99FD-F8A87C626BF4}" type="pres">
      <dgm:prSet presAssocID="{D3890ECB-9FCC-4FB2-B2B6-DB277EAA5641}" presName="descendantText" presStyleLbl="alignAcc1" presStyleIdx="0" presStyleCnt="2" custLinFactNeighborX="117" custLinFactNeighborY="-2107">
        <dgm:presLayoutVars>
          <dgm:bulletEnabled val="1"/>
        </dgm:presLayoutVars>
      </dgm:prSet>
      <dgm:spPr>
        <a:xfrm rot="5400000">
          <a:off x="3084818" y="-2043650"/>
          <a:ext cx="964367" cy="5057995"/>
        </a:xfrm>
        <a:prstGeom prst="round2SameRect">
          <a:avLst/>
        </a:prstGeom>
      </dgm:spPr>
    </dgm:pt>
    <dgm:pt modelId="{8D0B4F26-23C9-412B-91A3-B07FDC6D58BE}" type="pres">
      <dgm:prSet presAssocID="{F4252B73-130D-4A6D-B474-345B28E5C18C}" presName="sp" presStyleCnt="0"/>
      <dgm:spPr/>
    </dgm:pt>
    <dgm:pt modelId="{35948899-5D9C-425C-B5ED-AD56D33316DE}" type="pres">
      <dgm:prSet presAssocID="{2CC28582-7F39-4FF2-BF26-B363ED352571}" presName="composite" presStyleCnt="0"/>
      <dgm:spPr/>
    </dgm:pt>
    <dgm:pt modelId="{B45AB4C6-407E-4C75-BA34-31DC8D5B56C8}" type="pres">
      <dgm:prSet presAssocID="{2CC28582-7F39-4FF2-BF26-B363ED352571}" presName="parentText" presStyleLbl="alignNode1" presStyleIdx="1" presStyleCnt="2" custLinFactNeighborX="-1958" custLinFactNeighborY="0">
        <dgm:presLayoutVars>
          <dgm:chMax val="1"/>
          <dgm:bulletEnabled val="1"/>
        </dgm:presLayoutVars>
      </dgm:prSet>
      <dgm:spPr>
        <a:xfrm rot="5400000">
          <a:off x="-222429" y="1512997"/>
          <a:ext cx="1482862" cy="1038004"/>
        </a:xfrm>
        <a:prstGeom prst="chevron">
          <a:avLst/>
        </a:prstGeom>
      </dgm:spPr>
    </dgm:pt>
    <dgm:pt modelId="{AFAD4190-35BC-4D95-A583-749F1F60ECFA}" type="pres">
      <dgm:prSet presAssocID="{2CC28582-7F39-4FF2-BF26-B363ED352571}" presName="descendantText" presStyleLbl="alignAcc1" presStyleIdx="1" presStyleCnt="2">
        <dgm:presLayoutVars>
          <dgm:bulletEnabled val="1"/>
        </dgm:presLayoutVars>
      </dgm:prSet>
      <dgm:spPr>
        <a:xfrm rot="5400000">
          <a:off x="3085071" y="-756498"/>
          <a:ext cx="963860" cy="5057995"/>
        </a:xfrm>
        <a:prstGeom prst="round2SameRect">
          <a:avLst/>
        </a:prstGeom>
      </dgm:spPr>
    </dgm:pt>
  </dgm:ptLst>
  <dgm:cxnLst>
    <dgm:cxn modelId="{515AD13B-3566-451F-BF74-392753D899BE}" type="presOf" srcId="{D3890ECB-9FCC-4FB2-B2B6-DB277EAA5641}" destId="{5BD25704-DC78-40F8-8004-09C120FEC988}" srcOrd="0" destOrd="0" presId="urn:microsoft.com/office/officeart/2005/8/layout/chevron2"/>
    <dgm:cxn modelId="{56A6523C-F687-430F-95C2-95A4AD01899E}" srcId="{201AB6BA-45CA-4966-9BD1-62089E9167B7}" destId="{D3890ECB-9FCC-4FB2-B2B6-DB277EAA5641}" srcOrd="0" destOrd="0" parTransId="{A861EAD0-CA9E-4D2E-9A7C-F3196E77852B}" sibTransId="{F4252B73-130D-4A6D-B474-345B28E5C18C}"/>
    <dgm:cxn modelId="{1567DB75-AB74-4D37-86BE-D5D169B096F2}" srcId="{201AB6BA-45CA-4966-9BD1-62089E9167B7}" destId="{2CC28582-7F39-4FF2-BF26-B363ED352571}" srcOrd="1" destOrd="0" parTransId="{7B04C79C-B0D4-4395-A86C-A80F8D154319}" sibTransId="{AAEE4E2C-1B66-4333-A489-800EE7C8CE78}"/>
    <dgm:cxn modelId="{6F0A6A58-DAC1-4AA8-B3E9-B9A7D6164D30}" type="presOf" srcId="{201AB6BA-45CA-4966-9BD1-62089E9167B7}" destId="{8467A44D-9F03-4140-904E-EC0FB36DB71C}" srcOrd="0" destOrd="0" presId="urn:microsoft.com/office/officeart/2005/8/layout/chevron2"/>
    <dgm:cxn modelId="{7175F8B1-A6ED-4094-AF81-60AD410C8D7D}" type="presOf" srcId="{47ED407F-3F8C-427D-B08D-3F0205B6D79D}" destId="{AFAD4190-35BC-4D95-A583-749F1F60ECFA}" srcOrd="0" destOrd="0" presId="urn:microsoft.com/office/officeart/2005/8/layout/chevron2"/>
    <dgm:cxn modelId="{156EACBC-7E30-4FDD-AEC6-26645D4A9338}" type="presOf" srcId="{2CC28582-7F39-4FF2-BF26-B363ED352571}" destId="{B45AB4C6-407E-4C75-BA34-31DC8D5B56C8}" srcOrd="0" destOrd="0" presId="urn:microsoft.com/office/officeart/2005/8/layout/chevron2"/>
    <dgm:cxn modelId="{298CB9ED-F3D5-4B26-AECD-FA0BA6270A66}" type="presOf" srcId="{A8334253-0A33-43D2-A962-43794652EA3E}" destId="{9CF16E56-7BB1-45E2-99FD-F8A87C626BF4}" srcOrd="0" destOrd="0" presId="urn:microsoft.com/office/officeart/2005/8/layout/chevron2"/>
    <dgm:cxn modelId="{E215BCED-CC98-47DB-B0FA-CE72E9D9E3FF}" srcId="{D3890ECB-9FCC-4FB2-B2B6-DB277EAA5641}" destId="{A8334253-0A33-43D2-A962-43794652EA3E}" srcOrd="0" destOrd="0" parTransId="{CA90AE07-EFB9-4AB1-90CB-8CBE7520B720}" sibTransId="{B5B480B2-1859-4814-85B0-890A2476855C}"/>
    <dgm:cxn modelId="{46AFE1F6-B17F-43EC-B860-09EA99EB29E3}" srcId="{2CC28582-7F39-4FF2-BF26-B363ED352571}" destId="{47ED407F-3F8C-427D-B08D-3F0205B6D79D}" srcOrd="0" destOrd="0" parTransId="{DFD0DB53-3BD3-4976-9BFC-E17371743C16}" sibTransId="{9FF650F4-C8F9-4DA9-B78C-B2CEB6135C97}"/>
    <dgm:cxn modelId="{BF292B5E-68EB-49AC-BBDC-24D03406AD38}" type="presParOf" srcId="{8467A44D-9F03-4140-904E-EC0FB36DB71C}" destId="{3052BE6A-67B9-47B8-A4EC-6C46C836B6F2}" srcOrd="0" destOrd="0" presId="urn:microsoft.com/office/officeart/2005/8/layout/chevron2"/>
    <dgm:cxn modelId="{2C27AE86-705E-4B08-B37C-0BBDB8E3B3E3}" type="presParOf" srcId="{3052BE6A-67B9-47B8-A4EC-6C46C836B6F2}" destId="{5BD25704-DC78-40F8-8004-09C120FEC988}" srcOrd="0" destOrd="0" presId="urn:microsoft.com/office/officeart/2005/8/layout/chevron2"/>
    <dgm:cxn modelId="{43B72005-73C7-4EE9-B8D6-5E74E98326DE}" type="presParOf" srcId="{3052BE6A-67B9-47B8-A4EC-6C46C836B6F2}" destId="{9CF16E56-7BB1-45E2-99FD-F8A87C626BF4}" srcOrd="1" destOrd="0" presId="urn:microsoft.com/office/officeart/2005/8/layout/chevron2"/>
    <dgm:cxn modelId="{39BFD306-98C3-434F-8D87-C8C823FB3AB6}" type="presParOf" srcId="{8467A44D-9F03-4140-904E-EC0FB36DB71C}" destId="{8D0B4F26-23C9-412B-91A3-B07FDC6D58BE}" srcOrd="1" destOrd="0" presId="urn:microsoft.com/office/officeart/2005/8/layout/chevron2"/>
    <dgm:cxn modelId="{F903EF47-C83A-4EA9-B5F7-FA79BB6EBB1F}" type="presParOf" srcId="{8467A44D-9F03-4140-904E-EC0FB36DB71C}" destId="{35948899-5D9C-425C-B5ED-AD56D33316DE}" srcOrd="2" destOrd="0" presId="urn:microsoft.com/office/officeart/2005/8/layout/chevron2"/>
    <dgm:cxn modelId="{A80BFB69-560B-4AF4-9400-E5D4D4156CC7}" type="presParOf" srcId="{35948899-5D9C-425C-B5ED-AD56D33316DE}" destId="{B45AB4C6-407E-4C75-BA34-31DC8D5B56C8}" srcOrd="0" destOrd="0" presId="urn:microsoft.com/office/officeart/2005/8/layout/chevron2"/>
    <dgm:cxn modelId="{74DDC52A-061D-4565-B2D9-C80BB7EE4AF1}" type="presParOf" srcId="{35948899-5D9C-425C-B5ED-AD56D33316DE}" destId="{AFAD4190-35BC-4D95-A583-749F1F60ECFA}" srcOrd="1" destOrd="0" presId="urn:microsoft.com/office/officeart/2005/8/layout/chevron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2" csCatId="colorful" phldr="1"/>
      <dgm:spPr/>
      <dgm:t>
        <a:bodyPr/>
        <a:lstStyle/>
        <a:p>
          <a:endParaRPr lang="zh-CN" altLang="en-US"/>
        </a:p>
      </dgm:t>
    </dgm:pt>
    <dgm:pt modelId="{D38F8097-3492-48E3-8D29-77F5D3C78601}">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gm:t>
    </dgm:pt>
    <dgm:pt modelId="{86B61D86-BDD8-43B1-A8D3-493601445979}" cxnId="{EBD553BD-A4C0-42D7-A0AD-C64845D1172B}" type="parTrans">
      <dgm:prSet/>
      <dgm:spPr/>
      <dgm:t>
        <a:bodyPr/>
        <a:lstStyle/>
        <a:p>
          <a:pPr algn="l"/>
          <a:endParaRPr lang="zh-CN" altLang="en-US" sz="3200" b="1">
            <a:solidFill>
              <a:schemeClr val="tx1"/>
            </a:solidFill>
          </a:endParaRPr>
        </a:p>
      </dgm:t>
    </dgm:pt>
    <dgm:pt modelId="{0863F6D8-F866-4B61-B9CB-812C788206CD}" cxnId="{EBD553BD-A4C0-42D7-A0AD-C64845D1172B}" type="sibTrans">
      <dgm:prSet/>
      <dgm:spPr/>
      <dgm:t>
        <a:bodyPr/>
        <a:lstStyle/>
        <a:p>
          <a:pPr algn="l"/>
          <a:endParaRPr lang="zh-CN" altLang="en-US" sz="3200" b="1">
            <a:solidFill>
              <a:schemeClr val="tx1"/>
            </a:solidFill>
          </a:endParaRPr>
        </a:p>
      </dgm:t>
    </dgm:pt>
    <dgm:pt modelId="{2FD5D591-ED9F-4B4E-9EA9-ED351F687FA6}">
      <dgm:prSet phldrT="[文本]" phldr="0" custT="1"/>
      <dgm:spPr>
        <a:solidFill>
          <a:srgbClr val="C00000"/>
        </a:solidFill>
        <a:ln w="12700" cap="flat" cmpd="sng" algn="ctr">
          <a:solidFill>
            <a:srgbClr val="C00000"/>
          </a:solidFill>
          <a:prstDash val="solid"/>
          <a:miter lim="800000"/>
        </a:ln>
        <a:effectLst/>
      </dgm:spPr>
      <dgm:t>
        <a:bodyPr vert="horz" wrap="square" lIns="558556" tIns="83820" rIns="83820" bIns="83820" numCol="1" spcCol="1270" anchor="ctr" anchorCtr="0"/>
        <a:p>
          <a:pPr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作业与作业调度</a:t>
          </a:r>
          <a:r>
            <a:rPr lang="zh-CN" altLang="en-US" sz="3200" b="1" kern="1200" dirty="0">
              <a:solidFill>
                <a:schemeClr val="bg1"/>
              </a:solidFill>
              <a:latin typeface="微软雅黑" panose="020B0503020204020204" pitchFamily="34" charset="-122"/>
              <a:ea typeface="微软雅黑" panose="020B0503020204020204" pitchFamily="34" charset="-122"/>
              <a:cs typeface="+mn-cs"/>
            </a:rPr>
            <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gm:t>
    </dgm:pt>
    <dgm:pt modelId="{256976CA-7BC7-44DA-9957-4C2E032B284B}" cxnId="{CE305A19-5E7F-4B08-A1E5-A51674C7CC54}" type="parTrans">
      <dgm:prSet/>
      <dgm:spPr/>
      <dgm:t>
        <a:bodyPr/>
        <a:lstStyle/>
        <a:p>
          <a:pPr algn="l"/>
          <a:endParaRPr lang="zh-CN" altLang="en-US" sz="3200"/>
        </a:p>
      </dgm:t>
    </dgm:pt>
    <dgm:pt modelId="{6E3348FD-A970-4BE4-8674-B59435D10EA9}" cxnId="{CE305A19-5E7F-4B08-A1E5-A51674C7CC54}" type="sibTrans">
      <dgm:prSet/>
      <dgm:spPr/>
      <dgm:t>
        <a:bodyPr/>
        <a:lstStyle/>
        <a:p>
          <a:pPr algn="l"/>
          <a:endParaRPr lang="zh-CN" altLang="en-US" sz="3200"/>
        </a:p>
      </dgm:t>
    </dgm:pt>
    <dgm:pt modelId="{2601F321-FC2A-416E-9230-1D7A5F4B0682}">
      <dgm:prSet phldrT="[文本]" phldr="0" custT="1"/>
      <dgm:spPr>
        <a:solidFill>
          <a:srgbClr val="C00000"/>
        </a:solidFill>
        <a:ln w="12700" cap="flat" cmpd="sng" algn="ctr">
          <a:solidFill>
            <a:srgbClr val="C00000"/>
          </a:solidFill>
          <a:prstDash val="solid"/>
          <a:miter lim="800000"/>
        </a:ln>
        <a:effectLst/>
      </dgm:spPr>
      <dgm:t>
        <a:bodyPr vert="horz" wrap="square" lIns="558556" tIns="83820" rIns="83820" bIns="83820" numCol="1" spcCol="1270" anchor="ctr" anchorCtr="0"/>
        <a:p>
          <a:pPr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进程调度</a:t>
          </a:r>
          <a:r>
            <a:rPr lang="zh-CN" altLang="en-US" sz="3200" b="1" kern="1200" dirty="0">
              <a:solidFill>
                <a:schemeClr val="bg1"/>
              </a:solidFill>
              <a:latin typeface="微软雅黑" panose="020B0503020204020204" pitchFamily="34" charset="-122"/>
              <a:ea typeface="微软雅黑" panose="020B0503020204020204" pitchFamily="34" charset="-122"/>
              <a:cs typeface="+mn-cs"/>
            </a:rPr>
            <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gm:t>
    </dgm:pt>
    <dgm:pt modelId="{D1F6170C-2A83-4B0F-987D-804F90740473}" cxnId="{11D7AE46-11DD-4747-A63C-8E1D1E7FD786}" type="parTrans">
      <dgm:prSet/>
      <dgm:spPr/>
      <dgm:t>
        <a:bodyPr/>
        <a:lstStyle/>
        <a:p>
          <a:pPr algn="l"/>
          <a:endParaRPr lang="zh-CN" altLang="en-US" sz="3200"/>
        </a:p>
      </dgm:t>
    </dgm:pt>
    <dgm:pt modelId="{0AAA44FF-71B3-4387-91CD-CA86BD254771}" cxnId="{11D7AE46-11DD-4747-A63C-8E1D1E7FD786}" type="sibTrans">
      <dgm:prSet/>
      <dgm:spPr/>
      <dgm:t>
        <a:bodyPr/>
        <a:lstStyle/>
        <a:p>
          <a:pPr algn="l"/>
          <a:endParaRPr lang="zh-CN" altLang="en-US" sz="3200"/>
        </a:p>
      </dgm:t>
    </dgm:pt>
    <dgm:pt modelId="{0F01D558-F852-4538-8DF5-FB80B525F43A}">
      <dgm:prSet phldrT="[文本]" phldr="0" custT="1"/>
      <dgm:spPr>
        <a:solidFill>
          <a:srgbClr val="C00000"/>
        </a:solidFill>
        <a:ln w="12700" cap="flat" cmpd="sng" algn="ctr">
          <a:solidFill>
            <a:srgbClr val="C00000"/>
          </a:solidFill>
          <a:prstDash val="solid"/>
          <a:miter lim="800000"/>
        </a:ln>
        <a:effectLst/>
      </dgm:spPr>
      <dgm:t>
        <a:bodyPr vert="horz" wrap="square" lIns="558556" tIns="83820" rIns="83820" bIns="83820" numCol="1" spcCol="1270" anchor="ctr" anchorCtr="0"/>
        <a:p>
          <a:pPr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实时调度</a:t>
          </a:r>
          <a:r>
            <a:rPr lang="zh-CN" altLang="en-US" sz="3200" b="1" kern="1200" dirty="0">
              <a:solidFill>
                <a:schemeClr val="bg1"/>
              </a:solidFill>
              <a:latin typeface="微软雅黑" panose="020B0503020204020204" pitchFamily="34" charset="-122"/>
              <a:ea typeface="微软雅黑" panose="020B0503020204020204" pitchFamily="34" charset="-122"/>
              <a:cs typeface="+mn-cs"/>
            </a:rPr>
            <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gm:t>
    </dgm:pt>
    <dgm:pt modelId="{FDD220AE-86EA-44D2-B025-E61FC05ACD22}" cxnId="{DD459C90-D506-45D4-877C-F78D820531B5}" type="parTrans">
      <dgm:prSet/>
      <dgm:spPr/>
      <dgm:t>
        <a:bodyPr/>
        <a:lstStyle/>
        <a:p>
          <a:pPr algn="l"/>
          <a:endParaRPr lang="zh-CN" altLang="en-US" sz="3200"/>
        </a:p>
      </dgm:t>
    </dgm:pt>
    <dgm:pt modelId="{9D65AAF4-E0C4-4A8D-BAA6-1C9C47E0DCFB}" cxnId="{DD459C90-D506-45D4-877C-F78D820531B5}" type="sibTrans">
      <dgm:prSet/>
      <dgm:spPr/>
      <dgm:t>
        <a:bodyPr/>
        <a:lstStyle/>
        <a:p>
          <a:pPr algn="l"/>
          <a:endParaRPr lang="zh-CN" altLang="en-US" sz="3200"/>
        </a:p>
      </dgm:t>
    </dgm:pt>
    <dgm:pt modelId="{DBF417F5-A43B-470F-B7DF-112770E755AC}">
      <dgm:prSet phldrT="[文本]" phldr="0" custT="1"/>
      <dgm:spPr>
        <a:noFill/>
        <a:ln w="12700" cap="flat" cmpd="sng" algn="ctr">
          <a:solidFill>
            <a:srgbClr val="C00000"/>
          </a:solidFill>
          <a:prstDash val="solid"/>
          <a:miter lim="800000"/>
        </a:ln>
        <a:effectLst/>
      </dgm:spPr>
      <dgm:t>
        <a:bodyPr vert="horz" wrap="square" lIns="558556" tIns="83820" rIns="83820" bIns="83820" numCol="1" spcCol="1270" anchor="ctr" anchorCtr="0" forceAA="0"/>
        <a:p>
          <a:pPr algn="l" defTabSz="1466850">
            <a:lnSpc>
              <a:spcPct val="90000"/>
            </a:lnSpc>
            <a:spcBef>
              <a:spcPct val="0"/>
            </a:spcBef>
            <a:spcAft>
              <a:spcPct val="35000"/>
            </a:spcAft>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死锁概述</a:t>
          </a:r>
          <a:r>
            <a:rPr lang="zh-CN" altLang="en-US" sz="3200" b="1" kern="1200" dirty="0">
              <a:solidFill>
                <a:srgbClr val="C00000"/>
              </a:solidFill>
              <a:latin typeface="微软雅黑" panose="020B0503020204020204" pitchFamily="34" charset="-122"/>
              <a:ea typeface="微软雅黑" panose="020B0503020204020204" pitchFamily="34" charset="-122"/>
              <a:cs typeface="+mn-cs"/>
            </a:rPr>
            <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256C397E-11FC-44DF-B010-7F4AA5C94BD1}" cxnId="{454D1FF0-DCC7-417F-91B2-B40D7964970B}" type="parTrans">
      <dgm:prSet/>
      <dgm:spPr/>
      <dgm:t>
        <a:bodyPr/>
        <a:lstStyle/>
        <a:p>
          <a:pPr algn="l"/>
          <a:endParaRPr lang="zh-CN" altLang="en-US" sz="3200"/>
        </a:p>
      </dgm:t>
    </dgm:pt>
    <dgm:pt modelId="{39DCCB44-C648-443A-8B6D-463160690D33}" cxnId="{454D1FF0-DCC7-417F-91B2-B40D7964970B}" type="sibTrans">
      <dgm:prSet/>
      <dgm:spPr/>
      <dgm:t>
        <a:bodyPr/>
        <a:lstStyle/>
        <a:p>
          <a:pPr algn="l"/>
          <a:endParaRPr lang="zh-CN" altLang="en-US" sz="3200"/>
        </a:p>
      </dgm:t>
    </dgm:pt>
    <dgm:pt modelId="{9EC864E3-92CF-4CF4-A6F1-5F7F13BF7622}">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预防死锁</a:t>
          </a:r>
        </a:p>
      </dgm:t>
    </dgm:pt>
    <dgm:pt modelId="{D26480F7-E7B4-4772-BCDC-FADE1196B00F}" cxnId="{ABB393AD-D40A-476D-B40C-0CC10CADD327}" type="parTrans">
      <dgm:prSet/>
      <dgm:spPr/>
      <dgm:t>
        <a:bodyPr/>
        <a:lstStyle/>
        <a:p>
          <a:pPr algn="l"/>
          <a:endParaRPr lang="zh-CN" altLang="en-US" sz="3200"/>
        </a:p>
      </dgm:t>
    </dgm:pt>
    <dgm:pt modelId="{30778EC5-09D4-4339-81A7-611F18EA80C8}" cxnId="{ABB393AD-D40A-476D-B40C-0CC10CADD327}" type="sibTrans">
      <dgm:prSet/>
      <dgm:spPr/>
      <dgm:t>
        <a:bodyPr/>
        <a:lstStyle/>
        <a:p>
          <a:pPr algn="l"/>
          <a:endParaRPr lang="zh-CN" altLang="en-US" sz="3200"/>
        </a:p>
      </dgm:t>
    </dgm:pt>
    <dgm:pt modelId="{A5656D50-9375-4CFD-87B8-4F45B9DAC31A}">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a:solidFill>
                <a:prstClr val="white"/>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dgm:t>
    </dgm:pt>
    <dgm:pt modelId="{77365364-D14C-452F-AA6D-09A46557C564}" cxnId="{A1B12EC7-EA5E-4316-8FCA-05FE0D3F36FB}" type="parTrans">
      <dgm:prSet/>
      <dgm:spPr/>
      <dgm:t>
        <a:bodyPr/>
        <a:lstStyle/>
        <a:p>
          <a:pPr algn="l"/>
          <a:endParaRPr lang="zh-CN" altLang="en-US" sz="3200"/>
        </a:p>
      </dgm:t>
    </dgm:pt>
    <dgm:pt modelId="{5DEE6EFB-B765-465C-B7ED-13DA2D4B1477}" cxnId="{A1B12EC7-EA5E-4316-8FCA-05FE0D3F36FB}" type="sibTrans">
      <dgm:prSet/>
      <dgm:spPr/>
      <dgm:t>
        <a:bodyPr/>
        <a:lstStyle/>
        <a:p>
          <a:pPr algn="l"/>
          <a:endParaRPr lang="zh-CN" altLang="en-US" sz="3200"/>
        </a:p>
      </dgm:t>
    </dgm:pt>
    <dgm:pt modelId="{01E2EC56-398B-44C6-A838-602B93E4EAF4}">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gm:t>
    </dgm:pt>
    <dgm:pt modelId="{226A195E-B5CA-41FD-BB89-6833E38833CA}" cxnId="{30569725-72AF-43B4-9D14-56FE0C119A99}" type="parTrans">
      <dgm:prSet/>
      <dgm:spPr/>
      <dgm:t>
        <a:bodyPr/>
        <a:lstStyle/>
        <a:p>
          <a:pPr algn="l"/>
          <a:endParaRPr lang="zh-CN" altLang="en-US" sz="3200"/>
        </a:p>
      </dgm:t>
    </dgm:pt>
    <dgm:pt modelId="{F941EEF9-03A3-4559-A44C-EAC294568635}" cxnId="{30569725-72AF-43B4-9D14-56FE0C119A99}" type="sibTrans">
      <dgm:prSet/>
      <dgm:spPr/>
      <dgm:t>
        <a:bodyPr/>
        <a:lstStyle/>
        <a:p>
          <a:pPr algn="l"/>
          <a:endParaRPr lang="zh-CN" altLang="en-US" sz="3200"/>
        </a:p>
      </dgm:t>
    </dgm:pt>
    <dgm:pt modelId="{CAF4CC0F-3782-4F8A-B74F-8D8B3539C608}" type="pres">
      <dgm:prSet presAssocID="{FD478015-E4AE-4E80-AF24-A2D21EDBC337}" presName="linear" presStyleCnt="0">
        <dgm:presLayoutVars>
          <dgm:animLvl val="lvl"/>
          <dgm:resizeHandles val="exact"/>
        </dgm:presLayoutVars>
      </dgm:prSet>
      <dgm:spPr/>
    </dgm:pt>
    <dgm:pt modelId="{FD9712FC-0FF5-4F80-B398-385425BE1969}" type="pres">
      <dgm:prSet presAssocID="{D38F8097-3492-48E3-8D29-77F5D3C78601}" presName="parentText" presStyleLbl="node1" presStyleIdx="0" presStyleCnt="8">
        <dgm:presLayoutVars>
          <dgm:chMax val="0"/>
          <dgm:bulletEnabled val="1"/>
        </dgm:presLayoutVars>
      </dgm:prSet>
      <dgm:spPr>
        <a:xfrm>
          <a:off x="0" y="2130"/>
          <a:ext cx="7335520" cy="693362"/>
        </a:xfrm>
        <a:prstGeom prst="roundRect">
          <a:avLst/>
        </a:prstGeom>
      </dgm:spPr>
    </dgm:pt>
    <dgm:pt modelId="{F6E538CC-247E-4859-8DEC-F7CC06D0625B}" type="pres">
      <dgm:prSet presAssocID="{0863F6D8-F866-4B61-B9CB-812C788206CD}" presName="spacer" presStyleCnt="0"/>
      <dgm:spPr/>
    </dgm:pt>
    <dgm:pt modelId="{8CF43773-04A0-4729-8EDB-578309FF0EB6}" type="pres">
      <dgm:prSet presAssocID="{2FD5D591-ED9F-4B4E-9EA9-ED351F687FA6}" presName="parentText" presStyleLbl="node1" presStyleIdx="1" presStyleCnt="8">
        <dgm:presLayoutVars>
          <dgm:chMax val="0"/>
          <dgm:bulletEnabled val="1"/>
        </dgm:presLayoutVars>
      </dgm:prSet>
      <dgm:spPr>
        <a:xfrm>
          <a:off x="0" y="705573"/>
          <a:ext cx="7335520" cy="693730"/>
        </a:xfrm>
        <a:prstGeom prst="roundRect">
          <a:avLst/>
        </a:prstGeom>
      </dgm:spPr>
    </dgm:pt>
    <dgm:pt modelId="{B7B37B62-7923-465E-93E1-6A01B30997F2}" type="pres">
      <dgm:prSet presAssocID="{6E3348FD-A970-4BE4-8674-B59435D10EA9}" presName="spacer" presStyleCnt="0"/>
      <dgm:spPr/>
    </dgm:pt>
    <dgm:pt modelId="{F4556F33-59E7-441A-82C4-303C07956E79}" type="pres">
      <dgm:prSet presAssocID="{2601F321-FC2A-416E-9230-1D7A5F4B0682}" presName="parentText" presStyleLbl="node1" presStyleIdx="2" presStyleCnt="8">
        <dgm:presLayoutVars>
          <dgm:chMax val="0"/>
          <dgm:bulletEnabled val="1"/>
        </dgm:presLayoutVars>
      </dgm:prSet>
      <dgm:spPr>
        <a:xfrm>
          <a:off x="0" y="1410146"/>
          <a:ext cx="7335520" cy="693730"/>
        </a:xfrm>
        <a:prstGeom prst="roundRect">
          <a:avLst/>
        </a:prstGeom>
      </dgm:spPr>
    </dgm:pt>
    <dgm:pt modelId="{54D569AF-415B-4ECD-AB70-57091ACA28E9}" type="pres">
      <dgm:prSet presAssocID="{0AAA44FF-71B3-4387-91CD-CA86BD254771}" presName="spacer" presStyleCnt="0"/>
      <dgm:spPr/>
    </dgm:pt>
    <dgm:pt modelId="{FBCB08D6-EA46-4D93-94F5-1B7AA18BD962}" type="pres">
      <dgm:prSet presAssocID="{0F01D558-F852-4538-8DF5-FB80B525F43A}" presName="parentText" presStyleLbl="node1" presStyleIdx="3" presStyleCnt="8">
        <dgm:presLayoutVars>
          <dgm:chMax val="0"/>
          <dgm:bulletEnabled val="1"/>
        </dgm:presLayoutVars>
      </dgm:prSet>
      <dgm:spPr>
        <a:xfrm>
          <a:off x="0" y="2114719"/>
          <a:ext cx="7335520" cy="693730"/>
        </a:xfrm>
        <a:prstGeom prst="roundRect">
          <a:avLst/>
        </a:prstGeom>
      </dgm:spPr>
    </dgm:pt>
    <dgm:pt modelId="{F2F6ED09-537A-42BD-A4DA-EFA1BCF6D8E3}" type="pres">
      <dgm:prSet presAssocID="{9D65AAF4-E0C4-4A8D-BAA6-1C9C47E0DCFB}" presName="spacer" presStyleCnt="0"/>
      <dgm:spPr/>
    </dgm:pt>
    <dgm:pt modelId="{FA78991A-8BDD-4871-A7C0-4B4AC8D0C058}" type="pres">
      <dgm:prSet presAssocID="{DBF417F5-A43B-470F-B7DF-112770E755AC}" presName="parentText" presStyleLbl="node1" presStyleIdx="4" presStyleCnt="8">
        <dgm:presLayoutVars>
          <dgm:chMax val="0"/>
          <dgm:bulletEnabled val="1"/>
        </dgm:presLayoutVars>
      </dgm:prSet>
      <dgm:spPr>
        <a:xfrm>
          <a:off x="0" y="2819292"/>
          <a:ext cx="7335520" cy="693730"/>
        </a:xfrm>
        <a:prstGeom prst="roundRect">
          <a:avLst/>
        </a:prstGeom>
      </dgm:spPr>
    </dgm:pt>
    <dgm:pt modelId="{4B616585-DB8F-418D-AF71-45BCAF0B0BB6}" type="pres">
      <dgm:prSet presAssocID="{39DCCB44-C648-443A-8B6D-463160690D33}" presName="spacer" presStyleCnt="0"/>
      <dgm:spPr/>
    </dgm:pt>
    <dgm:pt modelId="{9CADED39-099F-4E07-8F41-6B5938B71168}" type="pres">
      <dgm:prSet presAssocID="{9EC864E3-92CF-4CF4-A6F1-5F7F13BF7622}" presName="parentText" presStyleLbl="node1" presStyleIdx="5" presStyleCnt="8">
        <dgm:presLayoutVars>
          <dgm:chMax val="0"/>
          <dgm:bulletEnabled val="1"/>
        </dgm:presLayoutVars>
      </dgm:prSet>
      <dgm:spPr>
        <a:xfrm>
          <a:off x="0" y="3523864"/>
          <a:ext cx="7335520" cy="693730"/>
        </a:xfrm>
        <a:prstGeom prst="roundRect">
          <a:avLst/>
        </a:prstGeom>
      </dgm:spPr>
    </dgm:pt>
    <dgm:pt modelId="{948E7AB0-EEA5-4F3E-86F4-A562C9B8BFD9}" type="pres">
      <dgm:prSet presAssocID="{30778EC5-09D4-4339-81A7-611F18EA80C8}" presName="spacer" presStyleCnt="0"/>
      <dgm:spPr/>
    </dgm:pt>
    <dgm:pt modelId="{EEF8EFB9-A897-44C9-AFD5-4A7F06E01A25}" type="pres">
      <dgm:prSet presAssocID="{A5656D50-9375-4CFD-87B8-4F45B9DAC31A}" presName="parentText" presStyleLbl="node1" presStyleIdx="6" presStyleCnt="8">
        <dgm:presLayoutVars>
          <dgm:chMax val="0"/>
          <dgm:bulletEnabled val="1"/>
        </dgm:presLayoutVars>
      </dgm:prSet>
      <dgm:spPr>
        <a:xfrm>
          <a:off x="0" y="4228437"/>
          <a:ext cx="7335520" cy="693730"/>
        </a:xfrm>
        <a:prstGeom prst="roundRect">
          <a:avLst/>
        </a:prstGeom>
      </dgm:spPr>
    </dgm:pt>
    <dgm:pt modelId="{708F987A-043E-4CB3-AFBA-D2D234F8A47E}" type="pres">
      <dgm:prSet presAssocID="{5DEE6EFB-B765-465C-B7ED-13DA2D4B1477}" presName="spacer" presStyleCnt="0"/>
      <dgm:spPr/>
    </dgm:pt>
    <dgm:pt modelId="{77073944-EDE4-4181-8556-1037BCBAE601}" type="pres">
      <dgm:prSet presAssocID="{01E2EC56-398B-44C6-A838-602B93E4EAF4}" presName="parentText" presStyleLbl="node1" presStyleIdx="7" presStyleCnt="8">
        <dgm:presLayoutVars>
          <dgm:chMax val="0"/>
          <dgm:bulletEnabled val="1"/>
        </dgm:presLayoutVars>
      </dgm:prSet>
      <dgm:spPr>
        <a:xfrm>
          <a:off x="0" y="4933010"/>
          <a:ext cx="7335520" cy="693730"/>
        </a:xfrm>
        <a:prstGeom prst="roundRect">
          <a:avLst/>
        </a:prstGeom>
      </dgm:spPr>
    </dgm:pt>
  </dgm:ptLst>
  <dgm:cxnLst>
    <dgm:cxn modelId="{EBD553BD-A4C0-42D7-A0AD-C64845D1172B}" srcId="{FD478015-E4AE-4E80-AF24-A2D21EDBC337}" destId="{D38F8097-3492-48E3-8D29-77F5D3C78601}" srcOrd="0" destOrd="0" parTransId="{86B61D86-BDD8-43B1-A8D3-493601445979}" sibTransId="{0863F6D8-F866-4B61-B9CB-812C788206CD}"/>
    <dgm:cxn modelId="{CE305A19-5E7F-4B08-A1E5-A51674C7CC54}" srcId="{FD478015-E4AE-4E80-AF24-A2D21EDBC337}" destId="{2FD5D591-ED9F-4B4E-9EA9-ED351F687FA6}" srcOrd="1" destOrd="0" parTransId="{256976CA-7BC7-44DA-9957-4C2E032B284B}" sibTransId="{6E3348FD-A970-4BE4-8674-B59435D10EA9}"/>
    <dgm:cxn modelId="{11D7AE46-11DD-4747-A63C-8E1D1E7FD786}" srcId="{FD478015-E4AE-4E80-AF24-A2D21EDBC337}" destId="{2601F321-FC2A-416E-9230-1D7A5F4B0682}" srcOrd="2" destOrd="0" parTransId="{D1F6170C-2A83-4B0F-987D-804F90740473}" sibTransId="{0AAA44FF-71B3-4387-91CD-CA86BD254771}"/>
    <dgm:cxn modelId="{DD459C90-D506-45D4-877C-F78D820531B5}" srcId="{FD478015-E4AE-4E80-AF24-A2D21EDBC337}" destId="{0F01D558-F852-4538-8DF5-FB80B525F43A}" srcOrd="3" destOrd="0" parTransId="{FDD220AE-86EA-44D2-B025-E61FC05ACD22}" sibTransId="{9D65AAF4-E0C4-4A8D-BAA6-1C9C47E0DCFB}"/>
    <dgm:cxn modelId="{454D1FF0-DCC7-417F-91B2-B40D7964970B}" srcId="{FD478015-E4AE-4E80-AF24-A2D21EDBC337}" destId="{DBF417F5-A43B-470F-B7DF-112770E755AC}" srcOrd="4" destOrd="0" parTransId="{256C397E-11FC-44DF-B010-7F4AA5C94BD1}" sibTransId="{39DCCB44-C648-443A-8B6D-463160690D33}"/>
    <dgm:cxn modelId="{ABB393AD-D40A-476D-B40C-0CC10CADD327}" srcId="{FD478015-E4AE-4E80-AF24-A2D21EDBC337}" destId="{9EC864E3-92CF-4CF4-A6F1-5F7F13BF7622}" srcOrd="5" destOrd="0" parTransId="{D26480F7-E7B4-4772-BCDC-FADE1196B00F}" sibTransId="{30778EC5-09D4-4339-81A7-611F18EA80C8}"/>
    <dgm:cxn modelId="{A1B12EC7-EA5E-4316-8FCA-05FE0D3F36FB}" srcId="{FD478015-E4AE-4E80-AF24-A2D21EDBC337}" destId="{A5656D50-9375-4CFD-87B8-4F45B9DAC31A}" srcOrd="6" destOrd="0" parTransId="{77365364-D14C-452F-AA6D-09A46557C564}" sibTransId="{5DEE6EFB-B765-465C-B7ED-13DA2D4B1477}"/>
    <dgm:cxn modelId="{30569725-72AF-43B4-9D14-56FE0C119A99}" srcId="{FD478015-E4AE-4E80-AF24-A2D21EDBC337}" destId="{01E2EC56-398B-44C6-A838-602B93E4EAF4}" srcOrd="7" destOrd="0" parTransId="{226A195E-B5CA-41FD-BB89-6833E38833CA}" sibTransId="{F941EEF9-03A3-4559-A44C-EAC294568635}"/>
    <dgm:cxn modelId="{133EF3EC-B368-4C21-B15C-2FCFBC38BC0C}" type="presOf" srcId="{FD478015-E4AE-4E80-AF24-A2D21EDBC337}" destId="{CAF4CC0F-3782-4F8A-B74F-8D8B3539C608}" srcOrd="0" destOrd="0" presId="urn:microsoft.com/office/officeart/2005/8/layout/vList2#3"/>
    <dgm:cxn modelId="{505298F0-DDB6-4CAB-B111-9DBAA0C27C61}" type="presParOf" srcId="{CAF4CC0F-3782-4F8A-B74F-8D8B3539C608}" destId="{FD9712FC-0FF5-4F80-B398-385425BE1969}" srcOrd="0" destOrd="0" presId="urn:microsoft.com/office/officeart/2005/8/layout/vList2#3"/>
    <dgm:cxn modelId="{BBCF5991-BF3D-4030-8525-FE115D203EB1}" type="presOf" srcId="{D38F8097-3492-48E3-8D29-77F5D3C78601}" destId="{FD9712FC-0FF5-4F80-B398-385425BE1969}" srcOrd="0" destOrd="0" presId="urn:microsoft.com/office/officeart/2005/8/layout/vList2#3"/>
    <dgm:cxn modelId="{16370F24-347A-4F39-AB7D-905C9232DE54}" type="presParOf" srcId="{CAF4CC0F-3782-4F8A-B74F-8D8B3539C608}" destId="{F6E538CC-247E-4859-8DEC-F7CC06D0625B}" srcOrd="1" destOrd="0" presId="urn:microsoft.com/office/officeart/2005/8/layout/vList2#3"/>
    <dgm:cxn modelId="{1CC936E7-386A-4686-A090-7AFD7575F5F6}" type="presParOf" srcId="{CAF4CC0F-3782-4F8A-B74F-8D8B3539C608}" destId="{8CF43773-04A0-4729-8EDB-578309FF0EB6}" srcOrd="2" destOrd="0" presId="urn:microsoft.com/office/officeart/2005/8/layout/vList2#3"/>
    <dgm:cxn modelId="{200BDE34-1777-4280-9704-A7148567AA5B}" type="presOf" srcId="{2FD5D591-ED9F-4B4E-9EA9-ED351F687FA6}" destId="{8CF43773-04A0-4729-8EDB-578309FF0EB6}" srcOrd="0" destOrd="0" presId="urn:microsoft.com/office/officeart/2005/8/layout/vList2#3"/>
    <dgm:cxn modelId="{7CE5C41C-8EBE-475B-8311-95F23408DBA5}" type="presParOf" srcId="{CAF4CC0F-3782-4F8A-B74F-8D8B3539C608}" destId="{B7B37B62-7923-465E-93E1-6A01B30997F2}" srcOrd="3" destOrd="0" presId="urn:microsoft.com/office/officeart/2005/8/layout/vList2#3"/>
    <dgm:cxn modelId="{EB0D267F-02C0-44A0-9F7D-E5B90F117EB8}" type="presParOf" srcId="{CAF4CC0F-3782-4F8A-B74F-8D8B3539C608}" destId="{F4556F33-59E7-441A-82C4-303C07956E79}" srcOrd="4" destOrd="0" presId="urn:microsoft.com/office/officeart/2005/8/layout/vList2#3"/>
    <dgm:cxn modelId="{7989E44F-1E4C-488A-B644-3FA991AC265B}" type="presOf" srcId="{2601F321-FC2A-416E-9230-1D7A5F4B0682}" destId="{F4556F33-59E7-441A-82C4-303C07956E79}" srcOrd="0" destOrd="0" presId="urn:microsoft.com/office/officeart/2005/8/layout/vList2#3"/>
    <dgm:cxn modelId="{F25B9336-D509-4F6D-9FB3-8F9634F57CF2}" type="presParOf" srcId="{CAF4CC0F-3782-4F8A-B74F-8D8B3539C608}" destId="{54D569AF-415B-4ECD-AB70-57091ACA28E9}" srcOrd="5" destOrd="0" presId="urn:microsoft.com/office/officeart/2005/8/layout/vList2#3"/>
    <dgm:cxn modelId="{380C3EC1-7D75-4A18-B727-C72955E7FED7}" type="presParOf" srcId="{CAF4CC0F-3782-4F8A-B74F-8D8B3539C608}" destId="{FBCB08D6-EA46-4D93-94F5-1B7AA18BD962}" srcOrd="6" destOrd="0" presId="urn:microsoft.com/office/officeart/2005/8/layout/vList2#3"/>
    <dgm:cxn modelId="{F2B0F14F-0973-4A62-AE62-2F610D757B9C}" type="presOf" srcId="{0F01D558-F852-4538-8DF5-FB80B525F43A}" destId="{FBCB08D6-EA46-4D93-94F5-1B7AA18BD962}" srcOrd="0" destOrd="0" presId="urn:microsoft.com/office/officeart/2005/8/layout/vList2#3"/>
    <dgm:cxn modelId="{5658DA40-7148-4D47-9894-F0C08DC0A37A}" type="presParOf" srcId="{CAF4CC0F-3782-4F8A-B74F-8D8B3539C608}" destId="{F2F6ED09-537A-42BD-A4DA-EFA1BCF6D8E3}" srcOrd="7" destOrd="0" presId="urn:microsoft.com/office/officeart/2005/8/layout/vList2#3"/>
    <dgm:cxn modelId="{2AD89BF4-A011-4610-B833-2C4920505E52}" type="presParOf" srcId="{CAF4CC0F-3782-4F8A-B74F-8D8B3539C608}" destId="{FA78991A-8BDD-4871-A7C0-4B4AC8D0C058}" srcOrd="8" destOrd="0" presId="urn:microsoft.com/office/officeart/2005/8/layout/vList2#3"/>
    <dgm:cxn modelId="{AE48F4D4-46FF-4472-95A5-26DE47AAE7D2}" type="presOf" srcId="{DBF417F5-A43B-470F-B7DF-112770E755AC}" destId="{FA78991A-8BDD-4871-A7C0-4B4AC8D0C058}" srcOrd="0" destOrd="0" presId="urn:microsoft.com/office/officeart/2005/8/layout/vList2#3"/>
    <dgm:cxn modelId="{7CFC55D3-CF95-4486-AA27-A589BEBE9ED6}" type="presParOf" srcId="{CAF4CC0F-3782-4F8A-B74F-8D8B3539C608}" destId="{4B616585-DB8F-418D-AF71-45BCAF0B0BB6}" srcOrd="9" destOrd="0" presId="urn:microsoft.com/office/officeart/2005/8/layout/vList2#3"/>
    <dgm:cxn modelId="{268F9149-1B10-4EAB-A85F-0E70A61BB2AD}" type="presParOf" srcId="{CAF4CC0F-3782-4F8A-B74F-8D8B3539C608}" destId="{9CADED39-099F-4E07-8F41-6B5938B71168}" srcOrd="10" destOrd="0" presId="urn:microsoft.com/office/officeart/2005/8/layout/vList2#3"/>
    <dgm:cxn modelId="{2405D143-E532-4D35-920E-55C5CE97694F}" type="presOf" srcId="{9EC864E3-92CF-4CF4-A6F1-5F7F13BF7622}" destId="{9CADED39-099F-4E07-8F41-6B5938B71168}" srcOrd="0" destOrd="0" presId="urn:microsoft.com/office/officeart/2005/8/layout/vList2#3"/>
    <dgm:cxn modelId="{9633849A-B502-49C7-A83B-D1CA823B2FFC}" type="presParOf" srcId="{CAF4CC0F-3782-4F8A-B74F-8D8B3539C608}" destId="{948E7AB0-EEA5-4F3E-86F4-A562C9B8BFD9}" srcOrd="11" destOrd="0" presId="urn:microsoft.com/office/officeart/2005/8/layout/vList2#3"/>
    <dgm:cxn modelId="{C6287B6B-2DEA-419A-941A-94834B0464CE}" type="presParOf" srcId="{CAF4CC0F-3782-4F8A-B74F-8D8B3539C608}" destId="{EEF8EFB9-A897-44C9-AFD5-4A7F06E01A25}" srcOrd="12" destOrd="0" presId="urn:microsoft.com/office/officeart/2005/8/layout/vList2#3"/>
    <dgm:cxn modelId="{82CDB82B-C23F-4B35-9A46-9BAF0EE91F81}" type="presOf" srcId="{A5656D50-9375-4CFD-87B8-4F45B9DAC31A}" destId="{EEF8EFB9-A897-44C9-AFD5-4A7F06E01A25}" srcOrd="0" destOrd="0" presId="urn:microsoft.com/office/officeart/2005/8/layout/vList2#3"/>
    <dgm:cxn modelId="{EDF5F2D3-974B-4657-ACAB-3DEBEF4DDD7B}" type="presParOf" srcId="{CAF4CC0F-3782-4F8A-B74F-8D8B3539C608}" destId="{708F987A-043E-4CB3-AFBA-D2D234F8A47E}" srcOrd="13" destOrd="0" presId="urn:microsoft.com/office/officeart/2005/8/layout/vList2#3"/>
    <dgm:cxn modelId="{1EAB527D-A8BF-4FA7-AB00-F81D7CAFEF73}" type="presParOf" srcId="{CAF4CC0F-3782-4F8A-B74F-8D8B3539C608}" destId="{77073944-EDE4-4181-8556-1037BCBAE601}" srcOrd="14" destOrd="0" presId="urn:microsoft.com/office/officeart/2005/8/layout/vList2#3"/>
    <dgm:cxn modelId="{789D0270-677A-4D13-BE0F-D598CE30C1AF}" type="presOf" srcId="{01E2EC56-398B-44C6-A838-602B93E4EAF4}" destId="{77073944-EDE4-4181-8556-1037BCBAE601}" srcOrd="0" destOrd="0" presId="urn:microsoft.com/office/officeart/2005/8/layout/vList2#3"/>
  </dgm:cxnLst>
  <dgm:bg>
    <a:noFill/>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2" csCatId="colorful" phldr="1"/>
      <dgm:spPr/>
      <dgm:t>
        <a:bodyPr/>
        <a:lstStyle/>
        <a:p>
          <a:endParaRPr lang="zh-CN" altLang="en-US"/>
        </a:p>
      </dgm:t>
    </dgm:pt>
    <dgm:pt modelId="{D38F8097-3492-48E3-8D29-77F5D3C78601}">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gm:t>
    </dgm:pt>
    <dgm:pt modelId="{86B61D86-BDD8-43B1-A8D3-493601445979}" cxnId="{147A72C4-6168-4101-B1FD-61048F7AC260}" type="parTrans">
      <dgm:prSet/>
      <dgm:spPr/>
      <dgm:t>
        <a:bodyPr/>
        <a:lstStyle/>
        <a:p>
          <a:pPr algn="l"/>
          <a:endParaRPr lang="zh-CN" altLang="en-US" sz="3200" b="1">
            <a:solidFill>
              <a:schemeClr val="tx1"/>
            </a:solidFill>
          </a:endParaRPr>
        </a:p>
      </dgm:t>
    </dgm:pt>
    <dgm:pt modelId="{0863F6D8-F866-4B61-B9CB-812C788206CD}" cxnId="{147A72C4-6168-4101-B1FD-61048F7AC260}" type="sibTrans">
      <dgm:prSet/>
      <dgm:spPr/>
      <dgm:t>
        <a:bodyPr/>
        <a:lstStyle/>
        <a:p>
          <a:pPr algn="l"/>
          <a:endParaRPr lang="zh-CN" altLang="en-US" sz="3200" b="1">
            <a:solidFill>
              <a:schemeClr val="tx1"/>
            </a:solidFill>
          </a:endParaRPr>
        </a:p>
      </dgm:t>
    </dgm:pt>
    <dgm:pt modelId="{2FD5D591-ED9F-4B4E-9EA9-ED351F687FA6}">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作业与作业调度</a:t>
          </a:r>
        </a:p>
      </dgm:t>
    </dgm:pt>
    <dgm:pt modelId="{256976CA-7BC7-44DA-9957-4C2E032B284B}" cxnId="{8362C546-DEB9-44F2-B686-420210061514}" type="parTrans">
      <dgm:prSet/>
      <dgm:spPr/>
      <dgm:t>
        <a:bodyPr/>
        <a:lstStyle/>
        <a:p>
          <a:pPr algn="l"/>
          <a:endParaRPr lang="zh-CN" altLang="en-US" sz="3200"/>
        </a:p>
      </dgm:t>
    </dgm:pt>
    <dgm:pt modelId="{6E3348FD-A970-4BE4-8674-B59435D10EA9}" cxnId="{8362C546-DEB9-44F2-B686-420210061514}" type="sibTrans">
      <dgm:prSet/>
      <dgm:spPr/>
      <dgm:t>
        <a:bodyPr/>
        <a:lstStyle/>
        <a:p>
          <a:pPr algn="l"/>
          <a:endParaRPr lang="zh-CN" altLang="en-US" sz="3200"/>
        </a:p>
      </dgm:t>
    </dgm:pt>
    <dgm:pt modelId="{2601F321-FC2A-416E-9230-1D7A5F4B0682}">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进程调度</a:t>
          </a:r>
        </a:p>
      </dgm:t>
    </dgm:pt>
    <dgm:pt modelId="{D1F6170C-2A83-4B0F-987D-804F90740473}" cxnId="{402AB1B5-866E-4F75-A656-C826AB141AB6}" type="parTrans">
      <dgm:prSet/>
      <dgm:spPr/>
      <dgm:t>
        <a:bodyPr/>
        <a:lstStyle/>
        <a:p>
          <a:pPr algn="l"/>
          <a:endParaRPr lang="zh-CN" altLang="en-US" sz="3200"/>
        </a:p>
      </dgm:t>
    </dgm:pt>
    <dgm:pt modelId="{0AAA44FF-71B3-4387-91CD-CA86BD254771}" cxnId="{402AB1B5-866E-4F75-A656-C826AB141AB6}" type="sibTrans">
      <dgm:prSet/>
      <dgm:spPr/>
      <dgm:t>
        <a:bodyPr/>
        <a:lstStyle/>
        <a:p>
          <a:pPr algn="l"/>
          <a:endParaRPr lang="zh-CN" altLang="en-US" sz="3200"/>
        </a:p>
      </dgm:t>
    </dgm:pt>
    <dgm:pt modelId="{0F01D558-F852-4538-8DF5-FB80B525F43A}">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实时调度</a:t>
          </a:r>
        </a:p>
      </dgm:t>
    </dgm:pt>
    <dgm:pt modelId="{FDD220AE-86EA-44D2-B025-E61FC05ACD22}" cxnId="{2C701233-0412-41E2-90FE-A8581B0B0008}" type="parTrans">
      <dgm:prSet/>
      <dgm:spPr/>
      <dgm:t>
        <a:bodyPr/>
        <a:lstStyle/>
        <a:p>
          <a:pPr algn="l"/>
          <a:endParaRPr lang="zh-CN" altLang="en-US" sz="3200"/>
        </a:p>
      </dgm:t>
    </dgm:pt>
    <dgm:pt modelId="{9D65AAF4-E0C4-4A8D-BAA6-1C9C47E0DCFB}" cxnId="{2C701233-0412-41E2-90FE-A8581B0B0008}" type="sibTrans">
      <dgm:prSet/>
      <dgm:spPr/>
      <dgm:t>
        <a:bodyPr/>
        <a:lstStyle/>
        <a:p>
          <a:pPr algn="l"/>
          <a:endParaRPr lang="zh-CN" altLang="en-US" sz="3200"/>
        </a:p>
      </dgm:t>
    </dgm:pt>
    <dgm:pt modelId="{DBF417F5-A43B-470F-B7DF-112770E755AC}">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死锁概述</a:t>
          </a:r>
        </a:p>
      </dgm:t>
    </dgm:pt>
    <dgm:pt modelId="{256C397E-11FC-44DF-B010-7F4AA5C94BD1}" cxnId="{0E4B614C-42EE-4D06-9F10-E55C7BE5AD30}" type="parTrans">
      <dgm:prSet/>
      <dgm:spPr/>
      <dgm:t>
        <a:bodyPr/>
        <a:lstStyle/>
        <a:p>
          <a:pPr algn="l"/>
          <a:endParaRPr lang="zh-CN" altLang="en-US" sz="3200"/>
        </a:p>
      </dgm:t>
    </dgm:pt>
    <dgm:pt modelId="{39DCCB44-C648-443A-8B6D-463160690D33}" cxnId="{0E4B614C-42EE-4D06-9F10-E55C7BE5AD30}" type="sibTrans">
      <dgm:prSet/>
      <dgm:spPr/>
      <dgm:t>
        <a:bodyPr/>
        <a:lstStyle/>
        <a:p>
          <a:pPr algn="l"/>
          <a:endParaRPr lang="zh-CN" altLang="en-US" sz="3200"/>
        </a:p>
      </dgm:t>
    </dgm:pt>
    <dgm:pt modelId="{9EC864E3-92CF-4CF4-A6F1-5F7F13BF7622}">
      <dgm:prSet phldrT="[文本]" custT="1"/>
      <dgm:spPr>
        <a:solidFill>
          <a:prstClr val="white"/>
        </a:solidFill>
        <a:ln w="12700" cap="flat" cmpd="sng" algn="ctr">
          <a:solidFill>
            <a:srgbClr val="C00000"/>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预防死锁</a:t>
          </a:r>
        </a:p>
      </dgm:t>
    </dgm:pt>
    <dgm:pt modelId="{D26480F7-E7B4-4772-BCDC-FADE1196B00F}" cxnId="{A88E314A-7209-445B-85CF-668C5A8A2454}" type="parTrans">
      <dgm:prSet/>
      <dgm:spPr/>
      <dgm:t>
        <a:bodyPr/>
        <a:lstStyle/>
        <a:p>
          <a:pPr algn="l"/>
          <a:endParaRPr lang="zh-CN" altLang="en-US" sz="3200"/>
        </a:p>
      </dgm:t>
    </dgm:pt>
    <dgm:pt modelId="{30778EC5-09D4-4339-81A7-611F18EA80C8}" cxnId="{A88E314A-7209-445B-85CF-668C5A8A2454}" type="sibTrans">
      <dgm:prSet/>
      <dgm:spPr/>
      <dgm:t>
        <a:bodyPr/>
        <a:lstStyle/>
        <a:p>
          <a:pPr algn="l"/>
          <a:endParaRPr lang="zh-CN" altLang="en-US" sz="3200"/>
        </a:p>
      </dgm:t>
    </dgm:pt>
    <dgm:pt modelId="{A5656D50-9375-4CFD-87B8-4F45B9DAC31A}">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a:solidFill>
                <a:prstClr val="white"/>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dgm:t>
    </dgm:pt>
    <dgm:pt modelId="{77365364-D14C-452F-AA6D-09A46557C564}" cxnId="{196E94CB-4FFE-4428-8A35-7D61442736E7}" type="parTrans">
      <dgm:prSet/>
      <dgm:spPr/>
      <dgm:t>
        <a:bodyPr/>
        <a:lstStyle/>
        <a:p>
          <a:pPr algn="l"/>
          <a:endParaRPr lang="zh-CN" altLang="en-US" sz="3200"/>
        </a:p>
      </dgm:t>
    </dgm:pt>
    <dgm:pt modelId="{5DEE6EFB-B765-465C-B7ED-13DA2D4B1477}" cxnId="{196E94CB-4FFE-4428-8A35-7D61442736E7}" type="sibTrans">
      <dgm:prSet/>
      <dgm:spPr/>
      <dgm:t>
        <a:bodyPr/>
        <a:lstStyle/>
        <a:p>
          <a:pPr algn="l"/>
          <a:endParaRPr lang="zh-CN" altLang="en-US" sz="3200"/>
        </a:p>
      </dgm:t>
    </dgm:pt>
    <dgm:pt modelId="{01E2EC56-398B-44C6-A838-602B93E4EAF4}">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gm:t>
    </dgm:pt>
    <dgm:pt modelId="{226A195E-B5CA-41FD-BB89-6833E38833CA}" cxnId="{605819BB-692B-45F5-98C5-5F15BC0B3C37}" type="parTrans">
      <dgm:prSet/>
      <dgm:spPr/>
      <dgm:t>
        <a:bodyPr/>
        <a:lstStyle/>
        <a:p>
          <a:pPr algn="l"/>
          <a:endParaRPr lang="zh-CN" altLang="en-US" sz="3200"/>
        </a:p>
      </dgm:t>
    </dgm:pt>
    <dgm:pt modelId="{F941EEF9-03A3-4559-A44C-EAC294568635}" cxnId="{605819BB-692B-45F5-98C5-5F15BC0B3C37}" type="sibTrans">
      <dgm:prSet/>
      <dgm:spPr/>
      <dgm:t>
        <a:bodyPr/>
        <a:lstStyle/>
        <a:p>
          <a:pPr algn="l"/>
          <a:endParaRPr lang="zh-CN" altLang="en-US" sz="3200"/>
        </a:p>
      </dgm:t>
    </dgm:pt>
    <dgm:pt modelId="{CAF4CC0F-3782-4F8A-B74F-8D8B3539C608}" type="pres">
      <dgm:prSet presAssocID="{FD478015-E4AE-4E80-AF24-A2D21EDBC337}" presName="linear" presStyleCnt="0">
        <dgm:presLayoutVars>
          <dgm:animLvl val="lvl"/>
          <dgm:resizeHandles val="exact"/>
        </dgm:presLayoutVars>
      </dgm:prSet>
      <dgm:spPr/>
    </dgm:pt>
    <dgm:pt modelId="{FD9712FC-0FF5-4F80-B398-385425BE1969}" type="pres">
      <dgm:prSet presAssocID="{D38F8097-3492-48E3-8D29-77F5D3C78601}" presName="parentText" presStyleLbl="node1" presStyleIdx="0" presStyleCnt="8">
        <dgm:presLayoutVars>
          <dgm:chMax val="0"/>
          <dgm:bulletEnabled val="1"/>
        </dgm:presLayoutVars>
      </dgm:prSet>
      <dgm:spPr>
        <a:xfrm>
          <a:off x="0" y="2130"/>
          <a:ext cx="7335520" cy="693362"/>
        </a:xfrm>
        <a:prstGeom prst="roundRect">
          <a:avLst/>
        </a:prstGeom>
      </dgm:spPr>
    </dgm:pt>
    <dgm:pt modelId="{F6E538CC-247E-4859-8DEC-F7CC06D0625B}" type="pres">
      <dgm:prSet presAssocID="{0863F6D8-F866-4B61-B9CB-812C788206CD}" presName="spacer" presStyleCnt="0"/>
      <dgm:spPr/>
    </dgm:pt>
    <dgm:pt modelId="{8CF43773-04A0-4729-8EDB-578309FF0EB6}" type="pres">
      <dgm:prSet presAssocID="{2FD5D591-ED9F-4B4E-9EA9-ED351F687FA6}" presName="parentText" presStyleLbl="node1" presStyleIdx="1" presStyleCnt="8">
        <dgm:presLayoutVars>
          <dgm:chMax val="0"/>
          <dgm:bulletEnabled val="1"/>
        </dgm:presLayoutVars>
      </dgm:prSet>
      <dgm:spPr>
        <a:xfrm>
          <a:off x="0" y="705573"/>
          <a:ext cx="7335520" cy="693730"/>
        </a:xfrm>
        <a:prstGeom prst="roundRect">
          <a:avLst/>
        </a:prstGeom>
      </dgm:spPr>
    </dgm:pt>
    <dgm:pt modelId="{B7B37B62-7923-465E-93E1-6A01B30997F2}" type="pres">
      <dgm:prSet presAssocID="{6E3348FD-A970-4BE4-8674-B59435D10EA9}" presName="spacer" presStyleCnt="0"/>
      <dgm:spPr/>
    </dgm:pt>
    <dgm:pt modelId="{F4556F33-59E7-441A-82C4-303C07956E79}" type="pres">
      <dgm:prSet presAssocID="{2601F321-FC2A-416E-9230-1D7A5F4B0682}" presName="parentText" presStyleLbl="node1" presStyleIdx="2" presStyleCnt="8">
        <dgm:presLayoutVars>
          <dgm:chMax val="0"/>
          <dgm:bulletEnabled val="1"/>
        </dgm:presLayoutVars>
      </dgm:prSet>
      <dgm:spPr>
        <a:xfrm>
          <a:off x="0" y="1410146"/>
          <a:ext cx="7335520" cy="693730"/>
        </a:xfrm>
        <a:prstGeom prst="roundRect">
          <a:avLst/>
        </a:prstGeom>
      </dgm:spPr>
    </dgm:pt>
    <dgm:pt modelId="{54D569AF-415B-4ECD-AB70-57091ACA28E9}" type="pres">
      <dgm:prSet presAssocID="{0AAA44FF-71B3-4387-91CD-CA86BD254771}" presName="spacer" presStyleCnt="0"/>
      <dgm:spPr/>
    </dgm:pt>
    <dgm:pt modelId="{FBCB08D6-EA46-4D93-94F5-1B7AA18BD962}" type="pres">
      <dgm:prSet presAssocID="{0F01D558-F852-4538-8DF5-FB80B525F43A}" presName="parentText" presStyleLbl="node1" presStyleIdx="3" presStyleCnt="8">
        <dgm:presLayoutVars>
          <dgm:chMax val="0"/>
          <dgm:bulletEnabled val="1"/>
        </dgm:presLayoutVars>
      </dgm:prSet>
      <dgm:spPr>
        <a:xfrm>
          <a:off x="0" y="2114719"/>
          <a:ext cx="7335520" cy="693730"/>
        </a:xfrm>
        <a:prstGeom prst="roundRect">
          <a:avLst/>
        </a:prstGeom>
      </dgm:spPr>
    </dgm:pt>
    <dgm:pt modelId="{F2F6ED09-537A-42BD-A4DA-EFA1BCF6D8E3}" type="pres">
      <dgm:prSet presAssocID="{9D65AAF4-E0C4-4A8D-BAA6-1C9C47E0DCFB}" presName="spacer" presStyleCnt="0"/>
      <dgm:spPr/>
    </dgm:pt>
    <dgm:pt modelId="{FA78991A-8BDD-4871-A7C0-4B4AC8D0C058}" type="pres">
      <dgm:prSet presAssocID="{DBF417F5-A43B-470F-B7DF-112770E755AC}" presName="parentText" presStyleLbl="node1" presStyleIdx="4" presStyleCnt="8">
        <dgm:presLayoutVars>
          <dgm:chMax val="0"/>
          <dgm:bulletEnabled val="1"/>
        </dgm:presLayoutVars>
      </dgm:prSet>
      <dgm:spPr>
        <a:xfrm>
          <a:off x="0" y="2819292"/>
          <a:ext cx="7335520" cy="693730"/>
        </a:xfrm>
        <a:prstGeom prst="roundRect">
          <a:avLst/>
        </a:prstGeom>
      </dgm:spPr>
    </dgm:pt>
    <dgm:pt modelId="{4B616585-DB8F-418D-AF71-45BCAF0B0BB6}" type="pres">
      <dgm:prSet presAssocID="{39DCCB44-C648-443A-8B6D-463160690D33}" presName="spacer" presStyleCnt="0"/>
      <dgm:spPr/>
    </dgm:pt>
    <dgm:pt modelId="{9CADED39-099F-4E07-8F41-6B5938B71168}" type="pres">
      <dgm:prSet presAssocID="{9EC864E3-92CF-4CF4-A6F1-5F7F13BF7622}" presName="parentText" presStyleLbl="node1" presStyleIdx="5" presStyleCnt="8">
        <dgm:presLayoutVars>
          <dgm:chMax val="0"/>
          <dgm:bulletEnabled val="1"/>
        </dgm:presLayoutVars>
      </dgm:prSet>
      <dgm:spPr>
        <a:xfrm>
          <a:off x="0" y="3526164"/>
          <a:ext cx="7335520" cy="691031"/>
        </a:xfrm>
        <a:prstGeom prst="roundRect">
          <a:avLst/>
        </a:prstGeom>
      </dgm:spPr>
    </dgm:pt>
    <dgm:pt modelId="{948E7AB0-EEA5-4F3E-86F4-A562C9B8BFD9}" type="pres">
      <dgm:prSet presAssocID="{30778EC5-09D4-4339-81A7-611F18EA80C8}" presName="spacer" presStyleCnt="0"/>
      <dgm:spPr/>
    </dgm:pt>
    <dgm:pt modelId="{EEF8EFB9-A897-44C9-AFD5-4A7F06E01A25}" type="pres">
      <dgm:prSet presAssocID="{A5656D50-9375-4CFD-87B8-4F45B9DAC31A}" presName="parentText" presStyleLbl="node1" presStyleIdx="6" presStyleCnt="8">
        <dgm:presLayoutVars>
          <dgm:chMax val="0"/>
          <dgm:bulletEnabled val="1"/>
        </dgm:presLayoutVars>
      </dgm:prSet>
      <dgm:spPr>
        <a:xfrm>
          <a:off x="0" y="4228437"/>
          <a:ext cx="7335520" cy="693730"/>
        </a:xfrm>
        <a:prstGeom prst="roundRect">
          <a:avLst/>
        </a:prstGeom>
      </dgm:spPr>
    </dgm:pt>
    <dgm:pt modelId="{708F987A-043E-4CB3-AFBA-D2D234F8A47E}" type="pres">
      <dgm:prSet presAssocID="{5DEE6EFB-B765-465C-B7ED-13DA2D4B1477}" presName="spacer" presStyleCnt="0"/>
      <dgm:spPr/>
    </dgm:pt>
    <dgm:pt modelId="{77073944-EDE4-4181-8556-1037BCBAE601}" type="pres">
      <dgm:prSet presAssocID="{01E2EC56-398B-44C6-A838-602B93E4EAF4}" presName="parentText" presStyleLbl="node1" presStyleIdx="7" presStyleCnt="8">
        <dgm:presLayoutVars>
          <dgm:chMax val="0"/>
          <dgm:bulletEnabled val="1"/>
        </dgm:presLayoutVars>
      </dgm:prSet>
      <dgm:spPr>
        <a:xfrm>
          <a:off x="0" y="4933010"/>
          <a:ext cx="7335520" cy="693730"/>
        </a:xfrm>
        <a:prstGeom prst="roundRect">
          <a:avLst/>
        </a:prstGeom>
      </dgm:spPr>
    </dgm:pt>
  </dgm:ptLst>
  <dgm:cxnLst>
    <dgm:cxn modelId="{DC2F262A-2D21-4390-8666-B5DE25916309}" type="presOf" srcId="{A5656D50-9375-4CFD-87B8-4F45B9DAC31A}" destId="{EEF8EFB9-A897-44C9-AFD5-4A7F06E01A25}" srcOrd="0" destOrd="0" presId="urn:microsoft.com/office/officeart/2005/8/layout/vList2#3"/>
    <dgm:cxn modelId="{A3182430-FFE4-4C23-B806-3CDA084267E8}" type="presOf" srcId="{2FD5D591-ED9F-4B4E-9EA9-ED351F687FA6}" destId="{8CF43773-04A0-4729-8EDB-578309FF0EB6}" srcOrd="0" destOrd="0" presId="urn:microsoft.com/office/officeart/2005/8/layout/vList2#3"/>
    <dgm:cxn modelId="{2C701233-0412-41E2-90FE-A8581B0B0008}" srcId="{FD478015-E4AE-4E80-AF24-A2D21EDBC337}" destId="{0F01D558-F852-4538-8DF5-FB80B525F43A}" srcOrd="3" destOrd="0" parTransId="{FDD220AE-86EA-44D2-B025-E61FC05ACD22}" sibTransId="{9D65AAF4-E0C4-4A8D-BAA6-1C9C47E0DCFB}"/>
    <dgm:cxn modelId="{8362C546-DEB9-44F2-B686-420210061514}" srcId="{FD478015-E4AE-4E80-AF24-A2D21EDBC337}" destId="{2FD5D591-ED9F-4B4E-9EA9-ED351F687FA6}" srcOrd="1" destOrd="0" parTransId="{256976CA-7BC7-44DA-9957-4C2E032B284B}" sibTransId="{6E3348FD-A970-4BE4-8674-B59435D10EA9}"/>
    <dgm:cxn modelId="{A88E314A-7209-445B-85CF-668C5A8A2454}" srcId="{FD478015-E4AE-4E80-AF24-A2D21EDBC337}" destId="{9EC864E3-92CF-4CF4-A6F1-5F7F13BF7622}" srcOrd="5" destOrd="0" parTransId="{D26480F7-E7B4-4772-BCDC-FADE1196B00F}" sibTransId="{30778EC5-09D4-4339-81A7-611F18EA80C8}"/>
    <dgm:cxn modelId="{0E4B614C-42EE-4D06-9F10-E55C7BE5AD30}" srcId="{FD478015-E4AE-4E80-AF24-A2D21EDBC337}" destId="{DBF417F5-A43B-470F-B7DF-112770E755AC}" srcOrd="4" destOrd="0" parTransId="{256C397E-11FC-44DF-B010-7F4AA5C94BD1}" sibTransId="{39DCCB44-C648-443A-8B6D-463160690D33}"/>
    <dgm:cxn modelId="{8BF6D36D-6E87-4F28-9439-8736367C5B88}" type="presOf" srcId="{9EC864E3-92CF-4CF4-A6F1-5F7F13BF7622}" destId="{9CADED39-099F-4E07-8F41-6B5938B71168}" srcOrd="0" destOrd="0" presId="urn:microsoft.com/office/officeart/2005/8/layout/vList2#3"/>
    <dgm:cxn modelId="{9FC53656-9638-4F06-9C04-B491E25CE36A}" type="presOf" srcId="{DBF417F5-A43B-470F-B7DF-112770E755AC}" destId="{FA78991A-8BDD-4871-A7C0-4B4AC8D0C058}" srcOrd="0" destOrd="0" presId="urn:microsoft.com/office/officeart/2005/8/layout/vList2#3"/>
    <dgm:cxn modelId="{402AB1B5-866E-4F75-A656-C826AB141AB6}" srcId="{FD478015-E4AE-4E80-AF24-A2D21EDBC337}" destId="{2601F321-FC2A-416E-9230-1D7A5F4B0682}" srcOrd="2" destOrd="0" parTransId="{D1F6170C-2A83-4B0F-987D-804F90740473}" sibTransId="{0AAA44FF-71B3-4387-91CD-CA86BD254771}"/>
    <dgm:cxn modelId="{3ADCC5B9-88ED-4003-A595-DD335C3C24F8}" type="presOf" srcId="{01E2EC56-398B-44C6-A838-602B93E4EAF4}" destId="{77073944-EDE4-4181-8556-1037BCBAE601}" srcOrd="0" destOrd="0" presId="urn:microsoft.com/office/officeart/2005/8/layout/vList2#3"/>
    <dgm:cxn modelId="{605819BB-692B-45F5-98C5-5F15BC0B3C37}" srcId="{FD478015-E4AE-4E80-AF24-A2D21EDBC337}" destId="{01E2EC56-398B-44C6-A838-602B93E4EAF4}" srcOrd="7" destOrd="0" parTransId="{226A195E-B5CA-41FD-BB89-6833E38833CA}" sibTransId="{F941EEF9-03A3-4559-A44C-EAC294568635}"/>
    <dgm:cxn modelId="{1B1C5DBB-7600-4413-8610-830CC47E1FC6}" type="presOf" srcId="{FD478015-E4AE-4E80-AF24-A2D21EDBC337}" destId="{CAF4CC0F-3782-4F8A-B74F-8D8B3539C608}" srcOrd="0" destOrd="0" presId="urn:microsoft.com/office/officeart/2005/8/layout/vList2#3"/>
    <dgm:cxn modelId="{147A72C4-6168-4101-B1FD-61048F7AC260}" srcId="{FD478015-E4AE-4E80-AF24-A2D21EDBC337}" destId="{D38F8097-3492-48E3-8D29-77F5D3C78601}" srcOrd="0" destOrd="0" parTransId="{86B61D86-BDD8-43B1-A8D3-493601445979}" sibTransId="{0863F6D8-F866-4B61-B9CB-812C788206CD}"/>
    <dgm:cxn modelId="{0F4680C5-BD6E-4952-9B42-3BED33919167}" type="presOf" srcId="{2601F321-FC2A-416E-9230-1D7A5F4B0682}" destId="{F4556F33-59E7-441A-82C4-303C07956E79}" srcOrd="0" destOrd="0" presId="urn:microsoft.com/office/officeart/2005/8/layout/vList2#3"/>
    <dgm:cxn modelId="{196E94CB-4FFE-4428-8A35-7D61442736E7}" srcId="{FD478015-E4AE-4E80-AF24-A2D21EDBC337}" destId="{A5656D50-9375-4CFD-87B8-4F45B9DAC31A}" srcOrd="6" destOrd="0" parTransId="{77365364-D14C-452F-AA6D-09A46557C564}" sibTransId="{5DEE6EFB-B765-465C-B7ED-13DA2D4B1477}"/>
    <dgm:cxn modelId="{349C38E3-BA42-4F0D-809D-615685A049A8}" type="presOf" srcId="{0F01D558-F852-4538-8DF5-FB80B525F43A}" destId="{FBCB08D6-EA46-4D93-94F5-1B7AA18BD962}" srcOrd="0" destOrd="0" presId="urn:microsoft.com/office/officeart/2005/8/layout/vList2#3"/>
    <dgm:cxn modelId="{2A903CE5-3582-467D-BC8E-818C1E5C751D}" type="presOf" srcId="{D38F8097-3492-48E3-8D29-77F5D3C78601}" destId="{FD9712FC-0FF5-4F80-B398-385425BE1969}" srcOrd="0" destOrd="0" presId="urn:microsoft.com/office/officeart/2005/8/layout/vList2#3"/>
    <dgm:cxn modelId="{13D9CCB9-D470-485F-83EF-CD32032D70C6}" type="presParOf" srcId="{CAF4CC0F-3782-4F8A-B74F-8D8B3539C608}" destId="{FD9712FC-0FF5-4F80-B398-385425BE1969}" srcOrd="0" destOrd="0" presId="urn:microsoft.com/office/officeart/2005/8/layout/vList2#3"/>
    <dgm:cxn modelId="{464F861E-20F8-4BDB-8D8F-1966FF16E245}" type="presParOf" srcId="{CAF4CC0F-3782-4F8A-B74F-8D8B3539C608}" destId="{F6E538CC-247E-4859-8DEC-F7CC06D0625B}" srcOrd="1" destOrd="0" presId="urn:microsoft.com/office/officeart/2005/8/layout/vList2#3"/>
    <dgm:cxn modelId="{B4F4B536-ACA8-414C-96B0-72F45B87838C}" type="presParOf" srcId="{CAF4CC0F-3782-4F8A-B74F-8D8B3539C608}" destId="{8CF43773-04A0-4729-8EDB-578309FF0EB6}" srcOrd="2" destOrd="0" presId="urn:microsoft.com/office/officeart/2005/8/layout/vList2#3"/>
    <dgm:cxn modelId="{9014AB81-DD1D-453E-89CA-49A806277A9E}" type="presParOf" srcId="{CAF4CC0F-3782-4F8A-B74F-8D8B3539C608}" destId="{B7B37B62-7923-465E-93E1-6A01B30997F2}" srcOrd="3" destOrd="0" presId="urn:microsoft.com/office/officeart/2005/8/layout/vList2#3"/>
    <dgm:cxn modelId="{B34EA185-2B30-446F-8AB2-60E39C974182}" type="presParOf" srcId="{CAF4CC0F-3782-4F8A-B74F-8D8B3539C608}" destId="{F4556F33-59E7-441A-82C4-303C07956E79}" srcOrd="4" destOrd="0" presId="urn:microsoft.com/office/officeart/2005/8/layout/vList2#3"/>
    <dgm:cxn modelId="{B23FC60A-8074-45BD-9805-9F0411E55B8D}" type="presParOf" srcId="{CAF4CC0F-3782-4F8A-B74F-8D8B3539C608}" destId="{54D569AF-415B-4ECD-AB70-57091ACA28E9}" srcOrd="5" destOrd="0" presId="urn:microsoft.com/office/officeart/2005/8/layout/vList2#3"/>
    <dgm:cxn modelId="{366858C9-61AB-4482-9AB3-D402473903EE}" type="presParOf" srcId="{CAF4CC0F-3782-4F8A-B74F-8D8B3539C608}" destId="{FBCB08D6-EA46-4D93-94F5-1B7AA18BD962}" srcOrd="6" destOrd="0" presId="urn:microsoft.com/office/officeart/2005/8/layout/vList2#3"/>
    <dgm:cxn modelId="{D9D2AE71-C3D3-4F35-8AA3-04253371B63E}" type="presParOf" srcId="{CAF4CC0F-3782-4F8A-B74F-8D8B3539C608}" destId="{F2F6ED09-537A-42BD-A4DA-EFA1BCF6D8E3}" srcOrd="7" destOrd="0" presId="urn:microsoft.com/office/officeart/2005/8/layout/vList2#3"/>
    <dgm:cxn modelId="{919FDBC4-8D89-4501-BB72-38EC705A3A5A}" type="presParOf" srcId="{CAF4CC0F-3782-4F8A-B74F-8D8B3539C608}" destId="{FA78991A-8BDD-4871-A7C0-4B4AC8D0C058}" srcOrd="8" destOrd="0" presId="urn:microsoft.com/office/officeart/2005/8/layout/vList2#3"/>
    <dgm:cxn modelId="{3844E125-AC74-4F2A-AC6C-8018E110DEEC}" type="presParOf" srcId="{CAF4CC0F-3782-4F8A-B74F-8D8B3539C608}" destId="{4B616585-DB8F-418D-AF71-45BCAF0B0BB6}" srcOrd="9" destOrd="0" presId="urn:microsoft.com/office/officeart/2005/8/layout/vList2#3"/>
    <dgm:cxn modelId="{27004CD3-4EA6-4904-B203-1D072A8C75EE}" type="presParOf" srcId="{CAF4CC0F-3782-4F8A-B74F-8D8B3539C608}" destId="{9CADED39-099F-4E07-8F41-6B5938B71168}" srcOrd="10" destOrd="0" presId="urn:microsoft.com/office/officeart/2005/8/layout/vList2#3"/>
    <dgm:cxn modelId="{D0C63540-7006-4E55-87F2-375AD53DB7C7}" type="presParOf" srcId="{CAF4CC0F-3782-4F8A-B74F-8D8B3539C608}" destId="{948E7AB0-EEA5-4F3E-86F4-A562C9B8BFD9}" srcOrd="11" destOrd="0" presId="urn:microsoft.com/office/officeart/2005/8/layout/vList2#3"/>
    <dgm:cxn modelId="{D877E8C3-5EE5-4E42-B8EC-8039A32C641C}" type="presParOf" srcId="{CAF4CC0F-3782-4F8A-B74F-8D8B3539C608}" destId="{EEF8EFB9-A897-44C9-AFD5-4A7F06E01A25}" srcOrd="12" destOrd="0" presId="urn:microsoft.com/office/officeart/2005/8/layout/vList2#3"/>
    <dgm:cxn modelId="{77E8F43E-5629-43B7-9C2F-974BAAB4F37F}" type="presParOf" srcId="{CAF4CC0F-3782-4F8A-B74F-8D8B3539C608}" destId="{708F987A-043E-4CB3-AFBA-D2D234F8A47E}" srcOrd="13" destOrd="0" presId="urn:microsoft.com/office/officeart/2005/8/layout/vList2#3"/>
    <dgm:cxn modelId="{3861CC41-36A3-49C8-96C0-DECDD8417B81}" type="presParOf" srcId="{CAF4CC0F-3782-4F8A-B74F-8D8B3539C608}" destId="{77073944-EDE4-4181-8556-1037BCBAE601}" srcOrd="14" destOrd="0" presId="urn:microsoft.com/office/officeart/2005/8/layout/vList2#3"/>
  </dgm:cxnLst>
  <dgm:bg>
    <a:noFill/>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2" csCatId="colorful" phldr="1"/>
      <dgm:spPr/>
      <dgm:t>
        <a:bodyPr/>
        <a:lstStyle/>
        <a:p>
          <a:endParaRPr lang="zh-CN" altLang="en-US"/>
        </a:p>
      </dgm:t>
    </dgm:pt>
    <dgm:pt modelId="{D38F8097-3492-48E3-8D29-77F5D3C78601}">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gm:t>
    </dgm:pt>
    <dgm:pt modelId="{86B61D86-BDD8-43B1-A8D3-493601445979}" cxnId="{147A72C4-6168-4101-B1FD-61048F7AC260}" type="parTrans">
      <dgm:prSet/>
      <dgm:spPr/>
      <dgm:t>
        <a:bodyPr/>
        <a:lstStyle/>
        <a:p>
          <a:pPr algn="l"/>
          <a:endParaRPr lang="zh-CN" altLang="en-US" sz="3200" b="1">
            <a:solidFill>
              <a:schemeClr val="tx1"/>
            </a:solidFill>
          </a:endParaRPr>
        </a:p>
      </dgm:t>
    </dgm:pt>
    <dgm:pt modelId="{0863F6D8-F866-4B61-B9CB-812C788206CD}" cxnId="{147A72C4-6168-4101-B1FD-61048F7AC260}" type="sibTrans">
      <dgm:prSet/>
      <dgm:spPr/>
      <dgm:t>
        <a:bodyPr/>
        <a:lstStyle/>
        <a:p>
          <a:pPr algn="l"/>
          <a:endParaRPr lang="zh-CN" altLang="en-US" sz="3200" b="1">
            <a:solidFill>
              <a:schemeClr val="tx1"/>
            </a:solidFill>
          </a:endParaRPr>
        </a:p>
      </dgm:t>
    </dgm:pt>
    <dgm:pt modelId="{2FD5D591-ED9F-4B4E-9EA9-ED351F687FA6}">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作业与作业调度</a:t>
          </a:r>
        </a:p>
      </dgm:t>
    </dgm:pt>
    <dgm:pt modelId="{256976CA-7BC7-44DA-9957-4C2E032B284B}" cxnId="{8362C546-DEB9-44F2-B686-420210061514}" type="parTrans">
      <dgm:prSet/>
      <dgm:spPr/>
      <dgm:t>
        <a:bodyPr/>
        <a:lstStyle/>
        <a:p>
          <a:pPr algn="l"/>
          <a:endParaRPr lang="zh-CN" altLang="en-US" sz="3200"/>
        </a:p>
      </dgm:t>
    </dgm:pt>
    <dgm:pt modelId="{6E3348FD-A970-4BE4-8674-B59435D10EA9}" cxnId="{8362C546-DEB9-44F2-B686-420210061514}" type="sibTrans">
      <dgm:prSet/>
      <dgm:spPr/>
      <dgm:t>
        <a:bodyPr/>
        <a:lstStyle/>
        <a:p>
          <a:pPr algn="l"/>
          <a:endParaRPr lang="zh-CN" altLang="en-US" sz="3200"/>
        </a:p>
      </dgm:t>
    </dgm:pt>
    <dgm:pt modelId="{2601F321-FC2A-416E-9230-1D7A5F4B0682}">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进程调度</a:t>
          </a:r>
        </a:p>
      </dgm:t>
    </dgm:pt>
    <dgm:pt modelId="{D1F6170C-2A83-4B0F-987D-804F90740473}" cxnId="{402AB1B5-866E-4F75-A656-C826AB141AB6}" type="parTrans">
      <dgm:prSet/>
      <dgm:spPr/>
      <dgm:t>
        <a:bodyPr/>
        <a:lstStyle/>
        <a:p>
          <a:pPr algn="l"/>
          <a:endParaRPr lang="zh-CN" altLang="en-US" sz="3200"/>
        </a:p>
      </dgm:t>
    </dgm:pt>
    <dgm:pt modelId="{0AAA44FF-71B3-4387-91CD-CA86BD254771}" cxnId="{402AB1B5-866E-4F75-A656-C826AB141AB6}" type="sibTrans">
      <dgm:prSet/>
      <dgm:spPr/>
      <dgm:t>
        <a:bodyPr/>
        <a:lstStyle/>
        <a:p>
          <a:pPr algn="l"/>
          <a:endParaRPr lang="zh-CN" altLang="en-US" sz="3200"/>
        </a:p>
      </dgm:t>
    </dgm:pt>
    <dgm:pt modelId="{0F01D558-F852-4538-8DF5-FB80B525F43A}">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实时调度</a:t>
          </a:r>
        </a:p>
      </dgm:t>
    </dgm:pt>
    <dgm:pt modelId="{FDD220AE-86EA-44D2-B025-E61FC05ACD22}" cxnId="{2C701233-0412-41E2-90FE-A8581B0B0008}" type="parTrans">
      <dgm:prSet/>
      <dgm:spPr/>
      <dgm:t>
        <a:bodyPr/>
        <a:lstStyle/>
        <a:p>
          <a:pPr algn="l"/>
          <a:endParaRPr lang="zh-CN" altLang="en-US" sz="3200"/>
        </a:p>
      </dgm:t>
    </dgm:pt>
    <dgm:pt modelId="{9D65AAF4-E0C4-4A8D-BAA6-1C9C47E0DCFB}" cxnId="{2C701233-0412-41E2-90FE-A8581B0B0008}" type="sibTrans">
      <dgm:prSet/>
      <dgm:spPr/>
      <dgm:t>
        <a:bodyPr/>
        <a:lstStyle/>
        <a:p>
          <a:pPr algn="l"/>
          <a:endParaRPr lang="zh-CN" altLang="en-US" sz="3200"/>
        </a:p>
      </dgm:t>
    </dgm:pt>
    <dgm:pt modelId="{DBF417F5-A43B-470F-B7DF-112770E755AC}">
      <dgm:prSet phldrT="[文本]" custT="1"/>
      <dgm:spPr>
        <a:solidFill>
          <a:prstClr val="white"/>
        </a:solidFill>
        <a:ln w="12700" cap="flat" cmpd="sng" algn="ctr">
          <a:solidFill>
            <a:srgbClr val="C00000"/>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死锁概述</a:t>
          </a:r>
        </a:p>
      </dgm:t>
    </dgm:pt>
    <dgm:pt modelId="{256C397E-11FC-44DF-B010-7F4AA5C94BD1}" cxnId="{0E4B614C-42EE-4D06-9F10-E55C7BE5AD30}" type="parTrans">
      <dgm:prSet/>
      <dgm:spPr/>
      <dgm:t>
        <a:bodyPr/>
        <a:lstStyle/>
        <a:p>
          <a:pPr algn="l"/>
          <a:endParaRPr lang="zh-CN" altLang="en-US" sz="3200"/>
        </a:p>
      </dgm:t>
    </dgm:pt>
    <dgm:pt modelId="{39DCCB44-C648-443A-8B6D-463160690D33}" cxnId="{0E4B614C-42EE-4D06-9F10-E55C7BE5AD30}" type="sibTrans">
      <dgm:prSet/>
      <dgm:spPr/>
      <dgm:t>
        <a:bodyPr/>
        <a:lstStyle/>
        <a:p>
          <a:pPr algn="l"/>
          <a:endParaRPr lang="zh-CN" altLang="en-US" sz="3200"/>
        </a:p>
      </dgm:t>
    </dgm:pt>
    <dgm:pt modelId="{9EC864E3-92CF-4CF4-A6F1-5F7F13BF7622}">
      <dgm:prSet phldrT="[文本]" custT="1"/>
      <dgm:spPr>
        <a:solidFill>
          <a:prstClr val="white"/>
        </a:solidFill>
        <a:ln w="12700" cap="flat" cmpd="sng" algn="ctr">
          <a:solidFill>
            <a:srgbClr val="C00000"/>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预防死锁</a:t>
          </a:r>
        </a:p>
      </dgm:t>
    </dgm:pt>
    <dgm:pt modelId="{D26480F7-E7B4-4772-BCDC-FADE1196B00F}" cxnId="{A88E314A-7209-445B-85CF-668C5A8A2454}" type="parTrans">
      <dgm:prSet/>
      <dgm:spPr/>
      <dgm:t>
        <a:bodyPr/>
        <a:lstStyle/>
        <a:p>
          <a:pPr algn="l"/>
          <a:endParaRPr lang="zh-CN" altLang="en-US" sz="3200"/>
        </a:p>
      </dgm:t>
    </dgm:pt>
    <dgm:pt modelId="{30778EC5-09D4-4339-81A7-611F18EA80C8}" cxnId="{A88E314A-7209-445B-85CF-668C5A8A2454}" type="sibTrans">
      <dgm:prSet/>
      <dgm:spPr/>
      <dgm:t>
        <a:bodyPr/>
        <a:lstStyle/>
        <a:p>
          <a:pPr algn="l"/>
          <a:endParaRPr lang="zh-CN" altLang="en-US" sz="3200"/>
        </a:p>
      </dgm:t>
    </dgm:pt>
    <dgm:pt modelId="{A5656D50-9375-4CFD-87B8-4F45B9DAC31A}">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a:solidFill>
                <a:prstClr val="white"/>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dgm:t>
    </dgm:pt>
    <dgm:pt modelId="{77365364-D14C-452F-AA6D-09A46557C564}" cxnId="{196E94CB-4FFE-4428-8A35-7D61442736E7}" type="parTrans">
      <dgm:prSet/>
      <dgm:spPr/>
      <dgm:t>
        <a:bodyPr/>
        <a:lstStyle/>
        <a:p>
          <a:pPr algn="l"/>
          <a:endParaRPr lang="zh-CN" altLang="en-US" sz="3200"/>
        </a:p>
      </dgm:t>
    </dgm:pt>
    <dgm:pt modelId="{5DEE6EFB-B765-465C-B7ED-13DA2D4B1477}" cxnId="{196E94CB-4FFE-4428-8A35-7D61442736E7}" type="sibTrans">
      <dgm:prSet/>
      <dgm:spPr/>
      <dgm:t>
        <a:bodyPr/>
        <a:lstStyle/>
        <a:p>
          <a:pPr algn="l"/>
          <a:endParaRPr lang="zh-CN" altLang="en-US" sz="3200"/>
        </a:p>
      </dgm:t>
    </dgm:pt>
    <dgm:pt modelId="{01E2EC56-398B-44C6-A838-602B93E4EAF4}">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gm:t>
    </dgm:pt>
    <dgm:pt modelId="{226A195E-B5CA-41FD-BB89-6833E38833CA}" cxnId="{605819BB-692B-45F5-98C5-5F15BC0B3C37}" type="parTrans">
      <dgm:prSet/>
      <dgm:spPr/>
      <dgm:t>
        <a:bodyPr/>
        <a:lstStyle/>
        <a:p>
          <a:pPr algn="l"/>
          <a:endParaRPr lang="zh-CN" altLang="en-US" sz="3200"/>
        </a:p>
      </dgm:t>
    </dgm:pt>
    <dgm:pt modelId="{F941EEF9-03A3-4559-A44C-EAC294568635}" cxnId="{605819BB-692B-45F5-98C5-5F15BC0B3C37}" type="sibTrans">
      <dgm:prSet/>
      <dgm:spPr/>
      <dgm:t>
        <a:bodyPr/>
        <a:lstStyle/>
        <a:p>
          <a:pPr algn="l"/>
          <a:endParaRPr lang="zh-CN" altLang="en-US" sz="3200"/>
        </a:p>
      </dgm:t>
    </dgm:pt>
    <dgm:pt modelId="{CAF4CC0F-3782-4F8A-B74F-8D8B3539C608}" type="pres">
      <dgm:prSet presAssocID="{FD478015-E4AE-4E80-AF24-A2D21EDBC337}" presName="linear" presStyleCnt="0">
        <dgm:presLayoutVars>
          <dgm:animLvl val="lvl"/>
          <dgm:resizeHandles val="exact"/>
        </dgm:presLayoutVars>
      </dgm:prSet>
      <dgm:spPr/>
    </dgm:pt>
    <dgm:pt modelId="{FD9712FC-0FF5-4F80-B398-385425BE1969}" type="pres">
      <dgm:prSet presAssocID="{D38F8097-3492-48E3-8D29-77F5D3C78601}" presName="parentText" presStyleLbl="node1" presStyleIdx="0" presStyleCnt="8">
        <dgm:presLayoutVars>
          <dgm:chMax val="0"/>
          <dgm:bulletEnabled val="1"/>
        </dgm:presLayoutVars>
      </dgm:prSet>
      <dgm:spPr>
        <a:xfrm>
          <a:off x="0" y="2130"/>
          <a:ext cx="7335520" cy="693362"/>
        </a:xfrm>
        <a:prstGeom prst="roundRect">
          <a:avLst/>
        </a:prstGeom>
      </dgm:spPr>
    </dgm:pt>
    <dgm:pt modelId="{F6E538CC-247E-4859-8DEC-F7CC06D0625B}" type="pres">
      <dgm:prSet presAssocID="{0863F6D8-F866-4B61-B9CB-812C788206CD}" presName="spacer" presStyleCnt="0"/>
      <dgm:spPr/>
    </dgm:pt>
    <dgm:pt modelId="{8CF43773-04A0-4729-8EDB-578309FF0EB6}" type="pres">
      <dgm:prSet presAssocID="{2FD5D591-ED9F-4B4E-9EA9-ED351F687FA6}" presName="parentText" presStyleLbl="node1" presStyleIdx="1" presStyleCnt="8">
        <dgm:presLayoutVars>
          <dgm:chMax val="0"/>
          <dgm:bulletEnabled val="1"/>
        </dgm:presLayoutVars>
      </dgm:prSet>
      <dgm:spPr>
        <a:xfrm>
          <a:off x="0" y="705573"/>
          <a:ext cx="7335520" cy="693730"/>
        </a:xfrm>
        <a:prstGeom prst="roundRect">
          <a:avLst/>
        </a:prstGeom>
      </dgm:spPr>
    </dgm:pt>
    <dgm:pt modelId="{B7B37B62-7923-465E-93E1-6A01B30997F2}" type="pres">
      <dgm:prSet presAssocID="{6E3348FD-A970-4BE4-8674-B59435D10EA9}" presName="spacer" presStyleCnt="0"/>
      <dgm:spPr/>
    </dgm:pt>
    <dgm:pt modelId="{F4556F33-59E7-441A-82C4-303C07956E79}" type="pres">
      <dgm:prSet presAssocID="{2601F321-FC2A-416E-9230-1D7A5F4B0682}" presName="parentText" presStyleLbl="node1" presStyleIdx="2" presStyleCnt="8">
        <dgm:presLayoutVars>
          <dgm:chMax val="0"/>
          <dgm:bulletEnabled val="1"/>
        </dgm:presLayoutVars>
      </dgm:prSet>
      <dgm:spPr>
        <a:xfrm>
          <a:off x="0" y="1410146"/>
          <a:ext cx="7335520" cy="693730"/>
        </a:xfrm>
        <a:prstGeom prst="roundRect">
          <a:avLst/>
        </a:prstGeom>
      </dgm:spPr>
    </dgm:pt>
    <dgm:pt modelId="{54D569AF-415B-4ECD-AB70-57091ACA28E9}" type="pres">
      <dgm:prSet presAssocID="{0AAA44FF-71B3-4387-91CD-CA86BD254771}" presName="spacer" presStyleCnt="0"/>
      <dgm:spPr/>
    </dgm:pt>
    <dgm:pt modelId="{FBCB08D6-EA46-4D93-94F5-1B7AA18BD962}" type="pres">
      <dgm:prSet presAssocID="{0F01D558-F852-4538-8DF5-FB80B525F43A}" presName="parentText" presStyleLbl="node1" presStyleIdx="3" presStyleCnt="8">
        <dgm:presLayoutVars>
          <dgm:chMax val="0"/>
          <dgm:bulletEnabled val="1"/>
        </dgm:presLayoutVars>
      </dgm:prSet>
      <dgm:spPr>
        <a:xfrm>
          <a:off x="0" y="2114719"/>
          <a:ext cx="7335520" cy="693730"/>
        </a:xfrm>
        <a:prstGeom prst="roundRect">
          <a:avLst/>
        </a:prstGeom>
      </dgm:spPr>
    </dgm:pt>
    <dgm:pt modelId="{F2F6ED09-537A-42BD-A4DA-EFA1BCF6D8E3}" type="pres">
      <dgm:prSet presAssocID="{9D65AAF4-E0C4-4A8D-BAA6-1C9C47E0DCFB}" presName="spacer" presStyleCnt="0"/>
      <dgm:spPr/>
    </dgm:pt>
    <dgm:pt modelId="{FA78991A-8BDD-4871-A7C0-4B4AC8D0C058}" type="pres">
      <dgm:prSet presAssocID="{DBF417F5-A43B-470F-B7DF-112770E755AC}" presName="parentText" presStyleLbl="node1" presStyleIdx="4" presStyleCnt="8">
        <dgm:presLayoutVars>
          <dgm:chMax val="0"/>
          <dgm:bulletEnabled val="1"/>
        </dgm:presLayoutVars>
      </dgm:prSet>
      <dgm:spPr>
        <a:xfrm>
          <a:off x="0" y="2820958"/>
          <a:ext cx="7335520" cy="691031"/>
        </a:xfrm>
        <a:prstGeom prst="roundRect">
          <a:avLst/>
        </a:prstGeom>
      </dgm:spPr>
    </dgm:pt>
    <dgm:pt modelId="{4B616585-DB8F-418D-AF71-45BCAF0B0BB6}" type="pres">
      <dgm:prSet presAssocID="{39DCCB44-C648-443A-8B6D-463160690D33}" presName="spacer" presStyleCnt="0"/>
      <dgm:spPr/>
    </dgm:pt>
    <dgm:pt modelId="{9CADED39-099F-4E07-8F41-6B5938B71168}" type="pres">
      <dgm:prSet presAssocID="{9EC864E3-92CF-4CF4-A6F1-5F7F13BF7622}" presName="parentText" presStyleLbl="node1" presStyleIdx="5" presStyleCnt="8">
        <dgm:presLayoutVars>
          <dgm:chMax val="0"/>
          <dgm:bulletEnabled val="1"/>
        </dgm:presLayoutVars>
      </dgm:prSet>
      <dgm:spPr>
        <a:xfrm>
          <a:off x="0" y="3526164"/>
          <a:ext cx="7335520" cy="691031"/>
        </a:xfrm>
        <a:prstGeom prst="roundRect">
          <a:avLst/>
        </a:prstGeom>
      </dgm:spPr>
    </dgm:pt>
    <dgm:pt modelId="{948E7AB0-EEA5-4F3E-86F4-A562C9B8BFD9}" type="pres">
      <dgm:prSet presAssocID="{30778EC5-09D4-4339-81A7-611F18EA80C8}" presName="spacer" presStyleCnt="0"/>
      <dgm:spPr/>
    </dgm:pt>
    <dgm:pt modelId="{EEF8EFB9-A897-44C9-AFD5-4A7F06E01A25}" type="pres">
      <dgm:prSet presAssocID="{A5656D50-9375-4CFD-87B8-4F45B9DAC31A}" presName="parentText" presStyleLbl="node1" presStyleIdx="6" presStyleCnt="8">
        <dgm:presLayoutVars>
          <dgm:chMax val="0"/>
          <dgm:bulletEnabled val="1"/>
        </dgm:presLayoutVars>
      </dgm:prSet>
      <dgm:spPr>
        <a:xfrm>
          <a:off x="0" y="4228437"/>
          <a:ext cx="7335520" cy="693730"/>
        </a:xfrm>
        <a:prstGeom prst="roundRect">
          <a:avLst/>
        </a:prstGeom>
      </dgm:spPr>
    </dgm:pt>
    <dgm:pt modelId="{708F987A-043E-4CB3-AFBA-D2D234F8A47E}" type="pres">
      <dgm:prSet presAssocID="{5DEE6EFB-B765-465C-B7ED-13DA2D4B1477}" presName="spacer" presStyleCnt="0"/>
      <dgm:spPr/>
    </dgm:pt>
    <dgm:pt modelId="{77073944-EDE4-4181-8556-1037BCBAE601}" type="pres">
      <dgm:prSet presAssocID="{01E2EC56-398B-44C6-A838-602B93E4EAF4}" presName="parentText" presStyleLbl="node1" presStyleIdx="7" presStyleCnt="8">
        <dgm:presLayoutVars>
          <dgm:chMax val="0"/>
          <dgm:bulletEnabled val="1"/>
        </dgm:presLayoutVars>
      </dgm:prSet>
      <dgm:spPr>
        <a:xfrm>
          <a:off x="0" y="4933010"/>
          <a:ext cx="7335520" cy="693730"/>
        </a:xfrm>
        <a:prstGeom prst="roundRect">
          <a:avLst/>
        </a:prstGeom>
      </dgm:spPr>
    </dgm:pt>
  </dgm:ptLst>
  <dgm:cxnLst>
    <dgm:cxn modelId="{DC2F262A-2D21-4390-8666-B5DE25916309}" type="presOf" srcId="{A5656D50-9375-4CFD-87B8-4F45B9DAC31A}" destId="{EEF8EFB9-A897-44C9-AFD5-4A7F06E01A25}" srcOrd="0" destOrd="0" presId="urn:microsoft.com/office/officeart/2005/8/layout/vList2#3"/>
    <dgm:cxn modelId="{A3182430-FFE4-4C23-B806-3CDA084267E8}" type="presOf" srcId="{2FD5D591-ED9F-4B4E-9EA9-ED351F687FA6}" destId="{8CF43773-04A0-4729-8EDB-578309FF0EB6}" srcOrd="0" destOrd="0" presId="urn:microsoft.com/office/officeart/2005/8/layout/vList2#3"/>
    <dgm:cxn modelId="{2C701233-0412-41E2-90FE-A8581B0B0008}" srcId="{FD478015-E4AE-4E80-AF24-A2D21EDBC337}" destId="{0F01D558-F852-4538-8DF5-FB80B525F43A}" srcOrd="3" destOrd="0" parTransId="{FDD220AE-86EA-44D2-B025-E61FC05ACD22}" sibTransId="{9D65AAF4-E0C4-4A8D-BAA6-1C9C47E0DCFB}"/>
    <dgm:cxn modelId="{8362C546-DEB9-44F2-B686-420210061514}" srcId="{FD478015-E4AE-4E80-AF24-A2D21EDBC337}" destId="{2FD5D591-ED9F-4B4E-9EA9-ED351F687FA6}" srcOrd="1" destOrd="0" parTransId="{256976CA-7BC7-44DA-9957-4C2E032B284B}" sibTransId="{6E3348FD-A970-4BE4-8674-B59435D10EA9}"/>
    <dgm:cxn modelId="{A88E314A-7209-445B-85CF-668C5A8A2454}" srcId="{FD478015-E4AE-4E80-AF24-A2D21EDBC337}" destId="{9EC864E3-92CF-4CF4-A6F1-5F7F13BF7622}" srcOrd="5" destOrd="0" parTransId="{D26480F7-E7B4-4772-BCDC-FADE1196B00F}" sibTransId="{30778EC5-09D4-4339-81A7-611F18EA80C8}"/>
    <dgm:cxn modelId="{0E4B614C-42EE-4D06-9F10-E55C7BE5AD30}" srcId="{FD478015-E4AE-4E80-AF24-A2D21EDBC337}" destId="{DBF417F5-A43B-470F-B7DF-112770E755AC}" srcOrd="4" destOrd="0" parTransId="{256C397E-11FC-44DF-B010-7F4AA5C94BD1}" sibTransId="{39DCCB44-C648-443A-8B6D-463160690D33}"/>
    <dgm:cxn modelId="{8BF6D36D-6E87-4F28-9439-8736367C5B88}" type="presOf" srcId="{9EC864E3-92CF-4CF4-A6F1-5F7F13BF7622}" destId="{9CADED39-099F-4E07-8F41-6B5938B71168}" srcOrd="0" destOrd="0" presId="urn:microsoft.com/office/officeart/2005/8/layout/vList2#3"/>
    <dgm:cxn modelId="{9FC53656-9638-4F06-9C04-B491E25CE36A}" type="presOf" srcId="{DBF417F5-A43B-470F-B7DF-112770E755AC}" destId="{FA78991A-8BDD-4871-A7C0-4B4AC8D0C058}" srcOrd="0" destOrd="0" presId="urn:microsoft.com/office/officeart/2005/8/layout/vList2#3"/>
    <dgm:cxn modelId="{402AB1B5-866E-4F75-A656-C826AB141AB6}" srcId="{FD478015-E4AE-4E80-AF24-A2D21EDBC337}" destId="{2601F321-FC2A-416E-9230-1D7A5F4B0682}" srcOrd="2" destOrd="0" parTransId="{D1F6170C-2A83-4B0F-987D-804F90740473}" sibTransId="{0AAA44FF-71B3-4387-91CD-CA86BD254771}"/>
    <dgm:cxn modelId="{3ADCC5B9-88ED-4003-A595-DD335C3C24F8}" type="presOf" srcId="{01E2EC56-398B-44C6-A838-602B93E4EAF4}" destId="{77073944-EDE4-4181-8556-1037BCBAE601}" srcOrd="0" destOrd="0" presId="urn:microsoft.com/office/officeart/2005/8/layout/vList2#3"/>
    <dgm:cxn modelId="{605819BB-692B-45F5-98C5-5F15BC0B3C37}" srcId="{FD478015-E4AE-4E80-AF24-A2D21EDBC337}" destId="{01E2EC56-398B-44C6-A838-602B93E4EAF4}" srcOrd="7" destOrd="0" parTransId="{226A195E-B5CA-41FD-BB89-6833E38833CA}" sibTransId="{F941EEF9-03A3-4559-A44C-EAC294568635}"/>
    <dgm:cxn modelId="{1B1C5DBB-7600-4413-8610-830CC47E1FC6}" type="presOf" srcId="{FD478015-E4AE-4E80-AF24-A2D21EDBC337}" destId="{CAF4CC0F-3782-4F8A-B74F-8D8B3539C608}" srcOrd="0" destOrd="0" presId="urn:microsoft.com/office/officeart/2005/8/layout/vList2#3"/>
    <dgm:cxn modelId="{147A72C4-6168-4101-B1FD-61048F7AC260}" srcId="{FD478015-E4AE-4E80-AF24-A2D21EDBC337}" destId="{D38F8097-3492-48E3-8D29-77F5D3C78601}" srcOrd="0" destOrd="0" parTransId="{86B61D86-BDD8-43B1-A8D3-493601445979}" sibTransId="{0863F6D8-F866-4B61-B9CB-812C788206CD}"/>
    <dgm:cxn modelId="{0F4680C5-BD6E-4952-9B42-3BED33919167}" type="presOf" srcId="{2601F321-FC2A-416E-9230-1D7A5F4B0682}" destId="{F4556F33-59E7-441A-82C4-303C07956E79}" srcOrd="0" destOrd="0" presId="urn:microsoft.com/office/officeart/2005/8/layout/vList2#3"/>
    <dgm:cxn modelId="{196E94CB-4FFE-4428-8A35-7D61442736E7}" srcId="{FD478015-E4AE-4E80-AF24-A2D21EDBC337}" destId="{A5656D50-9375-4CFD-87B8-4F45B9DAC31A}" srcOrd="6" destOrd="0" parTransId="{77365364-D14C-452F-AA6D-09A46557C564}" sibTransId="{5DEE6EFB-B765-465C-B7ED-13DA2D4B1477}"/>
    <dgm:cxn modelId="{349C38E3-BA42-4F0D-809D-615685A049A8}" type="presOf" srcId="{0F01D558-F852-4538-8DF5-FB80B525F43A}" destId="{FBCB08D6-EA46-4D93-94F5-1B7AA18BD962}" srcOrd="0" destOrd="0" presId="urn:microsoft.com/office/officeart/2005/8/layout/vList2#3"/>
    <dgm:cxn modelId="{2A903CE5-3582-467D-BC8E-818C1E5C751D}" type="presOf" srcId="{D38F8097-3492-48E3-8D29-77F5D3C78601}" destId="{FD9712FC-0FF5-4F80-B398-385425BE1969}" srcOrd="0" destOrd="0" presId="urn:microsoft.com/office/officeart/2005/8/layout/vList2#3"/>
    <dgm:cxn modelId="{13D9CCB9-D470-485F-83EF-CD32032D70C6}" type="presParOf" srcId="{CAF4CC0F-3782-4F8A-B74F-8D8B3539C608}" destId="{FD9712FC-0FF5-4F80-B398-385425BE1969}" srcOrd="0" destOrd="0" presId="urn:microsoft.com/office/officeart/2005/8/layout/vList2#3"/>
    <dgm:cxn modelId="{464F861E-20F8-4BDB-8D8F-1966FF16E245}" type="presParOf" srcId="{CAF4CC0F-3782-4F8A-B74F-8D8B3539C608}" destId="{F6E538CC-247E-4859-8DEC-F7CC06D0625B}" srcOrd="1" destOrd="0" presId="urn:microsoft.com/office/officeart/2005/8/layout/vList2#3"/>
    <dgm:cxn modelId="{B4F4B536-ACA8-414C-96B0-72F45B87838C}" type="presParOf" srcId="{CAF4CC0F-3782-4F8A-B74F-8D8B3539C608}" destId="{8CF43773-04A0-4729-8EDB-578309FF0EB6}" srcOrd="2" destOrd="0" presId="urn:microsoft.com/office/officeart/2005/8/layout/vList2#3"/>
    <dgm:cxn modelId="{9014AB81-DD1D-453E-89CA-49A806277A9E}" type="presParOf" srcId="{CAF4CC0F-3782-4F8A-B74F-8D8B3539C608}" destId="{B7B37B62-7923-465E-93E1-6A01B30997F2}" srcOrd="3" destOrd="0" presId="urn:microsoft.com/office/officeart/2005/8/layout/vList2#3"/>
    <dgm:cxn modelId="{B34EA185-2B30-446F-8AB2-60E39C974182}" type="presParOf" srcId="{CAF4CC0F-3782-4F8A-B74F-8D8B3539C608}" destId="{F4556F33-59E7-441A-82C4-303C07956E79}" srcOrd="4" destOrd="0" presId="urn:microsoft.com/office/officeart/2005/8/layout/vList2#3"/>
    <dgm:cxn modelId="{B23FC60A-8074-45BD-9805-9F0411E55B8D}" type="presParOf" srcId="{CAF4CC0F-3782-4F8A-B74F-8D8B3539C608}" destId="{54D569AF-415B-4ECD-AB70-57091ACA28E9}" srcOrd="5" destOrd="0" presId="urn:microsoft.com/office/officeart/2005/8/layout/vList2#3"/>
    <dgm:cxn modelId="{366858C9-61AB-4482-9AB3-D402473903EE}" type="presParOf" srcId="{CAF4CC0F-3782-4F8A-B74F-8D8B3539C608}" destId="{FBCB08D6-EA46-4D93-94F5-1B7AA18BD962}" srcOrd="6" destOrd="0" presId="urn:microsoft.com/office/officeart/2005/8/layout/vList2#3"/>
    <dgm:cxn modelId="{D9D2AE71-C3D3-4F35-8AA3-04253371B63E}" type="presParOf" srcId="{CAF4CC0F-3782-4F8A-B74F-8D8B3539C608}" destId="{F2F6ED09-537A-42BD-A4DA-EFA1BCF6D8E3}" srcOrd="7" destOrd="0" presId="urn:microsoft.com/office/officeart/2005/8/layout/vList2#3"/>
    <dgm:cxn modelId="{919FDBC4-8D89-4501-BB72-38EC705A3A5A}" type="presParOf" srcId="{CAF4CC0F-3782-4F8A-B74F-8D8B3539C608}" destId="{FA78991A-8BDD-4871-A7C0-4B4AC8D0C058}" srcOrd="8" destOrd="0" presId="urn:microsoft.com/office/officeart/2005/8/layout/vList2#3"/>
    <dgm:cxn modelId="{3844E125-AC74-4F2A-AC6C-8018E110DEEC}" type="presParOf" srcId="{CAF4CC0F-3782-4F8A-B74F-8D8B3539C608}" destId="{4B616585-DB8F-418D-AF71-45BCAF0B0BB6}" srcOrd="9" destOrd="0" presId="urn:microsoft.com/office/officeart/2005/8/layout/vList2#3"/>
    <dgm:cxn modelId="{27004CD3-4EA6-4904-B203-1D072A8C75EE}" type="presParOf" srcId="{CAF4CC0F-3782-4F8A-B74F-8D8B3539C608}" destId="{9CADED39-099F-4E07-8F41-6B5938B71168}" srcOrd="10" destOrd="0" presId="urn:microsoft.com/office/officeart/2005/8/layout/vList2#3"/>
    <dgm:cxn modelId="{D0C63540-7006-4E55-87F2-375AD53DB7C7}" type="presParOf" srcId="{CAF4CC0F-3782-4F8A-B74F-8D8B3539C608}" destId="{948E7AB0-EEA5-4F3E-86F4-A562C9B8BFD9}" srcOrd="11" destOrd="0" presId="urn:microsoft.com/office/officeart/2005/8/layout/vList2#3"/>
    <dgm:cxn modelId="{D877E8C3-5EE5-4E42-B8EC-8039A32C641C}" type="presParOf" srcId="{CAF4CC0F-3782-4F8A-B74F-8D8B3539C608}" destId="{EEF8EFB9-A897-44C9-AFD5-4A7F06E01A25}" srcOrd="12" destOrd="0" presId="urn:microsoft.com/office/officeart/2005/8/layout/vList2#3"/>
    <dgm:cxn modelId="{77E8F43E-5629-43B7-9C2F-974BAAB4F37F}" type="presParOf" srcId="{CAF4CC0F-3782-4F8A-B74F-8D8B3539C608}" destId="{708F987A-043E-4CB3-AFBA-D2D234F8A47E}" srcOrd="13" destOrd="0" presId="urn:microsoft.com/office/officeart/2005/8/layout/vList2#3"/>
    <dgm:cxn modelId="{3861CC41-36A3-49C8-96C0-DECDD8417B81}" type="presParOf" srcId="{CAF4CC0F-3782-4F8A-B74F-8D8B3539C608}" destId="{77073944-EDE4-4181-8556-1037BCBAE601}" srcOrd="14" destOrd="0" presId="urn:microsoft.com/office/officeart/2005/8/layout/vList2#3"/>
  </dgm:cxnLst>
  <dgm:bg>
    <a:noFill/>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01AB6BA-45CA-4966-9BD1-62089E9167B7}" type="doc">
      <dgm:prSet loTypeId="urn:microsoft.com/office/officeart/2005/8/layout/chevron2" loCatId="list" qsTypeId="urn:microsoft.com/office/officeart/2005/8/quickstyle/simple1#20" qsCatId="simple" csTypeId="urn:microsoft.com/office/officeart/2005/8/colors/accent1_2#11" csCatId="accent1" phldr="1"/>
      <dgm:spPr/>
      <dgm:t>
        <a:bodyPr/>
        <a:lstStyle/>
        <a:p>
          <a:endParaRPr lang="zh-CN" altLang="en-US"/>
        </a:p>
      </dgm:t>
    </dgm:pt>
    <dgm:pt modelId="{D3890ECB-9FCC-4FB2-B2B6-DB277EAA5641}">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A861EAD0-CA9E-4D2E-9A7C-F3196E77852B}" cxnId="{56A6523C-F687-430F-95C2-95A4AD01899E}" type="parTrans">
      <dgm:prSet/>
      <dgm:spPr/>
      <dgm:t>
        <a:bodyPr/>
        <a:lstStyle/>
        <a:p>
          <a:endParaRPr lang="zh-CN" altLang="en-US"/>
        </a:p>
      </dgm:t>
    </dgm:pt>
    <dgm:pt modelId="{F4252B73-130D-4A6D-B474-345B28E5C18C}" cxnId="{56A6523C-F687-430F-95C2-95A4AD01899E}" type="sibTrans">
      <dgm:prSet/>
      <dgm:spPr/>
      <dgm:t>
        <a:bodyPr/>
        <a:lstStyle/>
        <a:p>
          <a:endParaRPr lang="zh-CN" altLang="en-US"/>
        </a:p>
      </dgm:t>
    </dgm:pt>
    <dgm:pt modelId="{A8334253-0A33-43D2-A962-43794652EA3E}">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破坏“请求和保持“条件</a:t>
          </a:r>
        </a:p>
      </dgm:t>
    </dgm:pt>
    <dgm:pt modelId="{B5B480B2-1859-4814-85B0-890A2476855C}" cxnId="{E215BCED-CC98-47DB-B0FA-CE72E9D9E3FF}" type="sibTrans">
      <dgm:prSet/>
      <dgm:spPr/>
      <dgm:t>
        <a:bodyPr/>
        <a:lstStyle/>
        <a:p>
          <a:endParaRPr lang="zh-CN" altLang="en-US"/>
        </a:p>
      </dgm:t>
    </dgm:pt>
    <dgm:pt modelId="{CA90AE07-EFB9-4AB1-90CB-8CBE7520B720}" cxnId="{E215BCED-CC98-47DB-B0FA-CE72E9D9E3FF}" type="parTrans">
      <dgm:prSet/>
      <dgm:spPr/>
      <dgm:t>
        <a:bodyPr/>
        <a:lstStyle/>
        <a:p>
          <a:endParaRPr lang="zh-CN" altLang="en-US"/>
        </a:p>
      </dgm:t>
    </dgm:pt>
    <dgm:pt modelId="{47ED407F-3F8C-427D-B08D-3F0205B6D79D}">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破坏“不可抢占”条件</a:t>
          </a:r>
        </a:p>
      </dgm:t>
    </dgm:pt>
    <dgm:pt modelId="{9FF650F4-C8F9-4DA9-B78C-B2CEB6135C97}" cxnId="{46AFE1F6-B17F-43EC-B860-09EA99EB29E3}" type="sibTrans">
      <dgm:prSet/>
      <dgm:spPr/>
      <dgm:t>
        <a:bodyPr/>
        <a:lstStyle/>
        <a:p>
          <a:endParaRPr lang="zh-CN" altLang="en-US"/>
        </a:p>
      </dgm:t>
    </dgm:pt>
    <dgm:pt modelId="{DFD0DB53-3BD3-4976-9BFC-E17371743C16}" cxnId="{46AFE1F6-B17F-43EC-B860-09EA99EB29E3}" type="parTrans">
      <dgm:prSet/>
      <dgm:spPr/>
      <dgm:t>
        <a:bodyPr/>
        <a:lstStyle/>
        <a:p>
          <a:endParaRPr lang="zh-CN" altLang="en-US"/>
        </a:p>
      </dgm:t>
    </dgm:pt>
    <dgm:pt modelId="{2CC28582-7F39-4FF2-BF26-B363ED352571}">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AAEE4E2C-1B66-4333-A489-800EE7C8CE78}" cxnId="{1567DB75-AB74-4D37-86BE-D5D169B096F2}" type="sibTrans">
      <dgm:prSet/>
      <dgm:spPr/>
      <dgm:t>
        <a:bodyPr/>
        <a:lstStyle/>
        <a:p>
          <a:endParaRPr lang="zh-CN" altLang="en-US"/>
        </a:p>
      </dgm:t>
    </dgm:pt>
    <dgm:pt modelId="{7B04C79C-B0D4-4395-A86C-A80F8D154319}" cxnId="{1567DB75-AB74-4D37-86BE-D5D169B096F2}" type="parTrans">
      <dgm:prSet/>
      <dgm:spPr/>
      <dgm:t>
        <a:bodyPr/>
        <a:lstStyle/>
        <a:p>
          <a:endParaRPr lang="zh-CN" altLang="en-US"/>
        </a:p>
      </dgm:t>
    </dgm:pt>
    <dgm:pt modelId="{576C713B-1F39-4D92-B3DB-A7CCED5A2C87}">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破坏“循环等待”事件</a:t>
          </a:r>
        </a:p>
      </dgm:t>
    </dgm:pt>
    <dgm:pt modelId="{C4F47812-7D26-47D2-AFDB-02A0A989EF16}" cxnId="{8583EA52-936F-41B8-9E8E-DB2C584654B1}" type="parTrans">
      <dgm:prSet/>
      <dgm:spPr/>
      <dgm:t>
        <a:bodyPr/>
        <a:lstStyle/>
        <a:p>
          <a:endParaRPr lang="zh-CN" altLang="en-US"/>
        </a:p>
      </dgm:t>
    </dgm:pt>
    <dgm:pt modelId="{24515149-E65B-42EA-B34E-CEB660D058A4}" cxnId="{8583EA52-936F-41B8-9E8E-DB2C584654B1}" type="sibTrans">
      <dgm:prSet/>
      <dgm:spPr/>
      <dgm:t>
        <a:bodyPr/>
        <a:lstStyle/>
        <a:p>
          <a:endParaRPr lang="zh-CN" altLang="en-US"/>
        </a:p>
      </dgm:t>
    </dgm:pt>
    <dgm:pt modelId="{DC017608-C2DC-4F72-9026-CCD6F52439DB}">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endParaRPr lang="zh-CN" altLang="en-US" sz="2800" b="1" kern="1200" dirty="0">
            <a:solidFill>
              <a:schemeClr val="bg1"/>
            </a:solidFill>
            <a:latin typeface="微软雅黑" panose="020B0503020204020204" pitchFamily="34" charset="-122"/>
            <a:ea typeface="微软雅黑" panose="020B0503020204020204" pitchFamily="34" charset="-122"/>
            <a:cs typeface="+mn-cs"/>
          </a:endParaRPr>
        </a:p>
      </dgm:t>
    </dgm:pt>
    <dgm:pt modelId="{9712E896-3F81-418E-A043-CEF209A9F850}" cxnId="{4394C53D-7E60-44DA-A451-09D29724DB76}" type="parTrans">
      <dgm:prSet/>
      <dgm:spPr/>
      <dgm:t>
        <a:bodyPr/>
        <a:lstStyle/>
        <a:p>
          <a:endParaRPr lang="zh-CN" altLang="en-US"/>
        </a:p>
      </dgm:t>
    </dgm:pt>
    <dgm:pt modelId="{0DB9DF65-95D6-43DE-A5C6-CEAA54C361C1}" cxnId="{4394C53D-7E60-44DA-A451-09D29724DB76}" type="sibTrans">
      <dgm:prSet/>
      <dgm:spPr/>
      <dgm:t>
        <a:bodyPr/>
        <a:lstStyle/>
        <a:p>
          <a:endParaRPr lang="zh-CN" altLang="en-US"/>
        </a:p>
      </dgm:t>
    </dgm:pt>
    <dgm:pt modelId="{8467A44D-9F03-4140-904E-EC0FB36DB71C}" type="pres">
      <dgm:prSet presAssocID="{201AB6BA-45CA-4966-9BD1-62089E9167B7}" presName="linearFlow" presStyleCnt="0">
        <dgm:presLayoutVars>
          <dgm:dir/>
          <dgm:animLvl val="lvl"/>
          <dgm:resizeHandles val="exact"/>
        </dgm:presLayoutVars>
      </dgm:prSet>
      <dgm:spPr/>
    </dgm:pt>
    <dgm:pt modelId="{3052BE6A-67B9-47B8-A4EC-6C46C836B6F2}" type="pres">
      <dgm:prSet presAssocID="{D3890ECB-9FCC-4FB2-B2B6-DB277EAA5641}" presName="composite" presStyleCnt="0"/>
      <dgm:spPr/>
    </dgm:pt>
    <dgm:pt modelId="{5BD25704-DC78-40F8-8004-09C120FEC988}" type="pres">
      <dgm:prSet presAssocID="{D3890ECB-9FCC-4FB2-B2B6-DB277EAA5641}" presName="parentText" presStyleLbl="alignNode1" presStyleIdx="0" presStyleCnt="3" custLinFactNeighborX="-1958" custLinFactNeighborY="0">
        <dgm:presLayoutVars>
          <dgm:chMax val="1"/>
          <dgm:bulletEnabled val="1"/>
        </dgm:presLayoutVars>
      </dgm:prSet>
      <dgm:spPr>
        <a:xfrm rot="5400000">
          <a:off x="-222646" y="223826"/>
          <a:ext cx="1484312" cy="1039018"/>
        </a:xfrm>
        <a:prstGeom prst="chevron">
          <a:avLst/>
        </a:prstGeom>
      </dgm:spPr>
    </dgm:pt>
    <dgm:pt modelId="{9CF16E56-7BB1-45E2-99FD-F8A87C626BF4}" type="pres">
      <dgm:prSet presAssocID="{D3890ECB-9FCC-4FB2-B2B6-DB277EAA5641}" presName="descendantText" presStyleLbl="alignAcc1" presStyleIdx="0" presStyleCnt="3" custLinFactNeighborX="117" custLinFactNeighborY="-2107">
        <dgm:presLayoutVars>
          <dgm:bulletEnabled val="1"/>
        </dgm:presLayoutVars>
      </dgm:prSet>
      <dgm:spPr>
        <a:xfrm rot="5400000">
          <a:off x="3084818" y="-2043650"/>
          <a:ext cx="964367" cy="5057995"/>
        </a:xfrm>
        <a:prstGeom prst="round2SameRect">
          <a:avLst/>
        </a:prstGeom>
      </dgm:spPr>
    </dgm:pt>
    <dgm:pt modelId="{8D0B4F26-23C9-412B-91A3-B07FDC6D58BE}" type="pres">
      <dgm:prSet presAssocID="{F4252B73-130D-4A6D-B474-345B28E5C18C}" presName="sp" presStyleCnt="0"/>
      <dgm:spPr/>
    </dgm:pt>
    <dgm:pt modelId="{35948899-5D9C-425C-B5ED-AD56D33316DE}" type="pres">
      <dgm:prSet presAssocID="{2CC28582-7F39-4FF2-BF26-B363ED352571}" presName="composite" presStyleCnt="0"/>
      <dgm:spPr/>
    </dgm:pt>
    <dgm:pt modelId="{B45AB4C6-407E-4C75-BA34-31DC8D5B56C8}" type="pres">
      <dgm:prSet presAssocID="{2CC28582-7F39-4FF2-BF26-B363ED352571}" presName="parentText" presStyleLbl="alignNode1" presStyleIdx="1" presStyleCnt="3" custLinFactNeighborX="-1958" custLinFactNeighborY="0">
        <dgm:presLayoutVars>
          <dgm:chMax val="1"/>
          <dgm:bulletEnabled val="1"/>
        </dgm:presLayoutVars>
      </dgm:prSet>
      <dgm:spPr>
        <a:xfrm rot="5400000">
          <a:off x="-222429" y="1512997"/>
          <a:ext cx="1482862" cy="1038004"/>
        </a:xfrm>
        <a:prstGeom prst="chevron">
          <a:avLst/>
        </a:prstGeom>
      </dgm:spPr>
    </dgm:pt>
    <dgm:pt modelId="{AFAD4190-35BC-4D95-A583-749F1F60ECFA}" type="pres">
      <dgm:prSet presAssocID="{2CC28582-7F39-4FF2-BF26-B363ED352571}" presName="descendantText" presStyleLbl="alignAcc1" presStyleIdx="1" presStyleCnt="3">
        <dgm:presLayoutVars>
          <dgm:bulletEnabled val="1"/>
        </dgm:presLayoutVars>
      </dgm:prSet>
      <dgm:spPr>
        <a:xfrm rot="5400000">
          <a:off x="3085071" y="-756498"/>
          <a:ext cx="963860" cy="5057995"/>
        </a:xfrm>
        <a:prstGeom prst="round2SameRect">
          <a:avLst/>
        </a:prstGeom>
      </dgm:spPr>
    </dgm:pt>
    <dgm:pt modelId="{32D98167-F47A-4021-B7A1-45836A304F80}" type="pres">
      <dgm:prSet presAssocID="{AAEE4E2C-1B66-4333-A489-800EE7C8CE78}" presName="sp" presStyleCnt="0"/>
      <dgm:spPr/>
    </dgm:pt>
    <dgm:pt modelId="{CC7DEB23-BF1A-4A0C-8C13-A884D734CEB8}" type="pres">
      <dgm:prSet presAssocID="{DC017608-C2DC-4F72-9026-CCD6F52439DB}" presName="composite" presStyleCnt="0"/>
      <dgm:spPr/>
    </dgm:pt>
    <dgm:pt modelId="{82395496-FDD6-40AA-8939-E7EA39CDF3ED}" type="pres">
      <dgm:prSet presAssocID="{DC017608-C2DC-4F72-9026-CCD6F52439DB}" presName="parentText" presStyleLbl="alignNode1" presStyleIdx="2" presStyleCnt="3">
        <dgm:presLayoutVars>
          <dgm:chMax val="1"/>
          <dgm:bulletEnabled val="1"/>
        </dgm:presLayoutVars>
      </dgm:prSet>
      <dgm:spPr/>
    </dgm:pt>
    <dgm:pt modelId="{3FDDB679-1347-4629-9F0C-14D5B165A6AD}" type="pres">
      <dgm:prSet presAssocID="{DC017608-C2DC-4F72-9026-CCD6F52439DB}" presName="descendantText" presStyleLbl="alignAcc1" presStyleIdx="2" presStyleCnt="3">
        <dgm:presLayoutVars>
          <dgm:bulletEnabled val="1"/>
        </dgm:presLayoutVars>
      </dgm:prSet>
      <dgm:spPr/>
    </dgm:pt>
  </dgm:ptLst>
  <dgm:cxnLst>
    <dgm:cxn modelId="{515AD13B-3566-451F-BF74-392753D899BE}" type="presOf" srcId="{D3890ECB-9FCC-4FB2-B2B6-DB277EAA5641}" destId="{5BD25704-DC78-40F8-8004-09C120FEC988}" srcOrd="0" destOrd="0" presId="urn:microsoft.com/office/officeart/2005/8/layout/chevron2"/>
    <dgm:cxn modelId="{56A6523C-F687-430F-95C2-95A4AD01899E}" srcId="{201AB6BA-45CA-4966-9BD1-62089E9167B7}" destId="{D3890ECB-9FCC-4FB2-B2B6-DB277EAA5641}" srcOrd="0" destOrd="0" parTransId="{A861EAD0-CA9E-4D2E-9A7C-F3196E77852B}" sibTransId="{F4252B73-130D-4A6D-B474-345B28E5C18C}"/>
    <dgm:cxn modelId="{4394C53D-7E60-44DA-A451-09D29724DB76}" srcId="{201AB6BA-45CA-4966-9BD1-62089E9167B7}" destId="{DC017608-C2DC-4F72-9026-CCD6F52439DB}" srcOrd="2" destOrd="0" parTransId="{9712E896-3F81-418E-A043-CEF209A9F850}" sibTransId="{0DB9DF65-95D6-43DE-A5C6-CEAA54C361C1}"/>
    <dgm:cxn modelId="{8583EA52-936F-41B8-9E8E-DB2C584654B1}" srcId="{DC017608-C2DC-4F72-9026-CCD6F52439DB}" destId="{576C713B-1F39-4D92-B3DB-A7CCED5A2C87}" srcOrd="0" destOrd="0" parTransId="{C4F47812-7D26-47D2-AFDB-02A0A989EF16}" sibTransId="{24515149-E65B-42EA-B34E-CEB660D058A4}"/>
    <dgm:cxn modelId="{1567DB75-AB74-4D37-86BE-D5D169B096F2}" srcId="{201AB6BA-45CA-4966-9BD1-62089E9167B7}" destId="{2CC28582-7F39-4FF2-BF26-B363ED352571}" srcOrd="1" destOrd="0" parTransId="{7B04C79C-B0D4-4395-A86C-A80F8D154319}" sibTransId="{AAEE4E2C-1B66-4333-A489-800EE7C8CE78}"/>
    <dgm:cxn modelId="{6F0A6A58-DAC1-4AA8-B3E9-B9A7D6164D30}" type="presOf" srcId="{201AB6BA-45CA-4966-9BD1-62089E9167B7}" destId="{8467A44D-9F03-4140-904E-EC0FB36DB71C}" srcOrd="0" destOrd="0" presId="urn:microsoft.com/office/officeart/2005/8/layout/chevron2"/>
    <dgm:cxn modelId="{00619D93-C05A-4D3C-BD38-C7F3F2790D40}" type="presOf" srcId="{576C713B-1F39-4D92-B3DB-A7CCED5A2C87}" destId="{3FDDB679-1347-4629-9F0C-14D5B165A6AD}" srcOrd="0" destOrd="0" presId="urn:microsoft.com/office/officeart/2005/8/layout/chevron2"/>
    <dgm:cxn modelId="{7175F8B1-A6ED-4094-AF81-60AD410C8D7D}" type="presOf" srcId="{47ED407F-3F8C-427D-B08D-3F0205B6D79D}" destId="{AFAD4190-35BC-4D95-A583-749F1F60ECFA}" srcOrd="0" destOrd="0" presId="urn:microsoft.com/office/officeart/2005/8/layout/chevron2"/>
    <dgm:cxn modelId="{156EACBC-7E30-4FDD-AEC6-26645D4A9338}" type="presOf" srcId="{2CC28582-7F39-4FF2-BF26-B363ED352571}" destId="{B45AB4C6-407E-4C75-BA34-31DC8D5B56C8}" srcOrd="0" destOrd="0" presId="urn:microsoft.com/office/officeart/2005/8/layout/chevron2"/>
    <dgm:cxn modelId="{0CF4B8BC-8E67-4C30-ADCF-13813C0FFC4C}" type="presOf" srcId="{DC017608-C2DC-4F72-9026-CCD6F52439DB}" destId="{82395496-FDD6-40AA-8939-E7EA39CDF3ED}" srcOrd="0" destOrd="0" presId="urn:microsoft.com/office/officeart/2005/8/layout/chevron2"/>
    <dgm:cxn modelId="{298CB9ED-F3D5-4B26-AECD-FA0BA6270A66}" type="presOf" srcId="{A8334253-0A33-43D2-A962-43794652EA3E}" destId="{9CF16E56-7BB1-45E2-99FD-F8A87C626BF4}" srcOrd="0" destOrd="0" presId="urn:microsoft.com/office/officeart/2005/8/layout/chevron2"/>
    <dgm:cxn modelId="{E215BCED-CC98-47DB-B0FA-CE72E9D9E3FF}" srcId="{D3890ECB-9FCC-4FB2-B2B6-DB277EAA5641}" destId="{A8334253-0A33-43D2-A962-43794652EA3E}" srcOrd="0" destOrd="0" parTransId="{CA90AE07-EFB9-4AB1-90CB-8CBE7520B720}" sibTransId="{B5B480B2-1859-4814-85B0-890A2476855C}"/>
    <dgm:cxn modelId="{46AFE1F6-B17F-43EC-B860-09EA99EB29E3}" srcId="{2CC28582-7F39-4FF2-BF26-B363ED352571}" destId="{47ED407F-3F8C-427D-B08D-3F0205B6D79D}" srcOrd="0" destOrd="0" parTransId="{DFD0DB53-3BD3-4976-9BFC-E17371743C16}" sibTransId="{9FF650F4-C8F9-4DA9-B78C-B2CEB6135C97}"/>
    <dgm:cxn modelId="{BF292B5E-68EB-49AC-BBDC-24D03406AD38}" type="presParOf" srcId="{8467A44D-9F03-4140-904E-EC0FB36DB71C}" destId="{3052BE6A-67B9-47B8-A4EC-6C46C836B6F2}" srcOrd="0" destOrd="0" presId="urn:microsoft.com/office/officeart/2005/8/layout/chevron2"/>
    <dgm:cxn modelId="{2C27AE86-705E-4B08-B37C-0BBDB8E3B3E3}" type="presParOf" srcId="{3052BE6A-67B9-47B8-A4EC-6C46C836B6F2}" destId="{5BD25704-DC78-40F8-8004-09C120FEC988}" srcOrd="0" destOrd="0" presId="urn:microsoft.com/office/officeart/2005/8/layout/chevron2"/>
    <dgm:cxn modelId="{43B72005-73C7-4EE9-B8D6-5E74E98326DE}" type="presParOf" srcId="{3052BE6A-67B9-47B8-A4EC-6C46C836B6F2}" destId="{9CF16E56-7BB1-45E2-99FD-F8A87C626BF4}" srcOrd="1" destOrd="0" presId="urn:microsoft.com/office/officeart/2005/8/layout/chevron2"/>
    <dgm:cxn modelId="{39BFD306-98C3-434F-8D87-C8C823FB3AB6}" type="presParOf" srcId="{8467A44D-9F03-4140-904E-EC0FB36DB71C}" destId="{8D0B4F26-23C9-412B-91A3-B07FDC6D58BE}" srcOrd="1" destOrd="0" presId="urn:microsoft.com/office/officeart/2005/8/layout/chevron2"/>
    <dgm:cxn modelId="{F903EF47-C83A-4EA9-B5F7-FA79BB6EBB1F}" type="presParOf" srcId="{8467A44D-9F03-4140-904E-EC0FB36DB71C}" destId="{35948899-5D9C-425C-B5ED-AD56D33316DE}" srcOrd="2" destOrd="0" presId="urn:microsoft.com/office/officeart/2005/8/layout/chevron2"/>
    <dgm:cxn modelId="{A80BFB69-560B-4AF4-9400-E5D4D4156CC7}" type="presParOf" srcId="{35948899-5D9C-425C-B5ED-AD56D33316DE}" destId="{B45AB4C6-407E-4C75-BA34-31DC8D5B56C8}" srcOrd="0" destOrd="0" presId="urn:microsoft.com/office/officeart/2005/8/layout/chevron2"/>
    <dgm:cxn modelId="{74DDC52A-061D-4565-B2D9-C80BB7EE4AF1}" type="presParOf" srcId="{35948899-5D9C-425C-B5ED-AD56D33316DE}" destId="{AFAD4190-35BC-4D95-A583-749F1F60ECFA}" srcOrd="1" destOrd="0" presId="urn:microsoft.com/office/officeart/2005/8/layout/chevron2"/>
    <dgm:cxn modelId="{A4BDB456-F3CB-4D2C-82DB-CEAAD5C68219}" type="presParOf" srcId="{8467A44D-9F03-4140-904E-EC0FB36DB71C}" destId="{32D98167-F47A-4021-B7A1-45836A304F80}" srcOrd="3" destOrd="0" presId="urn:microsoft.com/office/officeart/2005/8/layout/chevron2"/>
    <dgm:cxn modelId="{EDC760BC-D679-4715-9859-CEFB2825B943}" type="presParOf" srcId="{8467A44D-9F03-4140-904E-EC0FB36DB71C}" destId="{CC7DEB23-BF1A-4A0C-8C13-A884D734CEB8}" srcOrd="4" destOrd="0" presId="urn:microsoft.com/office/officeart/2005/8/layout/chevron2"/>
    <dgm:cxn modelId="{419C0176-16E5-4561-AFFD-9EAFBA5220F9}" type="presParOf" srcId="{CC7DEB23-BF1A-4A0C-8C13-A884D734CEB8}" destId="{82395496-FDD6-40AA-8939-E7EA39CDF3ED}" srcOrd="0" destOrd="0" presId="urn:microsoft.com/office/officeart/2005/8/layout/chevron2"/>
    <dgm:cxn modelId="{48FFDCF3-D555-4D67-937E-8449DF5198F6}" type="presParOf" srcId="{CC7DEB23-BF1A-4A0C-8C13-A884D734CEB8}" destId="{3FDDB679-1347-4629-9F0C-14D5B165A6AD}"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2" csCatId="colorful" phldr="1"/>
      <dgm:spPr/>
      <dgm:t>
        <a:bodyPr/>
        <a:lstStyle/>
        <a:p>
          <a:endParaRPr lang="zh-CN" altLang="en-US"/>
        </a:p>
      </dgm:t>
    </dgm:pt>
    <dgm:pt modelId="{D38F8097-3492-48E3-8D29-77F5D3C78601}">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gm:t>
    </dgm:pt>
    <dgm:pt modelId="{86B61D86-BDD8-43B1-A8D3-493601445979}" cxnId="{147A72C4-6168-4101-B1FD-61048F7AC260}" type="parTrans">
      <dgm:prSet/>
      <dgm:spPr/>
      <dgm:t>
        <a:bodyPr/>
        <a:lstStyle/>
        <a:p>
          <a:pPr algn="l"/>
          <a:endParaRPr lang="zh-CN" altLang="en-US" sz="3200" b="1">
            <a:solidFill>
              <a:schemeClr val="tx1"/>
            </a:solidFill>
          </a:endParaRPr>
        </a:p>
      </dgm:t>
    </dgm:pt>
    <dgm:pt modelId="{0863F6D8-F866-4B61-B9CB-812C788206CD}" cxnId="{147A72C4-6168-4101-B1FD-61048F7AC260}" type="sibTrans">
      <dgm:prSet/>
      <dgm:spPr/>
      <dgm:t>
        <a:bodyPr/>
        <a:lstStyle/>
        <a:p>
          <a:pPr algn="l"/>
          <a:endParaRPr lang="zh-CN" altLang="en-US" sz="3200" b="1">
            <a:solidFill>
              <a:schemeClr val="tx1"/>
            </a:solidFill>
          </a:endParaRPr>
        </a:p>
      </dgm:t>
    </dgm:pt>
    <dgm:pt modelId="{2FD5D591-ED9F-4B4E-9EA9-ED351F687FA6}">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作业与作业调度</a:t>
          </a:r>
        </a:p>
      </dgm:t>
    </dgm:pt>
    <dgm:pt modelId="{256976CA-7BC7-44DA-9957-4C2E032B284B}" cxnId="{8362C546-DEB9-44F2-B686-420210061514}" type="parTrans">
      <dgm:prSet/>
      <dgm:spPr/>
      <dgm:t>
        <a:bodyPr/>
        <a:lstStyle/>
        <a:p>
          <a:pPr algn="l"/>
          <a:endParaRPr lang="zh-CN" altLang="en-US" sz="3200"/>
        </a:p>
      </dgm:t>
    </dgm:pt>
    <dgm:pt modelId="{6E3348FD-A970-4BE4-8674-B59435D10EA9}" cxnId="{8362C546-DEB9-44F2-B686-420210061514}" type="sibTrans">
      <dgm:prSet/>
      <dgm:spPr/>
      <dgm:t>
        <a:bodyPr/>
        <a:lstStyle/>
        <a:p>
          <a:pPr algn="l"/>
          <a:endParaRPr lang="zh-CN" altLang="en-US" sz="3200"/>
        </a:p>
      </dgm:t>
    </dgm:pt>
    <dgm:pt modelId="{2601F321-FC2A-416E-9230-1D7A5F4B0682}">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进程调度</a:t>
          </a:r>
        </a:p>
      </dgm:t>
    </dgm:pt>
    <dgm:pt modelId="{D1F6170C-2A83-4B0F-987D-804F90740473}" cxnId="{402AB1B5-866E-4F75-A656-C826AB141AB6}" type="parTrans">
      <dgm:prSet/>
      <dgm:spPr/>
      <dgm:t>
        <a:bodyPr/>
        <a:lstStyle/>
        <a:p>
          <a:pPr algn="l"/>
          <a:endParaRPr lang="zh-CN" altLang="en-US" sz="3200"/>
        </a:p>
      </dgm:t>
    </dgm:pt>
    <dgm:pt modelId="{0AAA44FF-71B3-4387-91CD-CA86BD254771}" cxnId="{402AB1B5-866E-4F75-A656-C826AB141AB6}" type="sibTrans">
      <dgm:prSet/>
      <dgm:spPr/>
      <dgm:t>
        <a:bodyPr/>
        <a:lstStyle/>
        <a:p>
          <a:pPr algn="l"/>
          <a:endParaRPr lang="zh-CN" altLang="en-US" sz="3200"/>
        </a:p>
      </dgm:t>
    </dgm:pt>
    <dgm:pt modelId="{0F01D558-F852-4538-8DF5-FB80B525F43A}">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实时调度</a:t>
          </a:r>
        </a:p>
      </dgm:t>
    </dgm:pt>
    <dgm:pt modelId="{FDD220AE-86EA-44D2-B025-E61FC05ACD22}" cxnId="{2C701233-0412-41E2-90FE-A8581B0B0008}" type="parTrans">
      <dgm:prSet/>
      <dgm:spPr/>
      <dgm:t>
        <a:bodyPr/>
        <a:lstStyle/>
        <a:p>
          <a:pPr algn="l"/>
          <a:endParaRPr lang="zh-CN" altLang="en-US" sz="3200"/>
        </a:p>
      </dgm:t>
    </dgm:pt>
    <dgm:pt modelId="{9D65AAF4-E0C4-4A8D-BAA6-1C9C47E0DCFB}" cxnId="{2C701233-0412-41E2-90FE-A8581B0B0008}" type="sibTrans">
      <dgm:prSet/>
      <dgm:spPr/>
      <dgm:t>
        <a:bodyPr/>
        <a:lstStyle/>
        <a:p>
          <a:pPr algn="l"/>
          <a:endParaRPr lang="zh-CN" altLang="en-US" sz="3200"/>
        </a:p>
      </dgm:t>
    </dgm:pt>
    <dgm:pt modelId="{DBF417F5-A43B-470F-B7DF-112770E755AC}">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死锁概述</a:t>
          </a:r>
        </a:p>
      </dgm:t>
    </dgm:pt>
    <dgm:pt modelId="{256C397E-11FC-44DF-B010-7F4AA5C94BD1}" cxnId="{0E4B614C-42EE-4D06-9F10-E55C7BE5AD30}" type="parTrans">
      <dgm:prSet/>
      <dgm:spPr/>
      <dgm:t>
        <a:bodyPr/>
        <a:lstStyle/>
        <a:p>
          <a:pPr algn="l"/>
          <a:endParaRPr lang="zh-CN" altLang="en-US" sz="3200"/>
        </a:p>
      </dgm:t>
    </dgm:pt>
    <dgm:pt modelId="{39DCCB44-C648-443A-8B6D-463160690D33}" cxnId="{0E4B614C-42EE-4D06-9F10-E55C7BE5AD30}" type="sibTrans">
      <dgm:prSet/>
      <dgm:spPr/>
      <dgm:t>
        <a:bodyPr/>
        <a:lstStyle/>
        <a:p>
          <a:pPr algn="l"/>
          <a:endParaRPr lang="zh-CN" altLang="en-US" sz="3200"/>
        </a:p>
      </dgm:t>
    </dgm:pt>
    <dgm:pt modelId="{9EC864E3-92CF-4CF4-A6F1-5F7F13BF7622}">
      <dgm:prSet phldrT="[文本]" custT="1"/>
      <dgm:spPr>
        <a:solidFill>
          <a:srgbClr val="C00000"/>
        </a:solidFill>
        <a:ln w="12700" cap="flat" cmpd="sng" algn="ctr">
          <a:solidFill>
            <a:srgbClr val="C00000"/>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预防死锁</a:t>
          </a:r>
        </a:p>
      </dgm:t>
    </dgm:pt>
    <dgm:pt modelId="{D26480F7-E7B4-4772-BCDC-FADE1196B00F}" cxnId="{A88E314A-7209-445B-85CF-668C5A8A2454}" type="parTrans">
      <dgm:prSet/>
      <dgm:spPr/>
      <dgm:t>
        <a:bodyPr/>
        <a:lstStyle/>
        <a:p>
          <a:pPr algn="l"/>
          <a:endParaRPr lang="zh-CN" altLang="en-US" sz="3200"/>
        </a:p>
      </dgm:t>
    </dgm:pt>
    <dgm:pt modelId="{30778EC5-09D4-4339-81A7-611F18EA80C8}" cxnId="{A88E314A-7209-445B-85CF-668C5A8A2454}" type="sibTrans">
      <dgm:prSet/>
      <dgm:spPr/>
      <dgm:t>
        <a:bodyPr/>
        <a:lstStyle/>
        <a:p>
          <a:pPr algn="l"/>
          <a:endParaRPr lang="zh-CN" altLang="en-US" sz="3200"/>
        </a:p>
      </dgm:t>
    </dgm:pt>
    <dgm:pt modelId="{A5656D50-9375-4CFD-87B8-4F45B9DAC31A}">
      <dgm:prSet phldrT="[文本]" custT="1"/>
      <dgm:spPr>
        <a:solidFill>
          <a:schemeClr val="bg1"/>
        </a:solidFill>
        <a:ln w="12700" cap="flat" cmpd="sng" algn="ctr">
          <a:solidFill>
            <a:srgbClr val="C00000"/>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a:solidFill>
                <a:srgbClr val="C00000"/>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77365364-D14C-452F-AA6D-09A46557C564}" cxnId="{196E94CB-4FFE-4428-8A35-7D61442736E7}" type="parTrans">
      <dgm:prSet/>
      <dgm:spPr/>
      <dgm:t>
        <a:bodyPr/>
        <a:lstStyle/>
        <a:p>
          <a:pPr algn="l"/>
          <a:endParaRPr lang="zh-CN" altLang="en-US" sz="3200"/>
        </a:p>
      </dgm:t>
    </dgm:pt>
    <dgm:pt modelId="{5DEE6EFB-B765-465C-B7ED-13DA2D4B1477}" cxnId="{196E94CB-4FFE-4428-8A35-7D61442736E7}" type="sibTrans">
      <dgm:prSet/>
      <dgm:spPr/>
      <dgm:t>
        <a:bodyPr/>
        <a:lstStyle/>
        <a:p>
          <a:pPr algn="l"/>
          <a:endParaRPr lang="zh-CN" altLang="en-US" sz="3200"/>
        </a:p>
      </dgm:t>
    </dgm:pt>
    <dgm:pt modelId="{01E2EC56-398B-44C6-A838-602B93E4EAF4}">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gm:t>
    </dgm:pt>
    <dgm:pt modelId="{226A195E-B5CA-41FD-BB89-6833E38833CA}" cxnId="{605819BB-692B-45F5-98C5-5F15BC0B3C37}" type="parTrans">
      <dgm:prSet/>
      <dgm:spPr/>
      <dgm:t>
        <a:bodyPr/>
        <a:lstStyle/>
        <a:p>
          <a:pPr algn="l"/>
          <a:endParaRPr lang="zh-CN" altLang="en-US" sz="3200"/>
        </a:p>
      </dgm:t>
    </dgm:pt>
    <dgm:pt modelId="{F941EEF9-03A3-4559-A44C-EAC294568635}" cxnId="{605819BB-692B-45F5-98C5-5F15BC0B3C37}" type="sibTrans">
      <dgm:prSet/>
      <dgm:spPr/>
      <dgm:t>
        <a:bodyPr/>
        <a:lstStyle/>
        <a:p>
          <a:pPr algn="l"/>
          <a:endParaRPr lang="zh-CN" altLang="en-US" sz="3200"/>
        </a:p>
      </dgm:t>
    </dgm:pt>
    <dgm:pt modelId="{CAF4CC0F-3782-4F8A-B74F-8D8B3539C608}" type="pres">
      <dgm:prSet presAssocID="{FD478015-E4AE-4E80-AF24-A2D21EDBC337}" presName="linear" presStyleCnt="0">
        <dgm:presLayoutVars>
          <dgm:animLvl val="lvl"/>
          <dgm:resizeHandles val="exact"/>
        </dgm:presLayoutVars>
      </dgm:prSet>
      <dgm:spPr/>
    </dgm:pt>
    <dgm:pt modelId="{FD9712FC-0FF5-4F80-B398-385425BE1969}" type="pres">
      <dgm:prSet presAssocID="{D38F8097-3492-48E3-8D29-77F5D3C78601}" presName="parentText" presStyleLbl="node1" presStyleIdx="0" presStyleCnt="8">
        <dgm:presLayoutVars>
          <dgm:chMax val="0"/>
          <dgm:bulletEnabled val="1"/>
        </dgm:presLayoutVars>
      </dgm:prSet>
      <dgm:spPr>
        <a:xfrm>
          <a:off x="0" y="2130"/>
          <a:ext cx="7335520" cy="693362"/>
        </a:xfrm>
        <a:prstGeom prst="roundRect">
          <a:avLst/>
        </a:prstGeom>
      </dgm:spPr>
    </dgm:pt>
    <dgm:pt modelId="{F6E538CC-247E-4859-8DEC-F7CC06D0625B}" type="pres">
      <dgm:prSet presAssocID="{0863F6D8-F866-4B61-B9CB-812C788206CD}" presName="spacer" presStyleCnt="0"/>
      <dgm:spPr/>
    </dgm:pt>
    <dgm:pt modelId="{8CF43773-04A0-4729-8EDB-578309FF0EB6}" type="pres">
      <dgm:prSet presAssocID="{2FD5D591-ED9F-4B4E-9EA9-ED351F687FA6}" presName="parentText" presStyleLbl="node1" presStyleIdx="1" presStyleCnt="8">
        <dgm:presLayoutVars>
          <dgm:chMax val="0"/>
          <dgm:bulletEnabled val="1"/>
        </dgm:presLayoutVars>
      </dgm:prSet>
      <dgm:spPr>
        <a:xfrm>
          <a:off x="0" y="705573"/>
          <a:ext cx="7335520" cy="693730"/>
        </a:xfrm>
        <a:prstGeom prst="roundRect">
          <a:avLst/>
        </a:prstGeom>
      </dgm:spPr>
    </dgm:pt>
    <dgm:pt modelId="{B7B37B62-7923-465E-93E1-6A01B30997F2}" type="pres">
      <dgm:prSet presAssocID="{6E3348FD-A970-4BE4-8674-B59435D10EA9}" presName="spacer" presStyleCnt="0"/>
      <dgm:spPr/>
    </dgm:pt>
    <dgm:pt modelId="{F4556F33-59E7-441A-82C4-303C07956E79}" type="pres">
      <dgm:prSet presAssocID="{2601F321-FC2A-416E-9230-1D7A5F4B0682}" presName="parentText" presStyleLbl="node1" presStyleIdx="2" presStyleCnt="8">
        <dgm:presLayoutVars>
          <dgm:chMax val="0"/>
          <dgm:bulletEnabled val="1"/>
        </dgm:presLayoutVars>
      </dgm:prSet>
      <dgm:spPr>
        <a:xfrm>
          <a:off x="0" y="1410146"/>
          <a:ext cx="7335520" cy="693730"/>
        </a:xfrm>
        <a:prstGeom prst="roundRect">
          <a:avLst/>
        </a:prstGeom>
      </dgm:spPr>
    </dgm:pt>
    <dgm:pt modelId="{54D569AF-415B-4ECD-AB70-57091ACA28E9}" type="pres">
      <dgm:prSet presAssocID="{0AAA44FF-71B3-4387-91CD-CA86BD254771}" presName="spacer" presStyleCnt="0"/>
      <dgm:spPr/>
    </dgm:pt>
    <dgm:pt modelId="{FBCB08D6-EA46-4D93-94F5-1B7AA18BD962}" type="pres">
      <dgm:prSet presAssocID="{0F01D558-F852-4538-8DF5-FB80B525F43A}" presName="parentText" presStyleLbl="node1" presStyleIdx="3" presStyleCnt="8">
        <dgm:presLayoutVars>
          <dgm:chMax val="0"/>
          <dgm:bulletEnabled val="1"/>
        </dgm:presLayoutVars>
      </dgm:prSet>
      <dgm:spPr>
        <a:xfrm>
          <a:off x="0" y="2114719"/>
          <a:ext cx="7335520" cy="693730"/>
        </a:xfrm>
        <a:prstGeom prst="roundRect">
          <a:avLst/>
        </a:prstGeom>
      </dgm:spPr>
    </dgm:pt>
    <dgm:pt modelId="{F2F6ED09-537A-42BD-A4DA-EFA1BCF6D8E3}" type="pres">
      <dgm:prSet presAssocID="{9D65AAF4-E0C4-4A8D-BAA6-1C9C47E0DCFB}" presName="spacer" presStyleCnt="0"/>
      <dgm:spPr/>
    </dgm:pt>
    <dgm:pt modelId="{FA78991A-8BDD-4871-A7C0-4B4AC8D0C058}" type="pres">
      <dgm:prSet presAssocID="{DBF417F5-A43B-470F-B7DF-112770E755AC}" presName="parentText" presStyleLbl="node1" presStyleIdx="4" presStyleCnt="8">
        <dgm:presLayoutVars>
          <dgm:chMax val="0"/>
          <dgm:bulletEnabled val="1"/>
        </dgm:presLayoutVars>
      </dgm:prSet>
      <dgm:spPr>
        <a:xfrm>
          <a:off x="0" y="2819292"/>
          <a:ext cx="7335520" cy="693730"/>
        </a:xfrm>
        <a:prstGeom prst="roundRect">
          <a:avLst/>
        </a:prstGeom>
      </dgm:spPr>
    </dgm:pt>
    <dgm:pt modelId="{4B616585-DB8F-418D-AF71-45BCAF0B0BB6}" type="pres">
      <dgm:prSet presAssocID="{39DCCB44-C648-443A-8B6D-463160690D33}" presName="spacer" presStyleCnt="0"/>
      <dgm:spPr/>
    </dgm:pt>
    <dgm:pt modelId="{9CADED39-099F-4E07-8F41-6B5938B71168}" type="pres">
      <dgm:prSet presAssocID="{9EC864E3-92CF-4CF4-A6F1-5F7F13BF7622}" presName="parentText" presStyleLbl="node1" presStyleIdx="5" presStyleCnt="8">
        <dgm:presLayoutVars>
          <dgm:chMax val="0"/>
          <dgm:bulletEnabled val="1"/>
        </dgm:presLayoutVars>
      </dgm:prSet>
      <dgm:spPr>
        <a:xfrm>
          <a:off x="0" y="3526164"/>
          <a:ext cx="7335520" cy="691031"/>
        </a:xfrm>
        <a:prstGeom prst="roundRect">
          <a:avLst/>
        </a:prstGeom>
      </dgm:spPr>
    </dgm:pt>
    <dgm:pt modelId="{948E7AB0-EEA5-4F3E-86F4-A562C9B8BFD9}" type="pres">
      <dgm:prSet presAssocID="{30778EC5-09D4-4339-81A7-611F18EA80C8}" presName="spacer" presStyleCnt="0"/>
      <dgm:spPr/>
    </dgm:pt>
    <dgm:pt modelId="{EEF8EFB9-A897-44C9-AFD5-4A7F06E01A25}" type="pres">
      <dgm:prSet presAssocID="{A5656D50-9375-4CFD-87B8-4F45B9DAC31A}" presName="parentText" presStyleLbl="node1" presStyleIdx="6" presStyleCnt="8">
        <dgm:presLayoutVars>
          <dgm:chMax val="0"/>
          <dgm:bulletEnabled val="1"/>
        </dgm:presLayoutVars>
      </dgm:prSet>
      <dgm:spPr>
        <a:xfrm>
          <a:off x="0" y="4228437"/>
          <a:ext cx="7335520" cy="693730"/>
        </a:xfrm>
        <a:prstGeom prst="roundRect">
          <a:avLst/>
        </a:prstGeom>
      </dgm:spPr>
    </dgm:pt>
    <dgm:pt modelId="{708F987A-043E-4CB3-AFBA-D2D234F8A47E}" type="pres">
      <dgm:prSet presAssocID="{5DEE6EFB-B765-465C-B7ED-13DA2D4B1477}" presName="spacer" presStyleCnt="0"/>
      <dgm:spPr/>
    </dgm:pt>
    <dgm:pt modelId="{77073944-EDE4-4181-8556-1037BCBAE601}" type="pres">
      <dgm:prSet presAssocID="{01E2EC56-398B-44C6-A838-602B93E4EAF4}" presName="parentText" presStyleLbl="node1" presStyleIdx="7" presStyleCnt="8">
        <dgm:presLayoutVars>
          <dgm:chMax val="0"/>
          <dgm:bulletEnabled val="1"/>
        </dgm:presLayoutVars>
      </dgm:prSet>
      <dgm:spPr>
        <a:xfrm>
          <a:off x="0" y="4933010"/>
          <a:ext cx="7335520" cy="693730"/>
        </a:xfrm>
        <a:prstGeom prst="roundRect">
          <a:avLst/>
        </a:prstGeom>
      </dgm:spPr>
    </dgm:pt>
  </dgm:ptLst>
  <dgm:cxnLst>
    <dgm:cxn modelId="{975F9D07-4930-4DCD-8727-6450394695E3}" type="presOf" srcId="{9EC864E3-92CF-4CF4-A6F1-5F7F13BF7622}" destId="{9CADED39-099F-4E07-8F41-6B5938B71168}" srcOrd="0" destOrd="0" presId="urn:microsoft.com/office/officeart/2005/8/layout/vList2#3"/>
    <dgm:cxn modelId="{2C701233-0412-41E2-90FE-A8581B0B0008}" srcId="{FD478015-E4AE-4E80-AF24-A2D21EDBC337}" destId="{0F01D558-F852-4538-8DF5-FB80B525F43A}" srcOrd="3" destOrd="0" parTransId="{FDD220AE-86EA-44D2-B025-E61FC05ACD22}" sibTransId="{9D65AAF4-E0C4-4A8D-BAA6-1C9C47E0DCFB}"/>
    <dgm:cxn modelId="{B2363637-8BAB-4142-9467-FC3863E0FC08}" type="presOf" srcId="{A5656D50-9375-4CFD-87B8-4F45B9DAC31A}" destId="{EEF8EFB9-A897-44C9-AFD5-4A7F06E01A25}" srcOrd="0" destOrd="0" presId="urn:microsoft.com/office/officeart/2005/8/layout/vList2#3"/>
    <dgm:cxn modelId="{2F0A133E-B122-49D5-8BFE-ACA6A59D4E95}" type="presOf" srcId="{FD478015-E4AE-4E80-AF24-A2D21EDBC337}" destId="{CAF4CC0F-3782-4F8A-B74F-8D8B3539C608}" srcOrd="0" destOrd="0" presId="urn:microsoft.com/office/officeart/2005/8/layout/vList2#3"/>
    <dgm:cxn modelId="{32836D63-29E1-4370-9940-16BC39CB269F}" type="presOf" srcId="{0F01D558-F852-4538-8DF5-FB80B525F43A}" destId="{FBCB08D6-EA46-4D93-94F5-1B7AA18BD962}" srcOrd="0" destOrd="0" presId="urn:microsoft.com/office/officeart/2005/8/layout/vList2#3"/>
    <dgm:cxn modelId="{8362C546-DEB9-44F2-B686-420210061514}" srcId="{FD478015-E4AE-4E80-AF24-A2D21EDBC337}" destId="{2FD5D591-ED9F-4B4E-9EA9-ED351F687FA6}" srcOrd="1" destOrd="0" parTransId="{256976CA-7BC7-44DA-9957-4C2E032B284B}" sibTransId="{6E3348FD-A970-4BE4-8674-B59435D10EA9}"/>
    <dgm:cxn modelId="{A88E314A-7209-445B-85CF-668C5A8A2454}" srcId="{FD478015-E4AE-4E80-AF24-A2D21EDBC337}" destId="{9EC864E3-92CF-4CF4-A6F1-5F7F13BF7622}" srcOrd="5" destOrd="0" parTransId="{D26480F7-E7B4-4772-BCDC-FADE1196B00F}" sibTransId="{30778EC5-09D4-4339-81A7-611F18EA80C8}"/>
    <dgm:cxn modelId="{0E4B614C-42EE-4D06-9F10-E55C7BE5AD30}" srcId="{FD478015-E4AE-4E80-AF24-A2D21EDBC337}" destId="{DBF417F5-A43B-470F-B7DF-112770E755AC}" srcOrd="4" destOrd="0" parTransId="{256C397E-11FC-44DF-B010-7F4AA5C94BD1}" sibTransId="{39DCCB44-C648-443A-8B6D-463160690D33}"/>
    <dgm:cxn modelId="{4A5A8096-9434-4712-8BA3-FD007E466499}" type="presOf" srcId="{01E2EC56-398B-44C6-A838-602B93E4EAF4}" destId="{77073944-EDE4-4181-8556-1037BCBAE601}" srcOrd="0" destOrd="0" presId="urn:microsoft.com/office/officeart/2005/8/layout/vList2#3"/>
    <dgm:cxn modelId="{2203F6A5-67E9-4F59-8AA4-6227F9B51C36}" type="presOf" srcId="{2FD5D591-ED9F-4B4E-9EA9-ED351F687FA6}" destId="{8CF43773-04A0-4729-8EDB-578309FF0EB6}" srcOrd="0" destOrd="0" presId="urn:microsoft.com/office/officeart/2005/8/layout/vList2#3"/>
    <dgm:cxn modelId="{402AB1B5-866E-4F75-A656-C826AB141AB6}" srcId="{FD478015-E4AE-4E80-AF24-A2D21EDBC337}" destId="{2601F321-FC2A-416E-9230-1D7A5F4B0682}" srcOrd="2" destOrd="0" parTransId="{D1F6170C-2A83-4B0F-987D-804F90740473}" sibTransId="{0AAA44FF-71B3-4387-91CD-CA86BD254771}"/>
    <dgm:cxn modelId="{605819BB-692B-45F5-98C5-5F15BC0B3C37}" srcId="{FD478015-E4AE-4E80-AF24-A2D21EDBC337}" destId="{01E2EC56-398B-44C6-A838-602B93E4EAF4}" srcOrd="7" destOrd="0" parTransId="{226A195E-B5CA-41FD-BB89-6833E38833CA}" sibTransId="{F941EEF9-03A3-4559-A44C-EAC294568635}"/>
    <dgm:cxn modelId="{147A72C4-6168-4101-B1FD-61048F7AC260}" srcId="{FD478015-E4AE-4E80-AF24-A2D21EDBC337}" destId="{D38F8097-3492-48E3-8D29-77F5D3C78601}" srcOrd="0" destOrd="0" parTransId="{86B61D86-BDD8-43B1-A8D3-493601445979}" sibTransId="{0863F6D8-F866-4B61-B9CB-812C788206CD}"/>
    <dgm:cxn modelId="{196E94CB-4FFE-4428-8A35-7D61442736E7}" srcId="{FD478015-E4AE-4E80-AF24-A2D21EDBC337}" destId="{A5656D50-9375-4CFD-87B8-4F45B9DAC31A}" srcOrd="6" destOrd="0" parTransId="{77365364-D14C-452F-AA6D-09A46557C564}" sibTransId="{5DEE6EFB-B765-465C-B7ED-13DA2D4B1477}"/>
    <dgm:cxn modelId="{F64C0ED4-BFB7-4903-ABE8-EA6A0A4216FB}" type="presOf" srcId="{2601F321-FC2A-416E-9230-1D7A5F4B0682}" destId="{F4556F33-59E7-441A-82C4-303C07956E79}" srcOrd="0" destOrd="0" presId="urn:microsoft.com/office/officeart/2005/8/layout/vList2#3"/>
    <dgm:cxn modelId="{67F72CFB-FD2B-421C-8ABA-3CD058D56126}" type="presOf" srcId="{DBF417F5-A43B-470F-B7DF-112770E755AC}" destId="{FA78991A-8BDD-4871-A7C0-4B4AC8D0C058}" srcOrd="0" destOrd="0" presId="urn:microsoft.com/office/officeart/2005/8/layout/vList2#3"/>
    <dgm:cxn modelId="{457056FC-61DD-40EB-B1B9-B5E389FFF2CB}" type="presOf" srcId="{D38F8097-3492-48E3-8D29-77F5D3C78601}" destId="{FD9712FC-0FF5-4F80-B398-385425BE1969}" srcOrd="0" destOrd="0" presId="urn:microsoft.com/office/officeart/2005/8/layout/vList2#3"/>
    <dgm:cxn modelId="{B1EB36C3-8207-4FFC-909C-E0995A5F836E}" type="presParOf" srcId="{CAF4CC0F-3782-4F8A-B74F-8D8B3539C608}" destId="{FD9712FC-0FF5-4F80-B398-385425BE1969}" srcOrd="0" destOrd="0" presId="urn:microsoft.com/office/officeart/2005/8/layout/vList2#3"/>
    <dgm:cxn modelId="{7D86D176-45E9-4621-B7E3-7BF43BBDFE80}" type="presParOf" srcId="{CAF4CC0F-3782-4F8A-B74F-8D8B3539C608}" destId="{F6E538CC-247E-4859-8DEC-F7CC06D0625B}" srcOrd="1" destOrd="0" presId="urn:microsoft.com/office/officeart/2005/8/layout/vList2#3"/>
    <dgm:cxn modelId="{57A34C59-3A25-4AE0-836B-5386D8A51BAF}" type="presParOf" srcId="{CAF4CC0F-3782-4F8A-B74F-8D8B3539C608}" destId="{8CF43773-04A0-4729-8EDB-578309FF0EB6}" srcOrd="2" destOrd="0" presId="urn:microsoft.com/office/officeart/2005/8/layout/vList2#3"/>
    <dgm:cxn modelId="{328D06D6-0814-42F1-BAB7-9471DB444379}" type="presParOf" srcId="{CAF4CC0F-3782-4F8A-B74F-8D8B3539C608}" destId="{B7B37B62-7923-465E-93E1-6A01B30997F2}" srcOrd="3" destOrd="0" presId="urn:microsoft.com/office/officeart/2005/8/layout/vList2#3"/>
    <dgm:cxn modelId="{307C90DB-DC3C-4F1A-AA2D-6CE5C886EC0B}" type="presParOf" srcId="{CAF4CC0F-3782-4F8A-B74F-8D8B3539C608}" destId="{F4556F33-59E7-441A-82C4-303C07956E79}" srcOrd="4" destOrd="0" presId="urn:microsoft.com/office/officeart/2005/8/layout/vList2#3"/>
    <dgm:cxn modelId="{ADA3C6D7-71C6-4E03-BCC6-D8B7F4060E37}" type="presParOf" srcId="{CAF4CC0F-3782-4F8A-B74F-8D8B3539C608}" destId="{54D569AF-415B-4ECD-AB70-57091ACA28E9}" srcOrd="5" destOrd="0" presId="urn:microsoft.com/office/officeart/2005/8/layout/vList2#3"/>
    <dgm:cxn modelId="{B1DB6F83-35EC-4EE3-B2F2-DE11A119F25A}" type="presParOf" srcId="{CAF4CC0F-3782-4F8A-B74F-8D8B3539C608}" destId="{FBCB08D6-EA46-4D93-94F5-1B7AA18BD962}" srcOrd="6" destOrd="0" presId="urn:microsoft.com/office/officeart/2005/8/layout/vList2#3"/>
    <dgm:cxn modelId="{7235E75C-031B-4611-B151-5CB2A5A30B8E}" type="presParOf" srcId="{CAF4CC0F-3782-4F8A-B74F-8D8B3539C608}" destId="{F2F6ED09-537A-42BD-A4DA-EFA1BCF6D8E3}" srcOrd="7" destOrd="0" presId="urn:microsoft.com/office/officeart/2005/8/layout/vList2#3"/>
    <dgm:cxn modelId="{0BEBF24F-9929-4053-A2A3-C258B3FFC069}" type="presParOf" srcId="{CAF4CC0F-3782-4F8A-B74F-8D8B3539C608}" destId="{FA78991A-8BDD-4871-A7C0-4B4AC8D0C058}" srcOrd="8" destOrd="0" presId="urn:microsoft.com/office/officeart/2005/8/layout/vList2#3"/>
    <dgm:cxn modelId="{30C39016-3614-48FF-80F9-32E4F37D2D08}" type="presParOf" srcId="{CAF4CC0F-3782-4F8A-B74F-8D8B3539C608}" destId="{4B616585-DB8F-418D-AF71-45BCAF0B0BB6}" srcOrd="9" destOrd="0" presId="urn:microsoft.com/office/officeart/2005/8/layout/vList2#3"/>
    <dgm:cxn modelId="{266F26AA-EC97-49AA-B28E-F6FE3ED099CF}" type="presParOf" srcId="{CAF4CC0F-3782-4F8A-B74F-8D8B3539C608}" destId="{9CADED39-099F-4E07-8F41-6B5938B71168}" srcOrd="10" destOrd="0" presId="urn:microsoft.com/office/officeart/2005/8/layout/vList2#3"/>
    <dgm:cxn modelId="{77E430EC-39F8-4645-BBBB-1B94A23C6215}" type="presParOf" srcId="{CAF4CC0F-3782-4F8A-B74F-8D8B3539C608}" destId="{948E7AB0-EEA5-4F3E-86F4-A562C9B8BFD9}" srcOrd="11" destOrd="0" presId="urn:microsoft.com/office/officeart/2005/8/layout/vList2#3"/>
    <dgm:cxn modelId="{F639C695-7C6E-429D-A677-F02344D90D99}" type="presParOf" srcId="{CAF4CC0F-3782-4F8A-B74F-8D8B3539C608}" destId="{EEF8EFB9-A897-44C9-AFD5-4A7F06E01A25}" srcOrd="12" destOrd="0" presId="urn:microsoft.com/office/officeart/2005/8/layout/vList2#3"/>
    <dgm:cxn modelId="{94693288-552D-4C6E-8EF3-822AFD7EC974}" type="presParOf" srcId="{CAF4CC0F-3782-4F8A-B74F-8D8B3539C608}" destId="{708F987A-043E-4CB3-AFBA-D2D234F8A47E}" srcOrd="13" destOrd="0" presId="urn:microsoft.com/office/officeart/2005/8/layout/vList2#3"/>
    <dgm:cxn modelId="{B4B78B7A-F058-44F8-9CBC-5CBC5C4B8266}" type="presParOf" srcId="{CAF4CC0F-3782-4F8A-B74F-8D8B3539C608}" destId="{77073944-EDE4-4181-8556-1037BCBAE601}" srcOrd="14" destOrd="0" presId="urn:microsoft.com/office/officeart/2005/8/layout/vList2#3"/>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2" csCatId="colorful" phldr="1"/>
      <dgm:spPr/>
      <dgm:t>
        <a:bodyPr/>
        <a:lstStyle/>
        <a:p>
          <a:endParaRPr lang="zh-CN" altLang="en-US"/>
        </a:p>
      </dgm:t>
    </dgm:pt>
    <dgm:pt modelId="{D38F8097-3492-48E3-8D29-77F5D3C78601}">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gm:t>
    </dgm:pt>
    <dgm:pt modelId="{86B61D86-BDD8-43B1-A8D3-493601445979}" cxnId="{147A72C4-6168-4101-B1FD-61048F7AC260}" type="parTrans">
      <dgm:prSet/>
      <dgm:spPr/>
      <dgm:t>
        <a:bodyPr/>
        <a:lstStyle/>
        <a:p>
          <a:pPr algn="l"/>
          <a:endParaRPr lang="zh-CN" altLang="en-US" sz="3200" b="1">
            <a:solidFill>
              <a:schemeClr val="tx1"/>
            </a:solidFill>
          </a:endParaRPr>
        </a:p>
      </dgm:t>
    </dgm:pt>
    <dgm:pt modelId="{0863F6D8-F866-4B61-B9CB-812C788206CD}" cxnId="{147A72C4-6168-4101-B1FD-61048F7AC260}" type="sibTrans">
      <dgm:prSet/>
      <dgm:spPr/>
      <dgm:t>
        <a:bodyPr/>
        <a:lstStyle/>
        <a:p>
          <a:pPr algn="l"/>
          <a:endParaRPr lang="zh-CN" altLang="en-US" sz="3200" b="1">
            <a:solidFill>
              <a:schemeClr val="tx1"/>
            </a:solidFill>
          </a:endParaRPr>
        </a:p>
      </dgm:t>
    </dgm:pt>
    <dgm:pt modelId="{2FD5D591-ED9F-4B4E-9EA9-ED351F687FA6}">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作业与作业调度</a:t>
          </a:r>
        </a:p>
      </dgm:t>
    </dgm:pt>
    <dgm:pt modelId="{256976CA-7BC7-44DA-9957-4C2E032B284B}" cxnId="{8362C546-DEB9-44F2-B686-420210061514}" type="parTrans">
      <dgm:prSet/>
      <dgm:spPr/>
      <dgm:t>
        <a:bodyPr/>
        <a:lstStyle/>
        <a:p>
          <a:pPr algn="l"/>
          <a:endParaRPr lang="zh-CN" altLang="en-US" sz="3200"/>
        </a:p>
      </dgm:t>
    </dgm:pt>
    <dgm:pt modelId="{6E3348FD-A970-4BE4-8674-B59435D10EA9}" cxnId="{8362C546-DEB9-44F2-B686-420210061514}" type="sibTrans">
      <dgm:prSet/>
      <dgm:spPr/>
      <dgm:t>
        <a:bodyPr/>
        <a:lstStyle/>
        <a:p>
          <a:pPr algn="l"/>
          <a:endParaRPr lang="zh-CN" altLang="en-US" sz="3200"/>
        </a:p>
      </dgm:t>
    </dgm:pt>
    <dgm:pt modelId="{2601F321-FC2A-416E-9230-1D7A5F4B0682}">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进程调度</a:t>
          </a:r>
        </a:p>
      </dgm:t>
    </dgm:pt>
    <dgm:pt modelId="{D1F6170C-2A83-4B0F-987D-804F90740473}" cxnId="{402AB1B5-866E-4F75-A656-C826AB141AB6}" type="parTrans">
      <dgm:prSet/>
      <dgm:spPr/>
      <dgm:t>
        <a:bodyPr/>
        <a:lstStyle/>
        <a:p>
          <a:pPr algn="l"/>
          <a:endParaRPr lang="zh-CN" altLang="en-US" sz="3200"/>
        </a:p>
      </dgm:t>
    </dgm:pt>
    <dgm:pt modelId="{0AAA44FF-71B3-4387-91CD-CA86BD254771}" cxnId="{402AB1B5-866E-4F75-A656-C826AB141AB6}" type="sibTrans">
      <dgm:prSet/>
      <dgm:spPr/>
      <dgm:t>
        <a:bodyPr/>
        <a:lstStyle/>
        <a:p>
          <a:pPr algn="l"/>
          <a:endParaRPr lang="zh-CN" altLang="en-US" sz="3200"/>
        </a:p>
      </dgm:t>
    </dgm:pt>
    <dgm:pt modelId="{0F01D558-F852-4538-8DF5-FB80B525F43A}">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实时调度</a:t>
          </a:r>
        </a:p>
      </dgm:t>
    </dgm:pt>
    <dgm:pt modelId="{FDD220AE-86EA-44D2-B025-E61FC05ACD22}" cxnId="{2C701233-0412-41E2-90FE-A8581B0B0008}" type="parTrans">
      <dgm:prSet/>
      <dgm:spPr/>
      <dgm:t>
        <a:bodyPr/>
        <a:lstStyle/>
        <a:p>
          <a:pPr algn="l"/>
          <a:endParaRPr lang="zh-CN" altLang="en-US" sz="3200"/>
        </a:p>
      </dgm:t>
    </dgm:pt>
    <dgm:pt modelId="{9D65AAF4-E0C4-4A8D-BAA6-1C9C47E0DCFB}" cxnId="{2C701233-0412-41E2-90FE-A8581B0B0008}" type="sibTrans">
      <dgm:prSet/>
      <dgm:spPr/>
      <dgm:t>
        <a:bodyPr/>
        <a:lstStyle/>
        <a:p>
          <a:pPr algn="l"/>
          <a:endParaRPr lang="zh-CN" altLang="en-US" sz="3200"/>
        </a:p>
      </dgm:t>
    </dgm:pt>
    <dgm:pt modelId="{DBF417F5-A43B-470F-B7DF-112770E755AC}">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死锁概述</a:t>
          </a:r>
        </a:p>
      </dgm:t>
    </dgm:pt>
    <dgm:pt modelId="{256C397E-11FC-44DF-B010-7F4AA5C94BD1}" cxnId="{0E4B614C-42EE-4D06-9F10-E55C7BE5AD30}" type="parTrans">
      <dgm:prSet/>
      <dgm:spPr/>
      <dgm:t>
        <a:bodyPr/>
        <a:lstStyle/>
        <a:p>
          <a:pPr algn="l"/>
          <a:endParaRPr lang="zh-CN" altLang="en-US" sz="3200"/>
        </a:p>
      </dgm:t>
    </dgm:pt>
    <dgm:pt modelId="{39DCCB44-C648-443A-8B6D-463160690D33}" cxnId="{0E4B614C-42EE-4D06-9F10-E55C7BE5AD30}" type="sibTrans">
      <dgm:prSet/>
      <dgm:spPr/>
      <dgm:t>
        <a:bodyPr/>
        <a:lstStyle/>
        <a:p>
          <a:pPr algn="l"/>
          <a:endParaRPr lang="zh-CN" altLang="en-US" sz="3200"/>
        </a:p>
      </dgm:t>
    </dgm:pt>
    <dgm:pt modelId="{9EC864E3-92CF-4CF4-A6F1-5F7F13BF7622}">
      <dgm:prSet phldrT="[文本]" custT="1"/>
      <dgm:spPr>
        <a:solidFill>
          <a:srgbClr val="C00000"/>
        </a:solidFill>
        <a:ln w="12700" cap="flat" cmpd="sng" algn="ctr">
          <a:solidFill>
            <a:srgbClr val="C00000"/>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预防死锁</a:t>
          </a:r>
        </a:p>
      </dgm:t>
    </dgm:pt>
    <dgm:pt modelId="{D26480F7-E7B4-4772-BCDC-FADE1196B00F}" cxnId="{A88E314A-7209-445B-85CF-668C5A8A2454}" type="parTrans">
      <dgm:prSet/>
      <dgm:spPr/>
      <dgm:t>
        <a:bodyPr/>
        <a:lstStyle/>
        <a:p>
          <a:pPr algn="l"/>
          <a:endParaRPr lang="zh-CN" altLang="en-US" sz="3200"/>
        </a:p>
      </dgm:t>
    </dgm:pt>
    <dgm:pt modelId="{30778EC5-09D4-4339-81A7-611F18EA80C8}" cxnId="{A88E314A-7209-445B-85CF-668C5A8A2454}" type="sibTrans">
      <dgm:prSet/>
      <dgm:spPr/>
      <dgm:t>
        <a:bodyPr/>
        <a:lstStyle/>
        <a:p>
          <a:pPr algn="l"/>
          <a:endParaRPr lang="zh-CN" altLang="en-US" sz="3200"/>
        </a:p>
      </dgm:t>
    </dgm:pt>
    <dgm:pt modelId="{A5656D50-9375-4CFD-87B8-4F45B9DAC31A}">
      <dgm:prSet phldrT="[文本]" custT="1"/>
      <dgm:spPr>
        <a:solidFill>
          <a:schemeClr val="bg1"/>
        </a:solidFill>
        <a:ln w="12700" cap="flat" cmpd="sng" algn="ctr">
          <a:solidFill>
            <a:srgbClr val="C00000"/>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避免死锁</a:t>
          </a:r>
          <a:r>
            <a:rPr lang="en-US" altLang="zh-CN" sz="3200" b="1" kern="1200" dirty="0">
              <a:solidFill>
                <a:srgbClr val="C00000"/>
              </a:solidFill>
              <a:latin typeface="微软雅黑" panose="020B0503020204020204" pitchFamily="34" charset="-122"/>
              <a:ea typeface="微软雅黑" panose="020B0503020204020204" pitchFamily="34" charset="-122"/>
              <a:cs typeface="+mn-cs"/>
            </a:rPr>
            <a:t>——</a:t>
          </a:r>
          <a:r>
            <a:rPr lang="zh-CN" altLang="en-US" sz="3200" b="1" kern="1200" dirty="0">
              <a:solidFill>
                <a:srgbClr val="C00000"/>
              </a:solidFill>
              <a:latin typeface="微软雅黑" panose="020B0503020204020204" pitchFamily="34" charset="-122"/>
              <a:ea typeface="微软雅黑" panose="020B0503020204020204" pitchFamily="34" charset="-122"/>
              <a:cs typeface="+mn-cs"/>
            </a:rPr>
            <a:t>事先预防</a:t>
          </a:r>
        </a:p>
      </dgm:t>
    </dgm:pt>
    <dgm:pt modelId="{77365364-D14C-452F-AA6D-09A46557C564}" cxnId="{196E94CB-4FFE-4428-8A35-7D61442736E7}" type="parTrans">
      <dgm:prSet/>
      <dgm:spPr/>
      <dgm:t>
        <a:bodyPr/>
        <a:lstStyle/>
        <a:p>
          <a:pPr algn="l"/>
          <a:endParaRPr lang="zh-CN" altLang="en-US" sz="3200"/>
        </a:p>
      </dgm:t>
    </dgm:pt>
    <dgm:pt modelId="{5DEE6EFB-B765-465C-B7ED-13DA2D4B1477}" cxnId="{196E94CB-4FFE-4428-8A35-7D61442736E7}" type="sibTrans">
      <dgm:prSet/>
      <dgm:spPr/>
      <dgm:t>
        <a:bodyPr/>
        <a:lstStyle/>
        <a:p>
          <a:pPr algn="l"/>
          <a:endParaRPr lang="zh-CN" altLang="en-US" sz="3200"/>
        </a:p>
      </dgm:t>
    </dgm:pt>
    <dgm:pt modelId="{01E2EC56-398B-44C6-A838-602B93E4EAF4}">
      <dgm:prSet phldrT="[文本]" custT="1"/>
      <dgm:spPr>
        <a:solidFill>
          <a:srgbClr val="C00000"/>
        </a:solidFill>
        <a:ln w="12700" cap="flat" cmpd="sng" algn="ctr">
          <a:solidFill>
            <a:prstClr val="white">
              <a:hueOff val="0"/>
              <a:satOff val="0"/>
              <a:lumOff val="0"/>
              <a:alphaOff val="0"/>
            </a:prstClr>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gm:t>
    </dgm:pt>
    <dgm:pt modelId="{226A195E-B5CA-41FD-BB89-6833E38833CA}" cxnId="{605819BB-692B-45F5-98C5-5F15BC0B3C37}" type="parTrans">
      <dgm:prSet/>
      <dgm:spPr/>
      <dgm:t>
        <a:bodyPr/>
        <a:lstStyle/>
        <a:p>
          <a:pPr algn="l"/>
          <a:endParaRPr lang="zh-CN" altLang="en-US" sz="3200"/>
        </a:p>
      </dgm:t>
    </dgm:pt>
    <dgm:pt modelId="{F941EEF9-03A3-4559-A44C-EAC294568635}" cxnId="{605819BB-692B-45F5-98C5-5F15BC0B3C37}" type="sibTrans">
      <dgm:prSet/>
      <dgm:spPr/>
      <dgm:t>
        <a:bodyPr/>
        <a:lstStyle/>
        <a:p>
          <a:pPr algn="l"/>
          <a:endParaRPr lang="zh-CN" altLang="en-US" sz="3200"/>
        </a:p>
      </dgm:t>
    </dgm:pt>
    <dgm:pt modelId="{CAF4CC0F-3782-4F8A-B74F-8D8B3539C608}" type="pres">
      <dgm:prSet presAssocID="{FD478015-E4AE-4E80-AF24-A2D21EDBC337}" presName="linear" presStyleCnt="0">
        <dgm:presLayoutVars>
          <dgm:animLvl val="lvl"/>
          <dgm:resizeHandles val="exact"/>
        </dgm:presLayoutVars>
      </dgm:prSet>
      <dgm:spPr/>
    </dgm:pt>
    <dgm:pt modelId="{FD9712FC-0FF5-4F80-B398-385425BE1969}" type="pres">
      <dgm:prSet presAssocID="{D38F8097-3492-48E3-8D29-77F5D3C78601}" presName="parentText" presStyleLbl="node1" presStyleIdx="0" presStyleCnt="8">
        <dgm:presLayoutVars>
          <dgm:chMax val="0"/>
          <dgm:bulletEnabled val="1"/>
        </dgm:presLayoutVars>
      </dgm:prSet>
      <dgm:spPr>
        <a:xfrm>
          <a:off x="0" y="2130"/>
          <a:ext cx="7335520" cy="693362"/>
        </a:xfrm>
        <a:prstGeom prst="roundRect">
          <a:avLst/>
        </a:prstGeom>
      </dgm:spPr>
    </dgm:pt>
    <dgm:pt modelId="{F6E538CC-247E-4859-8DEC-F7CC06D0625B}" type="pres">
      <dgm:prSet presAssocID="{0863F6D8-F866-4B61-B9CB-812C788206CD}" presName="spacer" presStyleCnt="0"/>
      <dgm:spPr/>
    </dgm:pt>
    <dgm:pt modelId="{8CF43773-04A0-4729-8EDB-578309FF0EB6}" type="pres">
      <dgm:prSet presAssocID="{2FD5D591-ED9F-4B4E-9EA9-ED351F687FA6}" presName="parentText" presStyleLbl="node1" presStyleIdx="1" presStyleCnt="8">
        <dgm:presLayoutVars>
          <dgm:chMax val="0"/>
          <dgm:bulletEnabled val="1"/>
        </dgm:presLayoutVars>
      </dgm:prSet>
      <dgm:spPr>
        <a:xfrm>
          <a:off x="0" y="705573"/>
          <a:ext cx="7335520" cy="693730"/>
        </a:xfrm>
        <a:prstGeom prst="roundRect">
          <a:avLst/>
        </a:prstGeom>
      </dgm:spPr>
    </dgm:pt>
    <dgm:pt modelId="{B7B37B62-7923-465E-93E1-6A01B30997F2}" type="pres">
      <dgm:prSet presAssocID="{6E3348FD-A970-4BE4-8674-B59435D10EA9}" presName="spacer" presStyleCnt="0"/>
      <dgm:spPr/>
    </dgm:pt>
    <dgm:pt modelId="{F4556F33-59E7-441A-82C4-303C07956E79}" type="pres">
      <dgm:prSet presAssocID="{2601F321-FC2A-416E-9230-1D7A5F4B0682}" presName="parentText" presStyleLbl="node1" presStyleIdx="2" presStyleCnt="8">
        <dgm:presLayoutVars>
          <dgm:chMax val="0"/>
          <dgm:bulletEnabled val="1"/>
        </dgm:presLayoutVars>
      </dgm:prSet>
      <dgm:spPr>
        <a:xfrm>
          <a:off x="0" y="1410146"/>
          <a:ext cx="7335520" cy="693730"/>
        </a:xfrm>
        <a:prstGeom prst="roundRect">
          <a:avLst/>
        </a:prstGeom>
      </dgm:spPr>
    </dgm:pt>
    <dgm:pt modelId="{54D569AF-415B-4ECD-AB70-57091ACA28E9}" type="pres">
      <dgm:prSet presAssocID="{0AAA44FF-71B3-4387-91CD-CA86BD254771}" presName="spacer" presStyleCnt="0"/>
      <dgm:spPr/>
    </dgm:pt>
    <dgm:pt modelId="{FBCB08D6-EA46-4D93-94F5-1B7AA18BD962}" type="pres">
      <dgm:prSet presAssocID="{0F01D558-F852-4538-8DF5-FB80B525F43A}" presName="parentText" presStyleLbl="node1" presStyleIdx="3" presStyleCnt="8">
        <dgm:presLayoutVars>
          <dgm:chMax val="0"/>
          <dgm:bulletEnabled val="1"/>
        </dgm:presLayoutVars>
      </dgm:prSet>
      <dgm:spPr>
        <a:xfrm>
          <a:off x="0" y="2114719"/>
          <a:ext cx="7335520" cy="693730"/>
        </a:xfrm>
        <a:prstGeom prst="roundRect">
          <a:avLst/>
        </a:prstGeom>
      </dgm:spPr>
    </dgm:pt>
    <dgm:pt modelId="{F2F6ED09-537A-42BD-A4DA-EFA1BCF6D8E3}" type="pres">
      <dgm:prSet presAssocID="{9D65AAF4-E0C4-4A8D-BAA6-1C9C47E0DCFB}" presName="spacer" presStyleCnt="0"/>
      <dgm:spPr/>
    </dgm:pt>
    <dgm:pt modelId="{FA78991A-8BDD-4871-A7C0-4B4AC8D0C058}" type="pres">
      <dgm:prSet presAssocID="{DBF417F5-A43B-470F-B7DF-112770E755AC}" presName="parentText" presStyleLbl="node1" presStyleIdx="4" presStyleCnt="8">
        <dgm:presLayoutVars>
          <dgm:chMax val="0"/>
          <dgm:bulletEnabled val="1"/>
        </dgm:presLayoutVars>
      </dgm:prSet>
      <dgm:spPr>
        <a:xfrm>
          <a:off x="0" y="2819292"/>
          <a:ext cx="7335520" cy="693730"/>
        </a:xfrm>
        <a:prstGeom prst="roundRect">
          <a:avLst/>
        </a:prstGeom>
      </dgm:spPr>
    </dgm:pt>
    <dgm:pt modelId="{4B616585-DB8F-418D-AF71-45BCAF0B0BB6}" type="pres">
      <dgm:prSet presAssocID="{39DCCB44-C648-443A-8B6D-463160690D33}" presName="spacer" presStyleCnt="0"/>
      <dgm:spPr/>
    </dgm:pt>
    <dgm:pt modelId="{9CADED39-099F-4E07-8F41-6B5938B71168}" type="pres">
      <dgm:prSet presAssocID="{9EC864E3-92CF-4CF4-A6F1-5F7F13BF7622}" presName="parentText" presStyleLbl="node1" presStyleIdx="5" presStyleCnt="8">
        <dgm:presLayoutVars>
          <dgm:chMax val="0"/>
          <dgm:bulletEnabled val="1"/>
        </dgm:presLayoutVars>
      </dgm:prSet>
      <dgm:spPr>
        <a:xfrm>
          <a:off x="0" y="3526164"/>
          <a:ext cx="7335520" cy="691031"/>
        </a:xfrm>
        <a:prstGeom prst="roundRect">
          <a:avLst/>
        </a:prstGeom>
      </dgm:spPr>
    </dgm:pt>
    <dgm:pt modelId="{948E7AB0-EEA5-4F3E-86F4-A562C9B8BFD9}" type="pres">
      <dgm:prSet presAssocID="{30778EC5-09D4-4339-81A7-611F18EA80C8}" presName="spacer" presStyleCnt="0"/>
      <dgm:spPr/>
    </dgm:pt>
    <dgm:pt modelId="{EEF8EFB9-A897-44C9-AFD5-4A7F06E01A25}" type="pres">
      <dgm:prSet presAssocID="{A5656D50-9375-4CFD-87B8-4F45B9DAC31A}" presName="parentText" presStyleLbl="node1" presStyleIdx="6" presStyleCnt="8">
        <dgm:presLayoutVars>
          <dgm:chMax val="0"/>
          <dgm:bulletEnabled val="1"/>
        </dgm:presLayoutVars>
      </dgm:prSet>
      <dgm:spPr>
        <a:xfrm>
          <a:off x="0" y="4228437"/>
          <a:ext cx="7335520" cy="693730"/>
        </a:xfrm>
        <a:prstGeom prst="roundRect">
          <a:avLst/>
        </a:prstGeom>
      </dgm:spPr>
    </dgm:pt>
    <dgm:pt modelId="{708F987A-043E-4CB3-AFBA-D2D234F8A47E}" type="pres">
      <dgm:prSet presAssocID="{5DEE6EFB-B765-465C-B7ED-13DA2D4B1477}" presName="spacer" presStyleCnt="0"/>
      <dgm:spPr/>
    </dgm:pt>
    <dgm:pt modelId="{77073944-EDE4-4181-8556-1037BCBAE601}" type="pres">
      <dgm:prSet presAssocID="{01E2EC56-398B-44C6-A838-602B93E4EAF4}" presName="parentText" presStyleLbl="node1" presStyleIdx="7" presStyleCnt="8">
        <dgm:presLayoutVars>
          <dgm:chMax val="0"/>
          <dgm:bulletEnabled val="1"/>
        </dgm:presLayoutVars>
      </dgm:prSet>
      <dgm:spPr>
        <a:xfrm>
          <a:off x="0" y="4933010"/>
          <a:ext cx="7335520" cy="693730"/>
        </a:xfrm>
        <a:prstGeom prst="roundRect">
          <a:avLst/>
        </a:prstGeom>
      </dgm:spPr>
    </dgm:pt>
  </dgm:ptLst>
  <dgm:cxnLst>
    <dgm:cxn modelId="{2C701233-0412-41E2-90FE-A8581B0B0008}" srcId="{FD478015-E4AE-4E80-AF24-A2D21EDBC337}" destId="{0F01D558-F852-4538-8DF5-FB80B525F43A}" srcOrd="3" destOrd="0" parTransId="{FDD220AE-86EA-44D2-B025-E61FC05ACD22}" sibTransId="{9D65AAF4-E0C4-4A8D-BAA6-1C9C47E0DCFB}"/>
    <dgm:cxn modelId="{2F425C61-C404-4DAB-BF95-074CEBB242EA}" type="presOf" srcId="{DBF417F5-A43B-470F-B7DF-112770E755AC}" destId="{FA78991A-8BDD-4871-A7C0-4B4AC8D0C058}" srcOrd="0" destOrd="0" presId="urn:microsoft.com/office/officeart/2005/8/layout/vList2#3"/>
    <dgm:cxn modelId="{8362C546-DEB9-44F2-B686-420210061514}" srcId="{FD478015-E4AE-4E80-AF24-A2D21EDBC337}" destId="{2FD5D591-ED9F-4B4E-9EA9-ED351F687FA6}" srcOrd="1" destOrd="0" parTransId="{256976CA-7BC7-44DA-9957-4C2E032B284B}" sibTransId="{6E3348FD-A970-4BE4-8674-B59435D10EA9}"/>
    <dgm:cxn modelId="{D4829569-8CA6-4798-8185-483944770983}" type="presOf" srcId="{2FD5D591-ED9F-4B4E-9EA9-ED351F687FA6}" destId="{8CF43773-04A0-4729-8EDB-578309FF0EB6}" srcOrd="0" destOrd="0" presId="urn:microsoft.com/office/officeart/2005/8/layout/vList2#3"/>
    <dgm:cxn modelId="{A88E314A-7209-445B-85CF-668C5A8A2454}" srcId="{FD478015-E4AE-4E80-AF24-A2D21EDBC337}" destId="{9EC864E3-92CF-4CF4-A6F1-5F7F13BF7622}" srcOrd="5" destOrd="0" parTransId="{D26480F7-E7B4-4772-BCDC-FADE1196B00F}" sibTransId="{30778EC5-09D4-4339-81A7-611F18EA80C8}"/>
    <dgm:cxn modelId="{0E4B614C-42EE-4D06-9F10-E55C7BE5AD30}" srcId="{FD478015-E4AE-4E80-AF24-A2D21EDBC337}" destId="{DBF417F5-A43B-470F-B7DF-112770E755AC}" srcOrd="4" destOrd="0" parTransId="{256C397E-11FC-44DF-B010-7F4AA5C94BD1}" sibTransId="{39DCCB44-C648-443A-8B6D-463160690D33}"/>
    <dgm:cxn modelId="{C39A5959-9116-44EC-87BF-03D2C24D4953}" type="presOf" srcId="{0F01D558-F852-4538-8DF5-FB80B525F43A}" destId="{FBCB08D6-EA46-4D93-94F5-1B7AA18BD962}" srcOrd="0" destOrd="0" presId="urn:microsoft.com/office/officeart/2005/8/layout/vList2#3"/>
    <dgm:cxn modelId="{0523A4A7-3D15-4DDA-A06D-B621982D6D58}" type="presOf" srcId="{A5656D50-9375-4CFD-87B8-4F45B9DAC31A}" destId="{EEF8EFB9-A897-44C9-AFD5-4A7F06E01A25}" srcOrd="0" destOrd="0" presId="urn:microsoft.com/office/officeart/2005/8/layout/vList2#3"/>
    <dgm:cxn modelId="{7DC63EB3-1A91-49B8-9942-D93085FCA5E1}" type="presOf" srcId="{2601F321-FC2A-416E-9230-1D7A5F4B0682}" destId="{F4556F33-59E7-441A-82C4-303C07956E79}" srcOrd="0" destOrd="0" presId="urn:microsoft.com/office/officeart/2005/8/layout/vList2#3"/>
    <dgm:cxn modelId="{402AB1B5-866E-4F75-A656-C826AB141AB6}" srcId="{FD478015-E4AE-4E80-AF24-A2D21EDBC337}" destId="{2601F321-FC2A-416E-9230-1D7A5F4B0682}" srcOrd="2" destOrd="0" parTransId="{D1F6170C-2A83-4B0F-987D-804F90740473}" sibTransId="{0AAA44FF-71B3-4387-91CD-CA86BD254771}"/>
    <dgm:cxn modelId="{605819BB-692B-45F5-98C5-5F15BC0B3C37}" srcId="{FD478015-E4AE-4E80-AF24-A2D21EDBC337}" destId="{01E2EC56-398B-44C6-A838-602B93E4EAF4}" srcOrd="7" destOrd="0" parTransId="{226A195E-B5CA-41FD-BB89-6833E38833CA}" sibTransId="{F941EEF9-03A3-4559-A44C-EAC294568635}"/>
    <dgm:cxn modelId="{6E3934BC-B0BF-4D65-ADE5-68712232C08D}" type="presOf" srcId="{9EC864E3-92CF-4CF4-A6F1-5F7F13BF7622}" destId="{9CADED39-099F-4E07-8F41-6B5938B71168}" srcOrd="0" destOrd="0" presId="urn:microsoft.com/office/officeart/2005/8/layout/vList2#3"/>
    <dgm:cxn modelId="{147A72C4-6168-4101-B1FD-61048F7AC260}" srcId="{FD478015-E4AE-4E80-AF24-A2D21EDBC337}" destId="{D38F8097-3492-48E3-8D29-77F5D3C78601}" srcOrd="0" destOrd="0" parTransId="{86B61D86-BDD8-43B1-A8D3-493601445979}" sibTransId="{0863F6D8-F866-4B61-B9CB-812C788206CD}"/>
    <dgm:cxn modelId="{BCFCE2C8-D78B-4E6F-91A3-6215688C27F6}" type="presOf" srcId="{FD478015-E4AE-4E80-AF24-A2D21EDBC337}" destId="{CAF4CC0F-3782-4F8A-B74F-8D8B3539C608}" srcOrd="0" destOrd="0" presId="urn:microsoft.com/office/officeart/2005/8/layout/vList2#3"/>
    <dgm:cxn modelId="{196E94CB-4FFE-4428-8A35-7D61442736E7}" srcId="{FD478015-E4AE-4E80-AF24-A2D21EDBC337}" destId="{A5656D50-9375-4CFD-87B8-4F45B9DAC31A}" srcOrd="6" destOrd="0" parTransId="{77365364-D14C-452F-AA6D-09A46557C564}" sibTransId="{5DEE6EFB-B765-465C-B7ED-13DA2D4B1477}"/>
    <dgm:cxn modelId="{791AE9E1-BD5D-409F-94F4-3F35925A5291}" type="presOf" srcId="{D38F8097-3492-48E3-8D29-77F5D3C78601}" destId="{FD9712FC-0FF5-4F80-B398-385425BE1969}" srcOrd="0" destOrd="0" presId="urn:microsoft.com/office/officeart/2005/8/layout/vList2#3"/>
    <dgm:cxn modelId="{6F0403F7-D139-4DC6-B8FE-560FDEE18510}" type="presOf" srcId="{01E2EC56-398B-44C6-A838-602B93E4EAF4}" destId="{77073944-EDE4-4181-8556-1037BCBAE601}" srcOrd="0" destOrd="0" presId="urn:microsoft.com/office/officeart/2005/8/layout/vList2#3"/>
    <dgm:cxn modelId="{7F8376B8-9D58-4A66-9D08-A0A1DF5FD0E5}" type="presParOf" srcId="{CAF4CC0F-3782-4F8A-B74F-8D8B3539C608}" destId="{FD9712FC-0FF5-4F80-B398-385425BE1969}" srcOrd="0" destOrd="0" presId="urn:microsoft.com/office/officeart/2005/8/layout/vList2#3"/>
    <dgm:cxn modelId="{AA53E434-69AF-437A-9482-712E01ACD84A}" type="presParOf" srcId="{CAF4CC0F-3782-4F8A-B74F-8D8B3539C608}" destId="{F6E538CC-247E-4859-8DEC-F7CC06D0625B}" srcOrd="1" destOrd="0" presId="urn:microsoft.com/office/officeart/2005/8/layout/vList2#3"/>
    <dgm:cxn modelId="{A4A8DA22-9978-44BB-86EF-261D9DBF58F9}" type="presParOf" srcId="{CAF4CC0F-3782-4F8A-B74F-8D8B3539C608}" destId="{8CF43773-04A0-4729-8EDB-578309FF0EB6}" srcOrd="2" destOrd="0" presId="urn:microsoft.com/office/officeart/2005/8/layout/vList2#3"/>
    <dgm:cxn modelId="{AA98BA7A-F61C-405B-89EF-12B9E400D965}" type="presParOf" srcId="{CAF4CC0F-3782-4F8A-B74F-8D8B3539C608}" destId="{B7B37B62-7923-465E-93E1-6A01B30997F2}" srcOrd="3" destOrd="0" presId="urn:microsoft.com/office/officeart/2005/8/layout/vList2#3"/>
    <dgm:cxn modelId="{0019958F-1FC7-4A39-8BB2-E75359F7076B}" type="presParOf" srcId="{CAF4CC0F-3782-4F8A-B74F-8D8B3539C608}" destId="{F4556F33-59E7-441A-82C4-303C07956E79}" srcOrd="4" destOrd="0" presId="urn:microsoft.com/office/officeart/2005/8/layout/vList2#3"/>
    <dgm:cxn modelId="{0B5F1C79-A814-4F6A-9C04-36452A597EBB}" type="presParOf" srcId="{CAF4CC0F-3782-4F8A-B74F-8D8B3539C608}" destId="{54D569AF-415B-4ECD-AB70-57091ACA28E9}" srcOrd="5" destOrd="0" presId="urn:microsoft.com/office/officeart/2005/8/layout/vList2#3"/>
    <dgm:cxn modelId="{1E41D491-ED0D-463C-B7BF-50E73F63104A}" type="presParOf" srcId="{CAF4CC0F-3782-4F8A-B74F-8D8B3539C608}" destId="{FBCB08D6-EA46-4D93-94F5-1B7AA18BD962}" srcOrd="6" destOrd="0" presId="urn:microsoft.com/office/officeart/2005/8/layout/vList2#3"/>
    <dgm:cxn modelId="{FFFED7C6-C41F-4027-A04F-6CE794BBD19A}" type="presParOf" srcId="{CAF4CC0F-3782-4F8A-B74F-8D8B3539C608}" destId="{F2F6ED09-537A-42BD-A4DA-EFA1BCF6D8E3}" srcOrd="7" destOrd="0" presId="urn:microsoft.com/office/officeart/2005/8/layout/vList2#3"/>
    <dgm:cxn modelId="{580195B9-F847-4960-B0BE-29BD8FE6AA78}" type="presParOf" srcId="{CAF4CC0F-3782-4F8A-B74F-8D8B3539C608}" destId="{FA78991A-8BDD-4871-A7C0-4B4AC8D0C058}" srcOrd="8" destOrd="0" presId="urn:microsoft.com/office/officeart/2005/8/layout/vList2#3"/>
    <dgm:cxn modelId="{3590AB9E-8D2C-49F0-9412-C25F748844B5}" type="presParOf" srcId="{CAF4CC0F-3782-4F8A-B74F-8D8B3539C608}" destId="{4B616585-DB8F-418D-AF71-45BCAF0B0BB6}" srcOrd="9" destOrd="0" presId="urn:microsoft.com/office/officeart/2005/8/layout/vList2#3"/>
    <dgm:cxn modelId="{F483FA8D-F9E1-4617-ABB9-99D782821C6E}" type="presParOf" srcId="{CAF4CC0F-3782-4F8A-B74F-8D8B3539C608}" destId="{9CADED39-099F-4E07-8F41-6B5938B71168}" srcOrd="10" destOrd="0" presId="urn:microsoft.com/office/officeart/2005/8/layout/vList2#3"/>
    <dgm:cxn modelId="{F49DFBE6-3284-41E9-A0EE-23B801583FB4}" type="presParOf" srcId="{CAF4CC0F-3782-4F8A-B74F-8D8B3539C608}" destId="{948E7AB0-EEA5-4F3E-86F4-A562C9B8BFD9}" srcOrd="11" destOrd="0" presId="urn:microsoft.com/office/officeart/2005/8/layout/vList2#3"/>
    <dgm:cxn modelId="{30FF87E7-0247-42FA-B0F4-4E891C9D5771}" type="presParOf" srcId="{CAF4CC0F-3782-4F8A-B74F-8D8B3539C608}" destId="{EEF8EFB9-A897-44C9-AFD5-4A7F06E01A25}" srcOrd="12" destOrd="0" presId="urn:microsoft.com/office/officeart/2005/8/layout/vList2#3"/>
    <dgm:cxn modelId="{EA80A11E-478F-4836-9176-31DC304BF26A}" type="presParOf" srcId="{CAF4CC0F-3782-4F8A-B74F-8D8B3539C608}" destId="{708F987A-043E-4CB3-AFBA-D2D234F8A47E}" srcOrd="13" destOrd="0" presId="urn:microsoft.com/office/officeart/2005/8/layout/vList2#3"/>
    <dgm:cxn modelId="{3E456722-4335-412F-8F47-7785D70E88D9}" type="presParOf" srcId="{CAF4CC0F-3782-4F8A-B74F-8D8B3539C608}" destId="{77073944-EDE4-4181-8556-1037BCBAE601}" srcOrd="14" destOrd="0" presId="urn:microsoft.com/office/officeart/2005/8/layout/vList2#3"/>
  </dgm:cxnLst>
  <dgm:bg>
    <a:noFill/>
  </dgm:bg>
  <dgm:whole/>
  <dgm:extLst>
    <a:ext uri="http://schemas.microsoft.com/office/drawing/2008/diagram">
      <dsp:dataModelExt xmlns:dsp="http://schemas.microsoft.com/office/drawing/2008/diagram" relId="rId5"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01AB6BA-45CA-4966-9BD1-62089E9167B7}" type="doc">
      <dgm:prSet loTypeId="urn:microsoft.com/office/officeart/2005/8/layout/chevron2" loCatId="list" qsTypeId="urn:microsoft.com/office/officeart/2005/8/quickstyle/simple1#20" qsCatId="simple" csTypeId="urn:microsoft.com/office/officeart/2005/8/colors/accent1_2#11" csCatId="accent1" phldr="1"/>
      <dgm:spPr/>
      <dgm:t>
        <a:bodyPr/>
        <a:lstStyle/>
        <a:p>
          <a:endParaRPr lang="zh-CN" altLang="en-US"/>
        </a:p>
      </dgm:t>
    </dgm:pt>
    <dgm:pt modelId="{D3890ECB-9FCC-4FB2-B2B6-DB277EAA5641}">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A861EAD0-CA9E-4D2E-9A7C-F3196E77852B}" cxnId="{56A6523C-F687-430F-95C2-95A4AD01899E}" type="parTrans">
      <dgm:prSet/>
      <dgm:spPr/>
      <dgm:t>
        <a:bodyPr/>
        <a:lstStyle/>
        <a:p>
          <a:endParaRPr lang="zh-CN" altLang="en-US"/>
        </a:p>
      </dgm:t>
    </dgm:pt>
    <dgm:pt modelId="{F4252B73-130D-4A6D-B474-345B28E5C18C}" cxnId="{56A6523C-F687-430F-95C2-95A4AD01899E}" type="sibTrans">
      <dgm:prSet/>
      <dgm:spPr/>
      <dgm:t>
        <a:bodyPr/>
        <a:lstStyle/>
        <a:p>
          <a:endParaRPr lang="zh-CN" altLang="en-US"/>
        </a:p>
      </dgm:t>
    </dgm:pt>
    <dgm:pt modelId="{A8334253-0A33-43D2-A962-43794652EA3E}">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系统安全状态</a:t>
          </a:r>
        </a:p>
      </dgm:t>
    </dgm:pt>
    <dgm:pt modelId="{B5B480B2-1859-4814-85B0-890A2476855C}" cxnId="{E215BCED-CC98-47DB-B0FA-CE72E9D9E3FF}" type="sibTrans">
      <dgm:prSet/>
      <dgm:spPr/>
      <dgm:t>
        <a:bodyPr/>
        <a:lstStyle/>
        <a:p>
          <a:endParaRPr lang="zh-CN" altLang="en-US"/>
        </a:p>
      </dgm:t>
    </dgm:pt>
    <dgm:pt modelId="{CA90AE07-EFB9-4AB1-90CB-8CBE7520B720}" cxnId="{E215BCED-CC98-47DB-B0FA-CE72E9D9E3FF}" type="parTrans">
      <dgm:prSet/>
      <dgm:spPr/>
      <dgm:t>
        <a:bodyPr/>
        <a:lstStyle/>
        <a:p>
          <a:endParaRPr lang="zh-CN" altLang="en-US"/>
        </a:p>
      </dgm:t>
    </dgm:pt>
    <dgm:pt modelId="{47ED407F-3F8C-427D-B08D-3F0205B6D79D}">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利用银行家算法避免死锁</a:t>
          </a:r>
        </a:p>
      </dgm:t>
    </dgm:pt>
    <dgm:pt modelId="{9FF650F4-C8F9-4DA9-B78C-B2CEB6135C97}" cxnId="{46AFE1F6-B17F-43EC-B860-09EA99EB29E3}" type="sibTrans">
      <dgm:prSet/>
      <dgm:spPr/>
      <dgm:t>
        <a:bodyPr/>
        <a:lstStyle/>
        <a:p>
          <a:endParaRPr lang="zh-CN" altLang="en-US"/>
        </a:p>
      </dgm:t>
    </dgm:pt>
    <dgm:pt modelId="{DFD0DB53-3BD3-4976-9BFC-E17371743C16}" cxnId="{46AFE1F6-B17F-43EC-B860-09EA99EB29E3}" type="parTrans">
      <dgm:prSet/>
      <dgm:spPr/>
      <dgm:t>
        <a:bodyPr/>
        <a:lstStyle/>
        <a:p>
          <a:endParaRPr lang="zh-CN" altLang="en-US"/>
        </a:p>
      </dgm:t>
    </dgm:pt>
    <dgm:pt modelId="{2CC28582-7F39-4FF2-BF26-B363ED352571}">
      <dgm:prSet phldrT="[文本]" custT="1"/>
      <dgm:spPr>
        <a:solidFill>
          <a:srgbClr val="C00000"/>
        </a:solidFill>
        <a:ln w="12700" cap="flat" cmpd="sng" algn="ctr">
          <a:solidFill>
            <a:schemeClr val="bg1"/>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gm:t>
    </dgm:pt>
    <dgm:pt modelId="{AAEE4E2C-1B66-4333-A489-800EE7C8CE78}" cxnId="{1567DB75-AB74-4D37-86BE-D5D169B096F2}" type="sibTrans">
      <dgm:prSet/>
      <dgm:spPr/>
      <dgm:t>
        <a:bodyPr/>
        <a:lstStyle/>
        <a:p>
          <a:endParaRPr lang="zh-CN" altLang="en-US"/>
        </a:p>
      </dgm:t>
    </dgm:pt>
    <dgm:pt modelId="{7B04C79C-B0D4-4395-A86C-A80F8D154319}" cxnId="{1567DB75-AB74-4D37-86BE-D5D169B096F2}" type="parTrans">
      <dgm:prSet/>
      <dgm:spPr/>
      <dgm:t>
        <a:bodyPr/>
        <a:lstStyle/>
        <a:p>
          <a:endParaRPr lang="zh-CN" altLang="en-US"/>
        </a:p>
      </dgm:t>
    </dgm:pt>
    <dgm:pt modelId="{8467A44D-9F03-4140-904E-EC0FB36DB71C}" type="pres">
      <dgm:prSet presAssocID="{201AB6BA-45CA-4966-9BD1-62089E9167B7}" presName="linearFlow" presStyleCnt="0">
        <dgm:presLayoutVars>
          <dgm:dir/>
          <dgm:animLvl val="lvl"/>
          <dgm:resizeHandles val="exact"/>
        </dgm:presLayoutVars>
      </dgm:prSet>
      <dgm:spPr/>
    </dgm:pt>
    <dgm:pt modelId="{3052BE6A-67B9-47B8-A4EC-6C46C836B6F2}" type="pres">
      <dgm:prSet presAssocID="{D3890ECB-9FCC-4FB2-B2B6-DB277EAA5641}" presName="composite" presStyleCnt="0"/>
      <dgm:spPr/>
    </dgm:pt>
    <dgm:pt modelId="{5BD25704-DC78-40F8-8004-09C120FEC988}" type="pres">
      <dgm:prSet presAssocID="{D3890ECB-9FCC-4FB2-B2B6-DB277EAA5641}" presName="parentText" presStyleLbl="alignNode1" presStyleIdx="0" presStyleCnt="2" custLinFactNeighborX="-1958" custLinFactNeighborY="0">
        <dgm:presLayoutVars>
          <dgm:chMax val="1"/>
          <dgm:bulletEnabled val="1"/>
        </dgm:presLayoutVars>
      </dgm:prSet>
      <dgm:spPr>
        <a:xfrm rot="5400000">
          <a:off x="-222646" y="223826"/>
          <a:ext cx="1484312" cy="1039018"/>
        </a:xfrm>
        <a:prstGeom prst="chevron">
          <a:avLst/>
        </a:prstGeom>
      </dgm:spPr>
    </dgm:pt>
    <dgm:pt modelId="{9CF16E56-7BB1-45E2-99FD-F8A87C626BF4}" type="pres">
      <dgm:prSet presAssocID="{D3890ECB-9FCC-4FB2-B2B6-DB277EAA5641}" presName="descendantText" presStyleLbl="alignAcc1" presStyleIdx="0" presStyleCnt="2" custLinFactNeighborX="117" custLinFactNeighborY="-2107">
        <dgm:presLayoutVars>
          <dgm:bulletEnabled val="1"/>
        </dgm:presLayoutVars>
      </dgm:prSet>
      <dgm:spPr>
        <a:xfrm rot="5400000">
          <a:off x="3084818" y="-2043650"/>
          <a:ext cx="964367" cy="5057995"/>
        </a:xfrm>
        <a:prstGeom prst="round2SameRect">
          <a:avLst/>
        </a:prstGeom>
      </dgm:spPr>
    </dgm:pt>
    <dgm:pt modelId="{8D0B4F26-23C9-412B-91A3-B07FDC6D58BE}" type="pres">
      <dgm:prSet presAssocID="{F4252B73-130D-4A6D-B474-345B28E5C18C}" presName="sp" presStyleCnt="0"/>
      <dgm:spPr/>
    </dgm:pt>
    <dgm:pt modelId="{35948899-5D9C-425C-B5ED-AD56D33316DE}" type="pres">
      <dgm:prSet presAssocID="{2CC28582-7F39-4FF2-BF26-B363ED352571}" presName="composite" presStyleCnt="0"/>
      <dgm:spPr/>
    </dgm:pt>
    <dgm:pt modelId="{B45AB4C6-407E-4C75-BA34-31DC8D5B56C8}" type="pres">
      <dgm:prSet presAssocID="{2CC28582-7F39-4FF2-BF26-B363ED352571}" presName="parentText" presStyleLbl="alignNode1" presStyleIdx="1" presStyleCnt="2" custLinFactNeighborX="-1958" custLinFactNeighborY="0">
        <dgm:presLayoutVars>
          <dgm:chMax val="1"/>
          <dgm:bulletEnabled val="1"/>
        </dgm:presLayoutVars>
      </dgm:prSet>
      <dgm:spPr>
        <a:xfrm rot="5400000">
          <a:off x="-222429" y="1512997"/>
          <a:ext cx="1482862" cy="1038004"/>
        </a:xfrm>
        <a:prstGeom prst="chevron">
          <a:avLst/>
        </a:prstGeom>
      </dgm:spPr>
    </dgm:pt>
    <dgm:pt modelId="{AFAD4190-35BC-4D95-A583-749F1F60ECFA}" type="pres">
      <dgm:prSet presAssocID="{2CC28582-7F39-4FF2-BF26-B363ED352571}" presName="descendantText" presStyleLbl="alignAcc1" presStyleIdx="1" presStyleCnt="2">
        <dgm:presLayoutVars>
          <dgm:bulletEnabled val="1"/>
        </dgm:presLayoutVars>
      </dgm:prSet>
      <dgm:spPr>
        <a:xfrm rot="5400000">
          <a:off x="3085071" y="-756498"/>
          <a:ext cx="963860" cy="5057995"/>
        </a:xfrm>
        <a:prstGeom prst="round2SameRect">
          <a:avLst/>
        </a:prstGeom>
      </dgm:spPr>
    </dgm:pt>
  </dgm:ptLst>
  <dgm:cxnLst>
    <dgm:cxn modelId="{17390D18-55D1-47F8-A7F5-6C81D3A4C21C}" type="presOf" srcId="{2CC28582-7F39-4FF2-BF26-B363ED352571}" destId="{B45AB4C6-407E-4C75-BA34-31DC8D5B56C8}" srcOrd="0" destOrd="0" presId="urn:microsoft.com/office/officeart/2005/8/layout/chevron2"/>
    <dgm:cxn modelId="{56A6523C-F687-430F-95C2-95A4AD01899E}" srcId="{201AB6BA-45CA-4966-9BD1-62089E9167B7}" destId="{D3890ECB-9FCC-4FB2-B2B6-DB277EAA5641}" srcOrd="0" destOrd="0" parTransId="{A861EAD0-CA9E-4D2E-9A7C-F3196E77852B}" sibTransId="{F4252B73-130D-4A6D-B474-345B28E5C18C}"/>
    <dgm:cxn modelId="{1567DB75-AB74-4D37-86BE-D5D169B096F2}" srcId="{201AB6BA-45CA-4966-9BD1-62089E9167B7}" destId="{2CC28582-7F39-4FF2-BF26-B363ED352571}" srcOrd="1" destOrd="0" parTransId="{7B04C79C-B0D4-4395-A86C-A80F8D154319}" sibTransId="{AAEE4E2C-1B66-4333-A489-800EE7C8CE78}"/>
    <dgm:cxn modelId="{16DB828B-FA88-4E43-A5F9-F5E685521222}" type="presOf" srcId="{D3890ECB-9FCC-4FB2-B2B6-DB277EAA5641}" destId="{5BD25704-DC78-40F8-8004-09C120FEC988}" srcOrd="0" destOrd="0" presId="urn:microsoft.com/office/officeart/2005/8/layout/chevron2"/>
    <dgm:cxn modelId="{5919E8AC-A9DD-4388-B206-34E9F2553A13}" type="presOf" srcId="{A8334253-0A33-43D2-A962-43794652EA3E}" destId="{9CF16E56-7BB1-45E2-99FD-F8A87C626BF4}" srcOrd="0" destOrd="0" presId="urn:microsoft.com/office/officeart/2005/8/layout/chevron2"/>
    <dgm:cxn modelId="{FF9859DC-5E74-410E-9921-A3DD6BA13645}" type="presOf" srcId="{201AB6BA-45CA-4966-9BD1-62089E9167B7}" destId="{8467A44D-9F03-4140-904E-EC0FB36DB71C}" srcOrd="0" destOrd="0" presId="urn:microsoft.com/office/officeart/2005/8/layout/chevron2"/>
    <dgm:cxn modelId="{E215BCED-CC98-47DB-B0FA-CE72E9D9E3FF}" srcId="{D3890ECB-9FCC-4FB2-B2B6-DB277EAA5641}" destId="{A8334253-0A33-43D2-A962-43794652EA3E}" srcOrd="0" destOrd="0" parTransId="{CA90AE07-EFB9-4AB1-90CB-8CBE7520B720}" sibTransId="{B5B480B2-1859-4814-85B0-890A2476855C}"/>
    <dgm:cxn modelId="{99B3F0F4-19D2-4BDE-9094-71D8D7B527DA}" type="presOf" srcId="{47ED407F-3F8C-427D-B08D-3F0205B6D79D}" destId="{AFAD4190-35BC-4D95-A583-749F1F60ECFA}" srcOrd="0" destOrd="0" presId="urn:microsoft.com/office/officeart/2005/8/layout/chevron2"/>
    <dgm:cxn modelId="{46AFE1F6-B17F-43EC-B860-09EA99EB29E3}" srcId="{2CC28582-7F39-4FF2-BF26-B363ED352571}" destId="{47ED407F-3F8C-427D-B08D-3F0205B6D79D}" srcOrd="0" destOrd="0" parTransId="{DFD0DB53-3BD3-4976-9BFC-E17371743C16}" sibTransId="{9FF650F4-C8F9-4DA9-B78C-B2CEB6135C97}"/>
    <dgm:cxn modelId="{9F984D4A-BA66-4BC0-9B51-B31844D37D73}" type="presParOf" srcId="{8467A44D-9F03-4140-904E-EC0FB36DB71C}" destId="{3052BE6A-67B9-47B8-A4EC-6C46C836B6F2}" srcOrd="0" destOrd="0" presId="urn:microsoft.com/office/officeart/2005/8/layout/chevron2"/>
    <dgm:cxn modelId="{52B62A22-984E-4B57-B7C6-F5F5976C294F}" type="presParOf" srcId="{3052BE6A-67B9-47B8-A4EC-6C46C836B6F2}" destId="{5BD25704-DC78-40F8-8004-09C120FEC988}" srcOrd="0" destOrd="0" presId="urn:microsoft.com/office/officeart/2005/8/layout/chevron2"/>
    <dgm:cxn modelId="{44BC57C7-D6B8-47FC-B3B8-D77887A52C3B}" type="presParOf" srcId="{3052BE6A-67B9-47B8-A4EC-6C46C836B6F2}" destId="{9CF16E56-7BB1-45E2-99FD-F8A87C626BF4}" srcOrd="1" destOrd="0" presId="urn:microsoft.com/office/officeart/2005/8/layout/chevron2"/>
    <dgm:cxn modelId="{7331C0D7-8404-4F0A-B1BB-76D399AAEB48}" type="presParOf" srcId="{8467A44D-9F03-4140-904E-EC0FB36DB71C}" destId="{8D0B4F26-23C9-412B-91A3-B07FDC6D58BE}" srcOrd="1" destOrd="0" presId="urn:microsoft.com/office/officeart/2005/8/layout/chevron2"/>
    <dgm:cxn modelId="{E9AFF6D4-96A3-45EA-9379-9056A16DD43E}" type="presParOf" srcId="{8467A44D-9F03-4140-904E-EC0FB36DB71C}" destId="{35948899-5D9C-425C-B5ED-AD56D33316DE}" srcOrd="2" destOrd="0" presId="urn:microsoft.com/office/officeart/2005/8/layout/chevron2"/>
    <dgm:cxn modelId="{4FDC371C-BF46-4E80-A9EB-9E7AA77FB835}" type="presParOf" srcId="{35948899-5D9C-425C-B5ED-AD56D33316DE}" destId="{B45AB4C6-407E-4C75-BA34-31DC8D5B56C8}" srcOrd="0" destOrd="0" presId="urn:microsoft.com/office/officeart/2005/8/layout/chevron2"/>
    <dgm:cxn modelId="{3EBC297A-AD81-47D8-B4FA-F63D20E5F122}" type="presParOf" srcId="{35948899-5D9C-425C-B5ED-AD56D33316DE}" destId="{AFAD4190-35BC-4D95-A583-749F1F60ECFA}"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239885" cy="5470525"/>
        <a:chOff x="0" y="0"/>
        <a:chExt cx="9239885" cy="5470525"/>
      </a:xfrm>
    </dsp:grpSpPr>
    <dsp:sp modelId="{FD9712FC-0FF5-4F80-B398-385425BE1969}">
      <dsp:nvSpPr>
        <dsp:cNvPr id="3" name="圆角矩形 2"/>
        <dsp:cNvSpPr/>
      </dsp:nvSpPr>
      <dsp:spPr bwMode="white">
        <a:xfrm>
          <a:off x="0" y="0"/>
          <a:ext cx="9239885" cy="671234"/>
        </a:xfrm>
        <a:prstGeom prst="roundRect">
          <a:avLst/>
        </a:prstGeom>
        <a:ln>
          <a:solidFill>
            <a:srgbClr val="FF0000"/>
          </a:solidFill>
        </a:ln>
        <a:effectLst/>
      </dsp:spPr>
      <dsp:style>
        <a:lnRef idx="2">
          <a:schemeClr val="dk1"/>
        </a:lnRef>
        <a:fillRef idx="1">
          <a:schemeClr val="lt1"/>
        </a:fillRef>
        <a:effectRef idx="0">
          <a:schemeClr val="dk1"/>
        </a:effectRef>
        <a:fontRef idx="minor">
          <a:schemeClr val="dk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处理机调度的层次和调度算法的目标</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a:off x="0" y="0"/>
        <a:ext cx="9239885" cy="671234"/>
      </dsp:txXfrm>
    </dsp:sp>
    <dsp:sp modelId="{8CF43773-04A0-4729-8EDB-578309FF0EB6}">
      <dsp:nvSpPr>
        <dsp:cNvPr id="4" name="圆角矩形 3"/>
        <dsp:cNvSpPr/>
      </dsp:nvSpPr>
      <dsp:spPr bwMode="white">
        <a:xfrm>
          <a:off x="0" y="685613"/>
          <a:ext cx="9239885" cy="671234"/>
        </a:xfrm>
        <a:prstGeom prst="roundRect">
          <a:avLst/>
        </a:prstGeom>
        <a:solidFill>
          <a:schemeClr val="bg1"/>
        </a:solidFill>
        <a:ln w="12700" cap="flat" cmpd="sng" algn="ctr">
          <a:solidFill>
            <a:srgbClr val="FF0000"/>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作业与作业调度</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a:off x="0" y="685613"/>
        <a:ext cx="9239885" cy="671234"/>
      </dsp:txXfrm>
    </dsp:sp>
    <dsp:sp modelId="{F4556F33-59E7-441A-82C4-303C07956E79}">
      <dsp:nvSpPr>
        <dsp:cNvPr id="5" name="圆角矩形 4"/>
        <dsp:cNvSpPr/>
      </dsp:nvSpPr>
      <dsp:spPr bwMode="white">
        <a:xfrm>
          <a:off x="0" y="1371226"/>
          <a:ext cx="9239885" cy="671234"/>
        </a:xfrm>
        <a:prstGeom prst="roundRect">
          <a:avLst/>
        </a:prstGeom>
        <a:solidFill>
          <a:schemeClr val="bg1"/>
        </a:solidFill>
        <a:ln w="12700" cap="flat" cmpd="sng" algn="ctr">
          <a:solidFill>
            <a:srgbClr val="FF0000"/>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进程调度</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a:off x="0" y="1371226"/>
        <a:ext cx="9239885" cy="671234"/>
      </dsp:txXfrm>
    </dsp:sp>
    <dsp:sp modelId="{FBCB08D6-EA46-4D93-94F5-1B7AA18BD962}">
      <dsp:nvSpPr>
        <dsp:cNvPr id="6" name="圆角矩形 5"/>
        <dsp:cNvSpPr/>
      </dsp:nvSpPr>
      <dsp:spPr bwMode="white">
        <a:xfrm>
          <a:off x="0" y="2056839"/>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实时调度</a:t>
          </a:r>
        </a:p>
      </dsp:txBody>
      <dsp:txXfrm>
        <a:off x="0" y="2056839"/>
        <a:ext cx="9239885" cy="671234"/>
      </dsp:txXfrm>
    </dsp:sp>
    <dsp:sp modelId="{FA78991A-8BDD-4871-A7C0-4B4AC8D0C058}">
      <dsp:nvSpPr>
        <dsp:cNvPr id="7" name="圆角矩形 6"/>
        <dsp:cNvSpPr/>
      </dsp:nvSpPr>
      <dsp:spPr bwMode="white">
        <a:xfrm>
          <a:off x="0" y="2742452"/>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6"/>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死锁概述</a:t>
          </a:r>
        </a:p>
      </dsp:txBody>
      <dsp:txXfrm>
        <a:off x="0" y="2742452"/>
        <a:ext cx="9239885" cy="671234"/>
      </dsp:txXfrm>
    </dsp:sp>
    <dsp:sp modelId="{9CADED39-099F-4E07-8F41-6B5938B71168}">
      <dsp:nvSpPr>
        <dsp:cNvPr id="8" name="圆角矩形 7"/>
        <dsp:cNvSpPr/>
      </dsp:nvSpPr>
      <dsp:spPr bwMode="white">
        <a:xfrm>
          <a:off x="0" y="3428065"/>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预防死锁</a:t>
          </a:r>
        </a:p>
      </dsp:txBody>
      <dsp:txXfrm>
        <a:off x="0" y="3428065"/>
        <a:ext cx="9239885" cy="671234"/>
      </dsp:txXfrm>
    </dsp:sp>
    <dsp:sp modelId="{EEF8EFB9-A897-44C9-AFD5-4A7F06E01A25}">
      <dsp:nvSpPr>
        <dsp:cNvPr id="9" name="圆角矩形 8"/>
        <dsp:cNvSpPr/>
      </dsp:nvSpPr>
      <dsp:spPr bwMode="white">
        <a:xfrm>
          <a:off x="0" y="4113678"/>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a:solidFill>
                <a:prstClr val="white"/>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dsp:txBody>
      <dsp:txXfrm>
        <a:off x="0" y="4113678"/>
        <a:ext cx="9239885" cy="671234"/>
      </dsp:txXfrm>
    </dsp:sp>
    <dsp:sp modelId="{77073944-EDE4-4181-8556-1037BCBAE601}">
      <dsp:nvSpPr>
        <dsp:cNvPr id="10" name="圆角矩形 9"/>
        <dsp:cNvSpPr/>
      </dsp:nvSpPr>
      <dsp:spPr bwMode="white">
        <a:xfrm>
          <a:off x="0" y="4799291"/>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sp:txBody>
      <dsp:txXfrm>
        <a:off x="0" y="4799291"/>
        <a:ext cx="9239885" cy="671234"/>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239885" cy="5470525"/>
        <a:chOff x="0" y="0"/>
        <a:chExt cx="9239885" cy="5470525"/>
      </a:xfrm>
    </dsp:grpSpPr>
    <dsp:sp modelId="{FD9712FC-0FF5-4F80-B398-385425BE1969}">
      <dsp:nvSpPr>
        <dsp:cNvPr id="3" name="圆角矩形 2"/>
        <dsp:cNvSpPr/>
      </dsp:nvSpPr>
      <dsp:spPr bwMode="white">
        <a:xfrm>
          <a:off x="0" y="0"/>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sp:txBody>
      <dsp:txXfrm>
        <a:off x="0" y="0"/>
        <a:ext cx="9239885" cy="671234"/>
      </dsp:txXfrm>
    </dsp:sp>
    <dsp:sp modelId="{8CF43773-04A0-4729-8EDB-578309FF0EB6}">
      <dsp:nvSpPr>
        <dsp:cNvPr id="4" name="圆角矩形 3"/>
        <dsp:cNvSpPr/>
      </dsp:nvSpPr>
      <dsp:spPr bwMode="white">
        <a:xfrm>
          <a:off x="0" y="685613"/>
          <a:ext cx="9239885" cy="671234"/>
        </a:xfrm>
        <a:prstGeom prst="roundRect">
          <a:avLst/>
        </a:prstGeom>
        <a:solidFill>
          <a:srgbClr val="C00000"/>
        </a:solidFill>
        <a:ln w="12700" cap="flat" cmpd="sng" algn="ctr">
          <a:solidFill>
            <a:srgbClr val="C00000"/>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作业与作业调度</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sp:txBody>
      <dsp:txXfrm>
        <a:off x="0" y="685613"/>
        <a:ext cx="9239885" cy="671234"/>
      </dsp:txXfrm>
    </dsp:sp>
    <dsp:sp modelId="{F4556F33-59E7-441A-82C4-303C07956E79}">
      <dsp:nvSpPr>
        <dsp:cNvPr id="5" name="圆角矩形 4"/>
        <dsp:cNvSpPr/>
      </dsp:nvSpPr>
      <dsp:spPr bwMode="white">
        <a:xfrm>
          <a:off x="0" y="1371226"/>
          <a:ext cx="9239885" cy="671234"/>
        </a:xfrm>
        <a:prstGeom prst="roundRect">
          <a:avLst/>
        </a:prstGeom>
        <a:solidFill>
          <a:srgbClr val="C00000"/>
        </a:solidFill>
        <a:ln w="12700" cap="flat" cmpd="sng" algn="ctr">
          <a:solidFill>
            <a:srgbClr val="C00000"/>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进程调度</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sp:txBody>
      <dsp:txXfrm>
        <a:off x="0" y="1371226"/>
        <a:ext cx="9239885" cy="671234"/>
      </dsp:txXfrm>
    </dsp:sp>
    <dsp:sp modelId="{FBCB08D6-EA46-4D93-94F5-1B7AA18BD962}">
      <dsp:nvSpPr>
        <dsp:cNvPr id="6" name="圆角矩形 5"/>
        <dsp:cNvSpPr/>
      </dsp:nvSpPr>
      <dsp:spPr bwMode="white">
        <a:xfrm>
          <a:off x="0" y="2056839"/>
          <a:ext cx="9239885" cy="671234"/>
        </a:xfrm>
        <a:prstGeom prst="roundRect">
          <a:avLst/>
        </a:prstGeom>
        <a:noFill/>
        <a:ln w="12700" cap="flat" cmpd="sng" algn="ctr">
          <a:solidFill>
            <a:srgbClr val="C00000"/>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实时调度</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a:off x="0" y="2056839"/>
        <a:ext cx="9239885" cy="671234"/>
      </dsp:txXfrm>
    </dsp:sp>
    <dsp:sp modelId="{FA78991A-8BDD-4871-A7C0-4B4AC8D0C058}">
      <dsp:nvSpPr>
        <dsp:cNvPr id="7" name="圆角矩形 6"/>
        <dsp:cNvSpPr/>
      </dsp:nvSpPr>
      <dsp:spPr bwMode="white">
        <a:xfrm>
          <a:off x="0" y="2742452"/>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6"/>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死锁概述</a:t>
          </a:r>
        </a:p>
      </dsp:txBody>
      <dsp:txXfrm>
        <a:off x="0" y="2742452"/>
        <a:ext cx="9239885" cy="671234"/>
      </dsp:txXfrm>
    </dsp:sp>
    <dsp:sp modelId="{9CADED39-099F-4E07-8F41-6B5938B71168}">
      <dsp:nvSpPr>
        <dsp:cNvPr id="8" name="圆角矩形 7"/>
        <dsp:cNvSpPr/>
      </dsp:nvSpPr>
      <dsp:spPr bwMode="white">
        <a:xfrm>
          <a:off x="0" y="3428065"/>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预防死锁</a:t>
          </a:r>
        </a:p>
      </dsp:txBody>
      <dsp:txXfrm>
        <a:off x="0" y="3428065"/>
        <a:ext cx="9239885" cy="671234"/>
      </dsp:txXfrm>
    </dsp:sp>
    <dsp:sp modelId="{EEF8EFB9-A897-44C9-AFD5-4A7F06E01A25}">
      <dsp:nvSpPr>
        <dsp:cNvPr id="9" name="圆角矩形 8"/>
        <dsp:cNvSpPr/>
      </dsp:nvSpPr>
      <dsp:spPr bwMode="white">
        <a:xfrm>
          <a:off x="0" y="4113678"/>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a:solidFill>
                <a:prstClr val="white"/>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dsp:txBody>
      <dsp:txXfrm>
        <a:off x="0" y="4113678"/>
        <a:ext cx="9239885" cy="671234"/>
      </dsp:txXfrm>
    </dsp:sp>
    <dsp:sp modelId="{77073944-EDE4-4181-8556-1037BCBAE601}">
      <dsp:nvSpPr>
        <dsp:cNvPr id="10" name="圆角矩形 9"/>
        <dsp:cNvSpPr/>
      </dsp:nvSpPr>
      <dsp:spPr bwMode="white">
        <a:xfrm>
          <a:off x="0" y="4799291"/>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sp:txBody>
      <dsp:txXfrm>
        <a:off x="0" y="4799291"/>
        <a:ext cx="9239885" cy="671234"/>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239885" cy="5470525"/>
        <a:chOff x="0" y="0"/>
        <a:chExt cx="9239885" cy="5470525"/>
      </a:xfrm>
    </dsp:grpSpPr>
    <dsp:sp modelId="{FD9712FC-0FF5-4F80-B398-385425BE1969}">
      <dsp:nvSpPr>
        <dsp:cNvPr id="3" name="圆角矩形 2"/>
        <dsp:cNvSpPr/>
      </dsp:nvSpPr>
      <dsp:spPr bwMode="white">
        <a:xfrm>
          <a:off x="0" y="0"/>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sp:txBody>
      <dsp:txXfrm>
        <a:off x="0" y="0"/>
        <a:ext cx="9239885" cy="671234"/>
      </dsp:txXfrm>
    </dsp:sp>
    <dsp:sp modelId="{8CF43773-04A0-4729-8EDB-578309FF0EB6}">
      <dsp:nvSpPr>
        <dsp:cNvPr id="4" name="圆角矩形 3"/>
        <dsp:cNvSpPr/>
      </dsp:nvSpPr>
      <dsp:spPr bwMode="white">
        <a:xfrm>
          <a:off x="0" y="685613"/>
          <a:ext cx="9239885" cy="671234"/>
        </a:xfrm>
        <a:prstGeom prst="roundRect">
          <a:avLst/>
        </a:prstGeom>
        <a:solidFill>
          <a:srgbClr val="C00000"/>
        </a:solidFill>
        <a:ln w="12700" cap="flat" cmpd="sng" algn="ctr">
          <a:solidFill>
            <a:srgbClr val="C00000"/>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作业与作业调度</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sp:txBody>
      <dsp:txXfrm>
        <a:off x="0" y="685613"/>
        <a:ext cx="9239885" cy="671234"/>
      </dsp:txXfrm>
    </dsp:sp>
    <dsp:sp modelId="{F4556F33-59E7-441A-82C4-303C07956E79}">
      <dsp:nvSpPr>
        <dsp:cNvPr id="5" name="圆角矩形 4"/>
        <dsp:cNvSpPr/>
      </dsp:nvSpPr>
      <dsp:spPr bwMode="white">
        <a:xfrm>
          <a:off x="0" y="1371226"/>
          <a:ext cx="9239885" cy="671234"/>
        </a:xfrm>
        <a:prstGeom prst="roundRect">
          <a:avLst/>
        </a:prstGeom>
        <a:solidFill>
          <a:srgbClr val="C00000"/>
        </a:solidFill>
        <a:ln w="12700" cap="flat" cmpd="sng" algn="ctr">
          <a:solidFill>
            <a:srgbClr val="C00000"/>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进程调度</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sp:txBody>
      <dsp:txXfrm>
        <a:off x="0" y="1371226"/>
        <a:ext cx="9239885" cy="671234"/>
      </dsp:txXfrm>
    </dsp:sp>
    <dsp:sp modelId="{FBCB08D6-EA46-4D93-94F5-1B7AA18BD962}">
      <dsp:nvSpPr>
        <dsp:cNvPr id="6" name="圆角矩形 5"/>
        <dsp:cNvSpPr/>
      </dsp:nvSpPr>
      <dsp:spPr bwMode="white">
        <a:xfrm>
          <a:off x="0" y="2056839"/>
          <a:ext cx="9239885" cy="671234"/>
        </a:xfrm>
        <a:prstGeom prst="roundRect">
          <a:avLst/>
        </a:prstGeom>
        <a:noFill/>
        <a:ln w="12700" cap="flat" cmpd="sng" algn="ctr">
          <a:solidFill>
            <a:srgbClr val="C00000"/>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实时调度</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a:off x="0" y="2056839"/>
        <a:ext cx="9239885" cy="671234"/>
      </dsp:txXfrm>
    </dsp:sp>
    <dsp:sp modelId="{FA78991A-8BDD-4871-A7C0-4B4AC8D0C058}">
      <dsp:nvSpPr>
        <dsp:cNvPr id="7" name="圆角矩形 6"/>
        <dsp:cNvSpPr/>
      </dsp:nvSpPr>
      <dsp:spPr bwMode="white">
        <a:xfrm>
          <a:off x="0" y="2742452"/>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6"/>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死锁概述</a:t>
          </a:r>
        </a:p>
      </dsp:txBody>
      <dsp:txXfrm>
        <a:off x="0" y="2742452"/>
        <a:ext cx="9239885" cy="671234"/>
      </dsp:txXfrm>
    </dsp:sp>
    <dsp:sp modelId="{9CADED39-099F-4E07-8F41-6B5938B71168}">
      <dsp:nvSpPr>
        <dsp:cNvPr id="8" name="圆角矩形 7"/>
        <dsp:cNvSpPr/>
      </dsp:nvSpPr>
      <dsp:spPr bwMode="white">
        <a:xfrm>
          <a:off x="0" y="3428065"/>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预防死锁</a:t>
          </a:r>
        </a:p>
      </dsp:txBody>
      <dsp:txXfrm>
        <a:off x="0" y="3428065"/>
        <a:ext cx="9239885" cy="671234"/>
      </dsp:txXfrm>
    </dsp:sp>
    <dsp:sp modelId="{EEF8EFB9-A897-44C9-AFD5-4A7F06E01A25}">
      <dsp:nvSpPr>
        <dsp:cNvPr id="9" name="圆角矩形 8"/>
        <dsp:cNvSpPr/>
      </dsp:nvSpPr>
      <dsp:spPr bwMode="white">
        <a:xfrm>
          <a:off x="0" y="4113678"/>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a:solidFill>
                <a:prstClr val="white"/>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dsp:txBody>
      <dsp:txXfrm>
        <a:off x="0" y="4113678"/>
        <a:ext cx="9239885" cy="671234"/>
      </dsp:txXfrm>
    </dsp:sp>
    <dsp:sp modelId="{77073944-EDE4-4181-8556-1037BCBAE601}">
      <dsp:nvSpPr>
        <dsp:cNvPr id="10" name="圆角矩形 9"/>
        <dsp:cNvSpPr/>
      </dsp:nvSpPr>
      <dsp:spPr bwMode="white">
        <a:xfrm>
          <a:off x="0" y="4799291"/>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sp:txBody>
      <dsp:txXfrm>
        <a:off x="0" y="4799291"/>
        <a:ext cx="9239885" cy="671234"/>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549005" cy="2705735"/>
        <a:chOff x="0" y="0"/>
        <a:chExt cx="8549005" cy="2705735"/>
      </a:xfrm>
    </dsp:grpSpPr>
    <dsp:sp modelId="{5BD25704-DC78-40F8-8004-09C120FEC988}">
      <dsp:nvSpPr>
        <dsp:cNvPr id="3" name="燕尾形 2"/>
        <dsp:cNvSpPr/>
      </dsp:nvSpPr>
      <dsp:spPr bwMode="white">
        <a:xfrm rot="5400000">
          <a:off x="-155858" y="155858"/>
          <a:ext cx="1039052" cy="727337"/>
        </a:xfrm>
        <a:prstGeom prst="chevron">
          <a:avLst/>
        </a:prstGeom>
        <a:solidFill>
          <a:srgbClr val="C00000"/>
        </a:solidFill>
        <a:ln w="12700" cap="flat" cmpd="sng" algn="ctr">
          <a:solidFill>
            <a:schemeClr val="bg1"/>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rot="-5400000" vert="horz" wrap="square" lIns="558556" tIns="83820" rIns="83820" bIns="83820" numCol="1" spcCol="1270" anchor="ctr" anchorCtr="0" forceAA="0"/>
        <a:lstStyle>
          <a:lvl1pPr algn="ctr"/>
          <a:lvl2pPr algn="ctr"/>
          <a:lvl3pPr algn="ctr"/>
          <a:lvl4pPr algn="ctr"/>
          <a:lvl5pPr algn="ctr"/>
          <a:lvl6pPr algn="ctr"/>
          <a:lvl7pPr algn="ctr"/>
          <a:lvl8pPr algn="ctr"/>
          <a:lvl9pPr algn="ctr"/>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rot="5400000">
        <a:off x="-155858" y="155858"/>
        <a:ext cx="1039052" cy="727337"/>
      </dsp:txXfrm>
    </dsp:sp>
    <dsp:sp modelId="{9CF16E56-7BB1-45E2-99FD-F8A87C626BF4}">
      <dsp:nvSpPr>
        <dsp:cNvPr id="4" name="同侧圆角矩形 3"/>
        <dsp:cNvSpPr/>
      </dsp:nvSpPr>
      <dsp:spPr bwMode="white">
        <a:xfrm rot="5400000">
          <a:off x="4300479" y="-3573142"/>
          <a:ext cx="675384" cy="7821668"/>
        </a:xfrm>
        <a:prstGeom prst="round2SameRect">
          <a:avLst/>
        </a:prstGeom>
        <a:solidFill>
          <a:srgbClr val="C00000"/>
        </a:solidFill>
        <a:ln w="12700" cap="flat" cmpd="sng" algn="ctr">
          <a:solidFill>
            <a:schemeClr val="bg1"/>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rot="-5400000" vert="horz" wrap="square" lIns="558556" tIns="83820" rIns="83820" bIns="83820" numCol="1" spcCol="1270" anchor="ctr" anchorCtr="0" forceAA="0"/>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gn="l" defTabSz="1466850">
            <a:lnSpc>
              <a:spcPct val="90000"/>
            </a:lnSpc>
            <a:spcBef>
              <a:spcPct val="0"/>
            </a:spcBef>
            <a:spcAft>
              <a:spcPct val="35000"/>
            </a:spcAft>
            <a:buChar cha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最早截至时间优先算法</a:t>
          </a:r>
          <a:endParaRPr>
            <a:solidFill>
              <a:schemeClr val="dk1"/>
            </a:solidFill>
          </a:endParaRPr>
        </a:p>
      </dsp:txBody>
      <dsp:txXfrm rot="5400000">
        <a:off x="4300479" y="-3573142"/>
        <a:ext cx="675384" cy="7821668"/>
      </dsp:txXfrm>
    </dsp:sp>
    <dsp:sp modelId="{209FB120-D6F6-44F9-9F28-773E8B380D07}">
      <dsp:nvSpPr>
        <dsp:cNvPr id="5" name="燕尾形 4"/>
        <dsp:cNvSpPr/>
      </dsp:nvSpPr>
      <dsp:spPr bwMode="white">
        <a:xfrm rot="5400000">
          <a:off x="-155858" y="989199"/>
          <a:ext cx="1039052" cy="727337"/>
        </a:xfrm>
        <a:prstGeom prst="chevron">
          <a:avLst/>
        </a:prstGeom>
        <a:solidFill>
          <a:srgbClr val="C00000"/>
        </a:solidFill>
        <a:ln w="12700" cap="flat" cmpd="sng" algn="ctr">
          <a:solidFill>
            <a:schemeClr val="bg1"/>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rot="-5400000" vert="horz" wrap="square" lIns="558556" tIns="83820" rIns="83820" bIns="83820" numCol="1" spcCol="1270" anchor="ctr" anchorCtr="0" forceAA="0"/>
        <a:lstStyle>
          <a:lvl1pPr algn="ctr"/>
          <a:lvl2pPr algn="ctr"/>
          <a:lvl3pPr algn="ctr"/>
          <a:lvl4pPr algn="ctr"/>
          <a:lvl5pPr algn="ctr"/>
          <a:lvl6pPr algn="ctr"/>
          <a:lvl7pPr algn="ctr"/>
          <a:lvl8pPr algn="ctr"/>
          <a:lvl9pPr algn="ctr"/>
        </a:lstStyle>
        <a:p>
          <a:pPr marL="0" lvl="0" indent="0" algn="l" defTabSz="1466850">
            <a:lnSpc>
              <a:spcPct val="90000"/>
            </a:lnSpc>
            <a:spcBef>
              <a:spcPct val="0"/>
            </a:spcBef>
            <a:spcAft>
              <a:spcPct val="35000"/>
            </a:spcAft>
            <a:buNone/>
          </a:pPr>
          <a:endParaRPr lang="zh-CN" altLang="en-US" sz="2800" b="1" kern="1200" dirty="0">
            <a:solidFill>
              <a:schemeClr val="bg1"/>
            </a:solidFill>
            <a:latin typeface="微软雅黑" panose="020B0503020204020204" pitchFamily="34" charset="-122"/>
            <a:ea typeface="微软雅黑" panose="020B0503020204020204" pitchFamily="34" charset="-122"/>
            <a:cs typeface="+mn-cs"/>
          </a:endParaRPr>
        </a:p>
      </dsp:txBody>
      <dsp:txXfrm rot="5400000">
        <a:off x="-155858" y="989199"/>
        <a:ext cx="1039052" cy="727337"/>
      </dsp:txXfrm>
    </dsp:sp>
    <dsp:sp modelId="{8080BBA4-A197-43CB-B57A-62D631630C4A}">
      <dsp:nvSpPr>
        <dsp:cNvPr id="6" name="同侧圆角矩形 5"/>
        <dsp:cNvSpPr/>
      </dsp:nvSpPr>
      <dsp:spPr bwMode="white">
        <a:xfrm rot="5400000">
          <a:off x="4300479" y="-2739801"/>
          <a:ext cx="675384" cy="7821668"/>
        </a:xfrm>
        <a:prstGeom prst="round2SameRect">
          <a:avLst/>
        </a:prstGeom>
        <a:solidFill>
          <a:srgbClr val="C00000"/>
        </a:solidFill>
        <a:ln w="12700" cap="flat" cmpd="sng" algn="ctr">
          <a:solidFill>
            <a:schemeClr val="bg1"/>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rot="-5400000" vert="horz" wrap="square" lIns="558556" tIns="83820" rIns="83820" bIns="83820" numCol="1" spcCol="1270" anchor="ctr" anchorCtr="0" forceAA="0"/>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gn="l" defTabSz="1466850">
            <a:lnSpc>
              <a:spcPct val="90000"/>
            </a:lnSpc>
            <a:spcBef>
              <a:spcPct val="0"/>
            </a:spcBef>
            <a:spcAft>
              <a:spcPct val="35000"/>
            </a:spcAft>
            <a:buChar cha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最低松弛度优先算法</a:t>
          </a:r>
          <a:endParaRPr>
            <a:solidFill>
              <a:schemeClr val="dk1"/>
            </a:solidFill>
          </a:endParaRPr>
        </a:p>
      </dsp:txBody>
      <dsp:txXfrm rot="5400000">
        <a:off x="4300479" y="-2739801"/>
        <a:ext cx="675384" cy="7821668"/>
      </dsp:txXfrm>
    </dsp:sp>
    <dsp:sp modelId="{7A025A62-B7E8-4AD9-AE46-FA6B65EB629A}">
      <dsp:nvSpPr>
        <dsp:cNvPr id="7" name="燕尾形 6"/>
        <dsp:cNvSpPr/>
      </dsp:nvSpPr>
      <dsp:spPr bwMode="white">
        <a:xfrm rot="5400000">
          <a:off x="-155858" y="1822540"/>
          <a:ext cx="1039052" cy="727337"/>
        </a:xfrm>
        <a:prstGeom prst="chevron">
          <a:avLst/>
        </a:prstGeom>
        <a:solidFill>
          <a:srgbClr val="C00000"/>
        </a:solidFill>
        <a:ln w="12700" cap="flat" cmpd="sng" algn="ctr">
          <a:solidFill>
            <a:schemeClr val="bg1"/>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rot="-5400000" vert="horz" wrap="square" lIns="558556" tIns="83820" rIns="83820" bIns="83820" numCol="1" spcCol="1270" anchor="ctr" anchorCtr="0" forceAA="0"/>
        <a:lstStyle>
          <a:lvl1pPr algn="ctr"/>
          <a:lvl2pPr algn="ctr"/>
          <a:lvl3pPr algn="ctr"/>
          <a:lvl4pPr algn="ctr"/>
          <a:lvl5pPr algn="ctr"/>
          <a:lvl6pPr algn="ctr"/>
          <a:lvl7pPr algn="ctr"/>
          <a:lvl8pPr algn="ctr"/>
          <a:lvl9pPr algn="ctr"/>
        </a:lstStyle>
        <a:p>
          <a:pPr marL="0" lvl="0" indent="0" algn="l" defTabSz="1466850">
            <a:lnSpc>
              <a:spcPct val="90000"/>
            </a:lnSpc>
            <a:spcBef>
              <a:spcPct val="0"/>
            </a:spcBef>
            <a:spcAft>
              <a:spcPct val="35000"/>
            </a:spcAft>
            <a:buNone/>
          </a:pPr>
          <a:endParaRPr lang="zh-CN" altLang="en-US" sz="2800" b="1" kern="1200" dirty="0">
            <a:solidFill>
              <a:schemeClr val="bg1"/>
            </a:solidFill>
            <a:latin typeface="微软雅黑" panose="020B0503020204020204" pitchFamily="34" charset="-122"/>
            <a:ea typeface="微软雅黑" panose="020B0503020204020204" pitchFamily="34" charset="-122"/>
            <a:cs typeface="+mn-cs"/>
          </a:endParaRPr>
        </a:p>
      </dsp:txBody>
      <dsp:txXfrm rot="5400000">
        <a:off x="-155858" y="1822540"/>
        <a:ext cx="1039052" cy="727337"/>
      </dsp:txXfrm>
    </dsp:sp>
    <dsp:sp modelId="{01125689-06A3-4F3B-A599-40ABC87F702D}">
      <dsp:nvSpPr>
        <dsp:cNvPr id="8" name="同侧圆角矩形 7"/>
        <dsp:cNvSpPr/>
      </dsp:nvSpPr>
      <dsp:spPr bwMode="white">
        <a:xfrm rot="5400000">
          <a:off x="4300479" y="-1906460"/>
          <a:ext cx="675384" cy="7821668"/>
        </a:xfrm>
        <a:prstGeom prst="round2SameRect">
          <a:avLst/>
        </a:prstGeom>
        <a:solidFill>
          <a:srgbClr val="C00000"/>
        </a:solidFill>
        <a:ln w="12700" cap="flat" cmpd="sng" algn="ctr">
          <a:solidFill>
            <a:schemeClr val="bg1"/>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rot="-5400000" vert="horz" wrap="square" lIns="558556" tIns="83820" rIns="83820" bIns="83820" numCol="1" spcCol="1270" anchor="ctr" anchorCtr="0" forceAA="0"/>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gn="l" defTabSz="1466850">
            <a:lnSpc>
              <a:spcPct val="90000"/>
            </a:lnSpc>
            <a:spcBef>
              <a:spcPct val="0"/>
            </a:spcBef>
            <a:spcAft>
              <a:spcPct val="35000"/>
            </a:spcAft>
            <a:buChar cha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优先级倒置</a:t>
          </a:r>
          <a:endParaRPr>
            <a:solidFill>
              <a:schemeClr val="dk1"/>
            </a:solidFill>
          </a:endParaRPr>
        </a:p>
      </dsp:txBody>
      <dsp:txXfrm rot="5400000">
        <a:off x="4300479" y="-1906460"/>
        <a:ext cx="675384" cy="7821668"/>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548370" cy="1802765"/>
        <a:chOff x="0" y="0"/>
        <a:chExt cx="8548370" cy="1802765"/>
      </a:xfrm>
    </dsp:grpSpPr>
    <dsp:sp modelId="{5BD25704-DC78-40F8-8004-09C120FEC988}">
      <dsp:nvSpPr>
        <dsp:cNvPr id="3" name="燕尾形 2"/>
        <dsp:cNvSpPr/>
      </dsp:nvSpPr>
      <dsp:spPr bwMode="white">
        <a:xfrm rot="5400000">
          <a:off x="-158801" y="158801"/>
          <a:ext cx="1058671" cy="741070"/>
        </a:xfrm>
        <a:prstGeom prst="chevron">
          <a:avLst/>
        </a:prstGeom>
        <a:solidFill>
          <a:srgbClr val="C00000"/>
        </a:solidFill>
        <a:ln w="12700" cap="flat" cmpd="sng" algn="ctr">
          <a:solidFill>
            <a:schemeClr val="bg1"/>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rot="-5400000" vert="horz" wrap="square" lIns="558556" tIns="83820" rIns="83820" bIns="83820" numCol="1" spcCol="1270" anchor="ctr" anchorCtr="0" forceAA="0"/>
        <a:lstStyle>
          <a:lvl1pPr algn="ctr"/>
          <a:lvl2pPr algn="ctr"/>
          <a:lvl3pPr algn="ctr"/>
          <a:lvl4pPr algn="ctr"/>
          <a:lvl5pPr algn="ctr"/>
          <a:lvl6pPr algn="ctr"/>
          <a:lvl7pPr algn="ctr"/>
          <a:lvl8pPr algn="ctr"/>
          <a:lvl9pPr algn="ctr"/>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rot="5400000">
        <a:off x="-158801" y="158801"/>
        <a:ext cx="1058671" cy="741070"/>
      </dsp:txXfrm>
    </dsp:sp>
    <dsp:sp modelId="{9CF16E56-7BB1-45E2-99FD-F8A87C626BF4}">
      <dsp:nvSpPr>
        <dsp:cNvPr id="4" name="同侧圆角矩形 3"/>
        <dsp:cNvSpPr/>
      </dsp:nvSpPr>
      <dsp:spPr bwMode="white">
        <a:xfrm rot="5400000">
          <a:off x="4300652" y="-3559582"/>
          <a:ext cx="688136" cy="7807300"/>
        </a:xfrm>
        <a:prstGeom prst="round2SameRect">
          <a:avLst/>
        </a:prstGeom>
        <a:solidFill>
          <a:srgbClr val="C00000"/>
        </a:solidFill>
        <a:ln w="12700" cap="flat" cmpd="sng" algn="ctr">
          <a:solidFill>
            <a:schemeClr val="bg1"/>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rot="-5400000" vert="horz" wrap="square" lIns="558556" tIns="83820" rIns="83820" bIns="83820" numCol="1" spcCol="1270" anchor="ctr" anchorCtr="0" forceAA="0"/>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gn="l" defTabSz="1466850">
            <a:lnSpc>
              <a:spcPct val="90000"/>
            </a:lnSpc>
            <a:spcBef>
              <a:spcPct val="0"/>
            </a:spcBef>
            <a:spcAft>
              <a:spcPct val="35000"/>
            </a:spcAft>
            <a:buChar cha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实现实时调度的基本条件</a:t>
          </a:r>
          <a:endParaRPr>
            <a:solidFill>
              <a:schemeClr val="dk1"/>
            </a:solidFill>
          </a:endParaRPr>
        </a:p>
      </dsp:txBody>
      <dsp:txXfrm rot="5400000">
        <a:off x="4300652" y="-3559582"/>
        <a:ext cx="688136" cy="7807300"/>
      </dsp:txXfrm>
    </dsp:sp>
    <dsp:sp modelId="{B45AB4C6-407E-4C75-BA34-31DC8D5B56C8}">
      <dsp:nvSpPr>
        <dsp:cNvPr id="5" name="燕尾形 4"/>
        <dsp:cNvSpPr/>
      </dsp:nvSpPr>
      <dsp:spPr bwMode="white">
        <a:xfrm rot="5400000">
          <a:off x="-158801" y="902895"/>
          <a:ext cx="1058671" cy="741070"/>
        </a:xfrm>
        <a:prstGeom prst="chevron">
          <a:avLst/>
        </a:prstGeom>
        <a:solidFill>
          <a:srgbClr val="C00000"/>
        </a:solidFill>
        <a:ln w="12700" cap="flat" cmpd="sng" algn="ctr">
          <a:solidFill>
            <a:schemeClr val="bg1"/>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rot="-5400000" vert="horz" wrap="square" lIns="558556" tIns="83820" rIns="83820" bIns="83820" numCol="1" spcCol="1270" anchor="ctr" anchorCtr="0" forceAA="0"/>
        <a:lstStyle>
          <a:lvl1pPr algn="ctr"/>
          <a:lvl2pPr algn="ctr"/>
          <a:lvl3pPr algn="ctr"/>
          <a:lvl4pPr algn="ctr"/>
          <a:lvl5pPr algn="ctr"/>
          <a:lvl6pPr algn="ctr"/>
          <a:lvl7pPr algn="ctr"/>
          <a:lvl8pPr algn="ctr"/>
          <a:lvl9pPr algn="ctr"/>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rot="5400000">
        <a:off x="-158801" y="902895"/>
        <a:ext cx="1058671" cy="741070"/>
      </dsp:txXfrm>
    </dsp:sp>
    <dsp:sp modelId="{AFAD4190-35BC-4D95-A583-749F1F60ECFA}">
      <dsp:nvSpPr>
        <dsp:cNvPr id="6" name="同侧圆角矩形 5"/>
        <dsp:cNvSpPr/>
      </dsp:nvSpPr>
      <dsp:spPr bwMode="white">
        <a:xfrm rot="5400000">
          <a:off x="4300652" y="-2815488"/>
          <a:ext cx="688136" cy="7807300"/>
        </a:xfrm>
        <a:prstGeom prst="round2SameRect">
          <a:avLst/>
        </a:prstGeom>
        <a:solidFill>
          <a:srgbClr val="C00000"/>
        </a:solidFill>
        <a:ln w="12700" cap="flat" cmpd="sng" algn="ctr">
          <a:solidFill>
            <a:schemeClr val="bg1"/>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rot="-5400000" vert="horz" wrap="square" lIns="558556" tIns="83820" rIns="83820" bIns="83820" numCol="1" spcCol="1270" anchor="ctr" anchorCtr="0" forceAA="0"/>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gn="l" defTabSz="1466850">
            <a:lnSpc>
              <a:spcPct val="90000"/>
            </a:lnSpc>
            <a:spcBef>
              <a:spcPct val="0"/>
            </a:spcBef>
            <a:spcAft>
              <a:spcPct val="35000"/>
            </a:spcAft>
            <a:buChar cha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实时调度算法的分类</a:t>
          </a:r>
          <a:endParaRPr>
            <a:solidFill>
              <a:schemeClr val="dk1"/>
            </a:solidFill>
          </a:endParaRPr>
        </a:p>
      </dsp:txBody>
      <dsp:txXfrm rot="5400000">
        <a:off x="4300652" y="-2815488"/>
        <a:ext cx="688136" cy="7807300"/>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239885" cy="5470525"/>
        <a:chOff x="0" y="0"/>
        <a:chExt cx="9239885" cy="5470525"/>
      </a:xfrm>
    </dsp:grpSpPr>
    <dsp:sp modelId="{FD9712FC-0FF5-4F80-B398-385425BE1969}">
      <dsp:nvSpPr>
        <dsp:cNvPr id="3" name="圆角矩形 2"/>
        <dsp:cNvSpPr/>
      </dsp:nvSpPr>
      <dsp:spPr bwMode="white">
        <a:xfrm>
          <a:off x="0" y="0"/>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sp:txBody>
      <dsp:txXfrm>
        <a:off x="0" y="0"/>
        <a:ext cx="9239885" cy="671234"/>
      </dsp:txXfrm>
    </dsp:sp>
    <dsp:sp modelId="{8CF43773-04A0-4729-8EDB-578309FF0EB6}">
      <dsp:nvSpPr>
        <dsp:cNvPr id="4" name="圆角矩形 3"/>
        <dsp:cNvSpPr/>
      </dsp:nvSpPr>
      <dsp:spPr bwMode="white">
        <a:xfrm>
          <a:off x="0" y="685613"/>
          <a:ext cx="9239885" cy="671234"/>
        </a:xfrm>
        <a:prstGeom prst="roundRect">
          <a:avLst/>
        </a:prstGeom>
        <a:solidFill>
          <a:srgbClr val="C00000"/>
        </a:solidFill>
        <a:ln w="12700" cap="flat" cmpd="sng" algn="ctr">
          <a:solidFill>
            <a:srgbClr val="C00000"/>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作业与作业调度</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sp:txBody>
      <dsp:txXfrm>
        <a:off x="0" y="685613"/>
        <a:ext cx="9239885" cy="671234"/>
      </dsp:txXfrm>
    </dsp:sp>
    <dsp:sp modelId="{F4556F33-59E7-441A-82C4-303C07956E79}">
      <dsp:nvSpPr>
        <dsp:cNvPr id="5" name="圆角矩形 4"/>
        <dsp:cNvSpPr/>
      </dsp:nvSpPr>
      <dsp:spPr bwMode="white">
        <a:xfrm>
          <a:off x="0" y="1371226"/>
          <a:ext cx="9239885" cy="671234"/>
        </a:xfrm>
        <a:prstGeom prst="roundRect">
          <a:avLst/>
        </a:prstGeom>
        <a:solidFill>
          <a:srgbClr val="C00000"/>
        </a:solidFill>
        <a:ln w="12700" cap="flat" cmpd="sng" algn="ctr">
          <a:solidFill>
            <a:srgbClr val="C00000"/>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进程调度</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sp:txBody>
      <dsp:txXfrm>
        <a:off x="0" y="1371226"/>
        <a:ext cx="9239885" cy="671234"/>
      </dsp:txXfrm>
    </dsp:sp>
    <dsp:sp modelId="{FBCB08D6-EA46-4D93-94F5-1B7AA18BD962}">
      <dsp:nvSpPr>
        <dsp:cNvPr id="6" name="圆角矩形 5"/>
        <dsp:cNvSpPr/>
      </dsp:nvSpPr>
      <dsp:spPr bwMode="white">
        <a:xfrm>
          <a:off x="0" y="2056839"/>
          <a:ext cx="9239885" cy="671234"/>
        </a:xfrm>
        <a:prstGeom prst="roundRect">
          <a:avLst/>
        </a:prstGeom>
        <a:solidFill>
          <a:srgbClr val="C00000"/>
        </a:solidFill>
        <a:ln w="12700" cap="flat" cmpd="sng" algn="ctr">
          <a:solidFill>
            <a:srgbClr val="C00000"/>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实时调度</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dsp:txBody>
      <dsp:txXfrm>
        <a:off x="0" y="2056839"/>
        <a:ext cx="9239885" cy="671234"/>
      </dsp:txXfrm>
    </dsp:sp>
    <dsp:sp modelId="{FA78991A-8BDD-4871-A7C0-4B4AC8D0C058}">
      <dsp:nvSpPr>
        <dsp:cNvPr id="7" name="圆角矩形 6"/>
        <dsp:cNvSpPr/>
      </dsp:nvSpPr>
      <dsp:spPr bwMode="white">
        <a:xfrm>
          <a:off x="0" y="2742452"/>
          <a:ext cx="9239885" cy="671234"/>
        </a:xfrm>
        <a:prstGeom prst="roundRect">
          <a:avLst/>
        </a:prstGeom>
        <a:noFill/>
        <a:ln w="12700" cap="flat" cmpd="sng" algn="ctr">
          <a:solidFill>
            <a:srgbClr val="C00000"/>
          </a:solidFill>
          <a:prstDash val="solid"/>
          <a:miter lim="800000"/>
        </a:ln>
        <a:effectLst/>
      </dsp:spPr>
      <dsp:style>
        <a:lnRef idx="2">
          <a:schemeClr val="lt1"/>
        </a:lnRef>
        <a:fillRef idx="1">
          <a:schemeClr val="accent6"/>
        </a:fillRef>
        <a:effectRef idx="0">
          <a:scrgbClr r="0" g="0" b="0"/>
        </a:effectRef>
        <a:fontRef idx="minor">
          <a:schemeClr val="lt1"/>
        </a:fontRef>
      </dsp:style>
      <dsp:txBody>
        <a:bodyPr vert="horz" wrap="square" lIns="558556" tIns="83820" rIns="83820" bIns="83820" numCol="1" spcCol="1270" anchor="ctr" anchorCtr="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gn="l" defTabSz="1466850">
            <a:lnSpc>
              <a:spcPct val="90000"/>
            </a:lnSpc>
            <a:spcBef>
              <a:spcPct val="0"/>
            </a:spcBef>
            <a:spcAft>
              <a:spcPct val="35000"/>
            </a:spcAft>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死锁概述</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a:off x="0" y="2742452"/>
        <a:ext cx="9239885" cy="671234"/>
      </dsp:txXfrm>
    </dsp:sp>
    <dsp:sp modelId="{9CADED39-099F-4E07-8F41-6B5938B71168}">
      <dsp:nvSpPr>
        <dsp:cNvPr id="8" name="圆角矩形 7"/>
        <dsp:cNvSpPr/>
      </dsp:nvSpPr>
      <dsp:spPr bwMode="white">
        <a:xfrm>
          <a:off x="0" y="3428065"/>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预防死锁</a:t>
          </a:r>
        </a:p>
      </dsp:txBody>
      <dsp:txXfrm>
        <a:off x="0" y="3428065"/>
        <a:ext cx="9239885" cy="671234"/>
      </dsp:txXfrm>
    </dsp:sp>
    <dsp:sp modelId="{EEF8EFB9-A897-44C9-AFD5-4A7F06E01A25}">
      <dsp:nvSpPr>
        <dsp:cNvPr id="9" name="圆角矩形 8"/>
        <dsp:cNvSpPr/>
      </dsp:nvSpPr>
      <dsp:spPr bwMode="white">
        <a:xfrm>
          <a:off x="0" y="4113678"/>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a:solidFill>
                <a:prstClr val="white"/>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dsp:txBody>
      <dsp:txXfrm>
        <a:off x="0" y="4113678"/>
        <a:ext cx="9239885" cy="671234"/>
      </dsp:txXfrm>
    </dsp:sp>
    <dsp:sp modelId="{77073944-EDE4-4181-8556-1037BCBAE601}">
      <dsp:nvSpPr>
        <dsp:cNvPr id="10" name="圆角矩形 9"/>
        <dsp:cNvSpPr/>
      </dsp:nvSpPr>
      <dsp:spPr bwMode="white">
        <a:xfrm>
          <a:off x="0" y="4799291"/>
          <a:ext cx="9239885" cy="671234"/>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sp:txBody>
      <dsp:txXfrm>
        <a:off x="0" y="4799291"/>
        <a:ext cx="9239885" cy="671234"/>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986789" cy="5759800"/>
        <a:chOff x="0" y="0"/>
        <a:chExt cx="9986789" cy="5759800"/>
      </a:xfrm>
    </dsp:grpSpPr>
    <dsp:sp modelId="{FD9712FC-0FF5-4F80-B398-385425BE1969}">
      <dsp:nvSpPr>
        <dsp:cNvPr id="3" name="圆角矩形 2"/>
        <dsp:cNvSpPr/>
      </dsp:nvSpPr>
      <dsp:spPr bwMode="white">
        <a:xfrm>
          <a:off x="0" y="0"/>
          <a:ext cx="9986789" cy="707382"/>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sp:txBody>
      <dsp:txXfrm>
        <a:off x="0" y="0"/>
        <a:ext cx="9986789" cy="707382"/>
      </dsp:txXfrm>
    </dsp:sp>
    <dsp:sp modelId="{8CF43773-04A0-4729-8EDB-578309FF0EB6}">
      <dsp:nvSpPr>
        <dsp:cNvPr id="4" name="圆角矩形 3"/>
        <dsp:cNvSpPr/>
      </dsp:nvSpPr>
      <dsp:spPr bwMode="white">
        <a:xfrm>
          <a:off x="0" y="721774"/>
          <a:ext cx="9986789" cy="707382"/>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作业与作业调度</a:t>
          </a:r>
        </a:p>
      </dsp:txBody>
      <dsp:txXfrm>
        <a:off x="0" y="721774"/>
        <a:ext cx="9986789" cy="707382"/>
      </dsp:txXfrm>
    </dsp:sp>
    <dsp:sp modelId="{F4556F33-59E7-441A-82C4-303C07956E79}">
      <dsp:nvSpPr>
        <dsp:cNvPr id="5" name="圆角矩形 4"/>
        <dsp:cNvSpPr/>
      </dsp:nvSpPr>
      <dsp:spPr bwMode="white">
        <a:xfrm>
          <a:off x="0" y="1443548"/>
          <a:ext cx="9986789" cy="707382"/>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进程调度</a:t>
          </a:r>
        </a:p>
      </dsp:txBody>
      <dsp:txXfrm>
        <a:off x="0" y="1443548"/>
        <a:ext cx="9986789" cy="707382"/>
      </dsp:txXfrm>
    </dsp:sp>
    <dsp:sp modelId="{FBCB08D6-EA46-4D93-94F5-1B7AA18BD962}">
      <dsp:nvSpPr>
        <dsp:cNvPr id="6" name="圆角矩形 5"/>
        <dsp:cNvSpPr/>
      </dsp:nvSpPr>
      <dsp:spPr bwMode="white">
        <a:xfrm>
          <a:off x="0" y="2165322"/>
          <a:ext cx="9986789" cy="707382"/>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实时调度</a:t>
          </a:r>
        </a:p>
      </dsp:txBody>
      <dsp:txXfrm>
        <a:off x="0" y="2165322"/>
        <a:ext cx="9986789" cy="707382"/>
      </dsp:txXfrm>
    </dsp:sp>
    <dsp:sp modelId="{FA78991A-8BDD-4871-A7C0-4B4AC8D0C058}">
      <dsp:nvSpPr>
        <dsp:cNvPr id="7" name="圆角矩形 6"/>
        <dsp:cNvSpPr/>
      </dsp:nvSpPr>
      <dsp:spPr bwMode="white">
        <a:xfrm>
          <a:off x="0" y="2887096"/>
          <a:ext cx="9986789" cy="707382"/>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6"/>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死锁概述</a:t>
          </a:r>
        </a:p>
      </dsp:txBody>
      <dsp:txXfrm>
        <a:off x="0" y="2887096"/>
        <a:ext cx="9986789" cy="707382"/>
      </dsp:txXfrm>
    </dsp:sp>
    <dsp:sp modelId="{9CADED39-099F-4E07-8F41-6B5938B71168}">
      <dsp:nvSpPr>
        <dsp:cNvPr id="8" name="圆角矩形 7"/>
        <dsp:cNvSpPr/>
      </dsp:nvSpPr>
      <dsp:spPr bwMode="white">
        <a:xfrm>
          <a:off x="0" y="3608870"/>
          <a:ext cx="9986789" cy="707382"/>
        </a:xfrm>
        <a:prstGeom prst="roundRect">
          <a:avLst/>
        </a:prstGeom>
        <a:solidFill>
          <a:prstClr val="white"/>
        </a:solidFill>
        <a:ln w="12700" cap="flat" cmpd="sng" algn="ctr">
          <a:solidFill>
            <a:srgbClr val="C00000"/>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预防死锁</a:t>
          </a:r>
        </a:p>
      </dsp:txBody>
      <dsp:txXfrm>
        <a:off x="0" y="3608870"/>
        <a:ext cx="9986789" cy="707382"/>
      </dsp:txXfrm>
    </dsp:sp>
    <dsp:sp modelId="{EEF8EFB9-A897-44C9-AFD5-4A7F06E01A25}">
      <dsp:nvSpPr>
        <dsp:cNvPr id="9" name="圆角矩形 8"/>
        <dsp:cNvSpPr/>
      </dsp:nvSpPr>
      <dsp:spPr bwMode="white">
        <a:xfrm>
          <a:off x="0" y="4330644"/>
          <a:ext cx="9986789" cy="707382"/>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a:solidFill>
                <a:prstClr val="white"/>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dsp:txBody>
      <dsp:txXfrm>
        <a:off x="0" y="4330644"/>
        <a:ext cx="9986789" cy="707382"/>
      </dsp:txXfrm>
    </dsp:sp>
    <dsp:sp modelId="{77073944-EDE4-4181-8556-1037BCBAE601}">
      <dsp:nvSpPr>
        <dsp:cNvPr id="10" name="圆角矩形 9"/>
        <dsp:cNvSpPr/>
      </dsp:nvSpPr>
      <dsp:spPr bwMode="white">
        <a:xfrm>
          <a:off x="0" y="5052418"/>
          <a:ext cx="9986789" cy="707382"/>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sp:txBody>
      <dsp:txXfrm>
        <a:off x="0" y="5052418"/>
        <a:ext cx="9986789" cy="707382"/>
      </dsp:txXfrm>
    </dsp:sp>
  </dsp:spTree>
</dsp:drawing>
</file>

<file path=ppt/diagrams/drawing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449498" cy="5627742"/>
        <a:chOff x="0" y="0"/>
        <a:chExt cx="10449498" cy="5627742"/>
      </a:xfrm>
    </dsp:grpSpPr>
    <dsp:sp modelId="{FD9712FC-0FF5-4F80-B398-385425BE1969}">
      <dsp:nvSpPr>
        <dsp:cNvPr id="3" name="圆角矩形 2"/>
        <dsp:cNvSpPr/>
      </dsp:nvSpPr>
      <dsp:spPr bwMode="white">
        <a:xfrm>
          <a:off x="0" y="0"/>
          <a:ext cx="10449498" cy="690880"/>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sp:txBody>
      <dsp:txXfrm>
        <a:off x="0" y="0"/>
        <a:ext cx="10449498" cy="690880"/>
      </dsp:txXfrm>
    </dsp:sp>
    <dsp:sp modelId="{8CF43773-04A0-4729-8EDB-578309FF0EB6}">
      <dsp:nvSpPr>
        <dsp:cNvPr id="4" name="圆角矩形 3"/>
        <dsp:cNvSpPr/>
      </dsp:nvSpPr>
      <dsp:spPr bwMode="white">
        <a:xfrm>
          <a:off x="0" y="705266"/>
          <a:ext cx="10449498" cy="690880"/>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作业与作业调度</a:t>
          </a:r>
        </a:p>
      </dsp:txBody>
      <dsp:txXfrm>
        <a:off x="0" y="705266"/>
        <a:ext cx="10449498" cy="690880"/>
      </dsp:txXfrm>
    </dsp:sp>
    <dsp:sp modelId="{F4556F33-59E7-441A-82C4-303C07956E79}">
      <dsp:nvSpPr>
        <dsp:cNvPr id="5" name="圆角矩形 4"/>
        <dsp:cNvSpPr/>
      </dsp:nvSpPr>
      <dsp:spPr bwMode="white">
        <a:xfrm>
          <a:off x="0" y="1410532"/>
          <a:ext cx="10449498" cy="690880"/>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进程调度</a:t>
          </a:r>
        </a:p>
      </dsp:txBody>
      <dsp:txXfrm>
        <a:off x="0" y="1410532"/>
        <a:ext cx="10449498" cy="690880"/>
      </dsp:txXfrm>
    </dsp:sp>
    <dsp:sp modelId="{FBCB08D6-EA46-4D93-94F5-1B7AA18BD962}">
      <dsp:nvSpPr>
        <dsp:cNvPr id="6" name="圆角矩形 5"/>
        <dsp:cNvSpPr/>
      </dsp:nvSpPr>
      <dsp:spPr bwMode="white">
        <a:xfrm>
          <a:off x="0" y="2115798"/>
          <a:ext cx="10449498" cy="690880"/>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实时调度</a:t>
          </a:r>
        </a:p>
      </dsp:txBody>
      <dsp:txXfrm>
        <a:off x="0" y="2115798"/>
        <a:ext cx="10449498" cy="690880"/>
      </dsp:txXfrm>
    </dsp:sp>
    <dsp:sp modelId="{FA78991A-8BDD-4871-A7C0-4B4AC8D0C058}">
      <dsp:nvSpPr>
        <dsp:cNvPr id="7" name="圆角矩形 6"/>
        <dsp:cNvSpPr/>
      </dsp:nvSpPr>
      <dsp:spPr bwMode="white">
        <a:xfrm>
          <a:off x="0" y="2821064"/>
          <a:ext cx="10449498" cy="690880"/>
        </a:xfrm>
        <a:prstGeom prst="roundRect">
          <a:avLst/>
        </a:prstGeom>
        <a:solidFill>
          <a:prstClr val="white"/>
        </a:solidFill>
        <a:ln w="12700" cap="flat" cmpd="sng" algn="ctr">
          <a:solidFill>
            <a:srgbClr val="C00000"/>
          </a:solidFill>
          <a:prstDash val="solid"/>
          <a:miter lim="800000"/>
        </a:ln>
        <a:effectLst/>
      </dsp:spPr>
      <dsp:style>
        <a:lnRef idx="2">
          <a:schemeClr val="lt1"/>
        </a:lnRef>
        <a:fillRef idx="1">
          <a:schemeClr val="accent6"/>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死锁概述</a:t>
          </a:r>
        </a:p>
      </dsp:txBody>
      <dsp:txXfrm>
        <a:off x="0" y="2821064"/>
        <a:ext cx="10449498" cy="690880"/>
      </dsp:txXfrm>
    </dsp:sp>
    <dsp:sp modelId="{9CADED39-099F-4E07-8F41-6B5938B71168}">
      <dsp:nvSpPr>
        <dsp:cNvPr id="8" name="圆角矩形 7"/>
        <dsp:cNvSpPr/>
      </dsp:nvSpPr>
      <dsp:spPr bwMode="white">
        <a:xfrm>
          <a:off x="0" y="3526330"/>
          <a:ext cx="10449498" cy="690880"/>
        </a:xfrm>
        <a:prstGeom prst="roundRect">
          <a:avLst/>
        </a:prstGeom>
        <a:solidFill>
          <a:prstClr val="white"/>
        </a:solidFill>
        <a:ln w="12700" cap="flat" cmpd="sng" algn="ctr">
          <a:solidFill>
            <a:srgbClr val="C00000"/>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预防死锁</a:t>
          </a:r>
        </a:p>
      </dsp:txBody>
      <dsp:txXfrm>
        <a:off x="0" y="3526330"/>
        <a:ext cx="10449498" cy="690880"/>
      </dsp:txXfrm>
    </dsp:sp>
    <dsp:sp modelId="{EEF8EFB9-A897-44C9-AFD5-4A7F06E01A25}">
      <dsp:nvSpPr>
        <dsp:cNvPr id="9" name="圆角矩形 8"/>
        <dsp:cNvSpPr/>
      </dsp:nvSpPr>
      <dsp:spPr bwMode="white">
        <a:xfrm>
          <a:off x="0" y="4231596"/>
          <a:ext cx="10449498" cy="690880"/>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a:solidFill>
                <a:prstClr val="white"/>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dsp:txBody>
      <dsp:txXfrm>
        <a:off x="0" y="4231596"/>
        <a:ext cx="10449498" cy="690880"/>
      </dsp:txXfrm>
    </dsp:sp>
    <dsp:sp modelId="{77073944-EDE4-4181-8556-1037BCBAE601}">
      <dsp:nvSpPr>
        <dsp:cNvPr id="10" name="圆角矩形 9"/>
        <dsp:cNvSpPr/>
      </dsp:nvSpPr>
      <dsp:spPr bwMode="white">
        <a:xfrm>
          <a:off x="0" y="4936862"/>
          <a:ext cx="10449498" cy="690880"/>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sp:txBody>
      <dsp:txXfrm>
        <a:off x="0" y="4936862"/>
        <a:ext cx="10449498" cy="690880"/>
      </dsp:txXfrm>
    </dsp:sp>
  </dsp:spTree>
</dsp:drawing>
</file>

<file path=ppt/diagrams/drawing9.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650775" cy="3383545"/>
        <a:chOff x="0" y="0"/>
        <a:chExt cx="9650775" cy="3383545"/>
      </a:xfrm>
    </dsp:grpSpPr>
    <dsp:sp modelId="{5BD25704-DC78-40F8-8004-09C120FEC988}">
      <dsp:nvSpPr>
        <dsp:cNvPr id="3" name="燕尾形 2"/>
        <dsp:cNvSpPr/>
      </dsp:nvSpPr>
      <dsp:spPr bwMode="white">
        <a:xfrm rot="5400000">
          <a:off x="-189140" y="189140"/>
          <a:ext cx="1260935" cy="882655"/>
        </a:xfrm>
        <a:prstGeom prst="chevron">
          <a:avLst/>
        </a:prstGeom>
        <a:solidFill>
          <a:srgbClr val="C00000"/>
        </a:solidFill>
        <a:ln w="12700" cap="flat" cmpd="sng" algn="ctr">
          <a:solidFill>
            <a:schemeClr val="bg1"/>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rot="-5400000" vert="horz" wrap="square" lIns="558556" tIns="83820" rIns="83820" bIns="83820" numCol="1" spcCol="1270" anchor="ctr" anchorCtr="0" forceAA="0"/>
        <a:lstStyle>
          <a:lvl1pPr algn="ctr"/>
          <a:lvl2pPr algn="ctr"/>
          <a:lvl3pPr algn="ctr"/>
          <a:lvl4pPr algn="ctr"/>
          <a:lvl5pPr algn="ctr"/>
          <a:lvl6pPr algn="ctr"/>
          <a:lvl7pPr algn="ctr"/>
          <a:lvl8pPr algn="ctr"/>
          <a:lvl9pPr algn="ctr"/>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rot="5400000">
        <a:off x="-189140" y="189140"/>
        <a:ext cx="1260935" cy="882655"/>
      </dsp:txXfrm>
    </dsp:sp>
    <dsp:sp modelId="{9CF16E56-7BB1-45E2-99FD-F8A87C626BF4}">
      <dsp:nvSpPr>
        <dsp:cNvPr id="4" name="同侧圆角矩形 3"/>
        <dsp:cNvSpPr/>
      </dsp:nvSpPr>
      <dsp:spPr bwMode="white">
        <a:xfrm rot="5400000">
          <a:off x="4856911" y="-3974256"/>
          <a:ext cx="819608" cy="8768120"/>
        </a:xfrm>
        <a:prstGeom prst="round2SameRect">
          <a:avLst/>
        </a:prstGeom>
        <a:solidFill>
          <a:srgbClr val="C00000"/>
        </a:solidFill>
        <a:ln w="12700" cap="flat" cmpd="sng" algn="ctr">
          <a:solidFill>
            <a:schemeClr val="bg1"/>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rot="-5400000" vert="horz" wrap="square" lIns="558556" tIns="83820" rIns="83820" bIns="83820" numCol="1" spcCol="1270" anchor="ctr" anchorCtr="0" forceAA="0"/>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gn="l" defTabSz="1466850">
            <a:lnSpc>
              <a:spcPct val="90000"/>
            </a:lnSpc>
            <a:spcBef>
              <a:spcPct val="0"/>
            </a:spcBef>
            <a:spcAft>
              <a:spcPct val="35000"/>
            </a:spcAft>
            <a:buChar cha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破坏“请求和保持“条件</a:t>
          </a:r>
          <a:endParaRPr>
            <a:solidFill>
              <a:schemeClr val="dk1"/>
            </a:solidFill>
          </a:endParaRPr>
        </a:p>
      </dsp:txBody>
      <dsp:txXfrm rot="5400000">
        <a:off x="4856911" y="-3974256"/>
        <a:ext cx="819608" cy="8768120"/>
      </dsp:txXfrm>
    </dsp:sp>
    <dsp:sp modelId="{B45AB4C6-407E-4C75-BA34-31DC8D5B56C8}">
      <dsp:nvSpPr>
        <dsp:cNvPr id="5" name="燕尾形 4"/>
        <dsp:cNvSpPr/>
      </dsp:nvSpPr>
      <dsp:spPr bwMode="white">
        <a:xfrm rot="5400000">
          <a:off x="-189140" y="1250445"/>
          <a:ext cx="1260935" cy="882655"/>
        </a:xfrm>
        <a:prstGeom prst="chevron">
          <a:avLst/>
        </a:prstGeom>
        <a:solidFill>
          <a:srgbClr val="C00000"/>
        </a:solidFill>
        <a:ln w="12700" cap="flat" cmpd="sng" algn="ctr">
          <a:solidFill>
            <a:schemeClr val="bg1"/>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rot="-5400000" vert="horz" wrap="square" lIns="558556" tIns="83820" rIns="83820" bIns="83820" numCol="1" spcCol="1270" anchor="ctr" anchorCtr="0" forceAA="0"/>
        <a:lstStyle>
          <a:lvl1pPr algn="ctr"/>
          <a:lvl2pPr algn="ctr"/>
          <a:lvl3pPr algn="ctr"/>
          <a:lvl4pPr algn="ctr"/>
          <a:lvl5pPr algn="ctr"/>
          <a:lvl6pPr algn="ctr"/>
          <a:lvl7pPr algn="ctr"/>
          <a:lvl8pPr algn="ctr"/>
          <a:lvl9pPr algn="ctr"/>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rot="5400000">
        <a:off x="-189140" y="1250445"/>
        <a:ext cx="1260935" cy="882655"/>
      </dsp:txXfrm>
    </dsp:sp>
    <dsp:sp modelId="{AFAD4190-35BC-4D95-A583-749F1F60ECFA}">
      <dsp:nvSpPr>
        <dsp:cNvPr id="6" name="同侧圆角矩形 5"/>
        <dsp:cNvSpPr/>
      </dsp:nvSpPr>
      <dsp:spPr bwMode="white">
        <a:xfrm rot="5400000">
          <a:off x="4856911" y="-2912951"/>
          <a:ext cx="819608" cy="8768120"/>
        </a:xfrm>
        <a:prstGeom prst="round2SameRect">
          <a:avLst/>
        </a:prstGeom>
        <a:solidFill>
          <a:srgbClr val="C00000"/>
        </a:solidFill>
        <a:ln w="12700" cap="flat" cmpd="sng" algn="ctr">
          <a:solidFill>
            <a:schemeClr val="bg1"/>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rot="-5400000" vert="horz" wrap="square" lIns="558556" tIns="83820" rIns="83820" bIns="83820" numCol="1" spcCol="1270" anchor="ctr" anchorCtr="0" forceAA="0"/>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gn="l" defTabSz="1466850">
            <a:lnSpc>
              <a:spcPct val="90000"/>
            </a:lnSpc>
            <a:spcBef>
              <a:spcPct val="0"/>
            </a:spcBef>
            <a:spcAft>
              <a:spcPct val="35000"/>
            </a:spcAft>
            <a:buChar cha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破坏“不可抢占”条件</a:t>
          </a:r>
          <a:endParaRPr>
            <a:solidFill>
              <a:schemeClr val="dk1"/>
            </a:solidFill>
          </a:endParaRPr>
        </a:p>
      </dsp:txBody>
      <dsp:txXfrm rot="5400000">
        <a:off x="4856911" y="-2912951"/>
        <a:ext cx="819608" cy="8768120"/>
      </dsp:txXfrm>
    </dsp:sp>
    <dsp:sp modelId="{82395496-FDD6-40AA-8939-E7EA39CDF3ED}">
      <dsp:nvSpPr>
        <dsp:cNvPr id="7" name="燕尾形 6"/>
        <dsp:cNvSpPr/>
      </dsp:nvSpPr>
      <dsp:spPr bwMode="white">
        <a:xfrm rot="5400000">
          <a:off x="-189140" y="2311750"/>
          <a:ext cx="1260935" cy="882655"/>
        </a:xfrm>
        <a:prstGeom prst="chevron">
          <a:avLst/>
        </a:prstGeom>
        <a:solidFill>
          <a:srgbClr val="C00000"/>
        </a:solidFill>
        <a:ln w="12700" cap="flat" cmpd="sng" algn="ctr">
          <a:solidFill>
            <a:schemeClr val="bg1"/>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rot="-5400000" vert="horz" wrap="square" lIns="558556" tIns="83820" rIns="83820" bIns="83820" numCol="1" spcCol="1270" anchor="ctr" anchorCtr="0" forceAA="0"/>
        <a:lstStyle>
          <a:lvl1pPr algn="ctr"/>
          <a:lvl2pPr algn="ctr"/>
          <a:lvl3pPr algn="ctr"/>
          <a:lvl4pPr algn="ctr"/>
          <a:lvl5pPr algn="ctr"/>
          <a:lvl6pPr algn="ctr"/>
          <a:lvl7pPr algn="ctr"/>
          <a:lvl8pPr algn="ctr"/>
          <a:lvl9pPr algn="ctr"/>
        </a:lstStyle>
        <a:p>
          <a:pPr marL="0" lvl="0" indent="0" algn="l" defTabSz="1466850">
            <a:lnSpc>
              <a:spcPct val="90000"/>
            </a:lnSpc>
            <a:spcBef>
              <a:spcPct val="0"/>
            </a:spcBef>
            <a:spcAft>
              <a:spcPct val="35000"/>
            </a:spcAft>
            <a:buNone/>
          </a:pPr>
          <a:endParaRPr lang="zh-CN" altLang="en-US" sz="2800" b="1" kern="1200" dirty="0">
            <a:solidFill>
              <a:schemeClr val="bg1"/>
            </a:solidFill>
            <a:latin typeface="微软雅黑" panose="020B0503020204020204" pitchFamily="34" charset="-122"/>
            <a:ea typeface="微软雅黑" panose="020B0503020204020204" pitchFamily="34" charset="-122"/>
            <a:cs typeface="+mn-cs"/>
          </a:endParaRPr>
        </a:p>
      </dsp:txBody>
      <dsp:txXfrm rot="5400000">
        <a:off x="-189140" y="2311750"/>
        <a:ext cx="1260935" cy="882655"/>
      </dsp:txXfrm>
    </dsp:sp>
    <dsp:sp modelId="{3FDDB679-1347-4629-9F0C-14D5B165A6AD}">
      <dsp:nvSpPr>
        <dsp:cNvPr id="8" name="同侧圆角矩形 7"/>
        <dsp:cNvSpPr/>
      </dsp:nvSpPr>
      <dsp:spPr bwMode="white">
        <a:xfrm rot="5400000">
          <a:off x="4856911" y="-1851646"/>
          <a:ext cx="819608" cy="8768120"/>
        </a:xfrm>
        <a:prstGeom prst="round2SameRect">
          <a:avLst/>
        </a:prstGeom>
        <a:solidFill>
          <a:srgbClr val="C00000"/>
        </a:solidFill>
        <a:ln w="12700" cap="flat" cmpd="sng" algn="ctr">
          <a:solidFill>
            <a:schemeClr val="bg1"/>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rot="-5400000" vert="horz" wrap="square" lIns="558556" tIns="83820" rIns="83820" bIns="83820" numCol="1" spcCol="1270" anchor="ctr" anchorCtr="0" forceAA="0"/>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gn="l" defTabSz="1466850">
            <a:lnSpc>
              <a:spcPct val="90000"/>
            </a:lnSpc>
            <a:spcBef>
              <a:spcPct val="0"/>
            </a:spcBef>
            <a:spcAft>
              <a:spcPct val="35000"/>
            </a:spcAft>
            <a:buChar cha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破坏“循环等待”事件</a:t>
          </a:r>
          <a:endParaRPr>
            <a:solidFill>
              <a:schemeClr val="dk1"/>
            </a:solidFill>
          </a:endParaRPr>
        </a:p>
      </dsp:txBody>
      <dsp:txXfrm rot="5400000">
        <a:off x="4856911" y="-1851646"/>
        <a:ext cx="819608" cy="8768120"/>
      </dsp:txXfrm>
    </dsp:sp>
  </dsp:spTree>
</dsp:drawing>
</file>

<file path=ppt/diagrams/drawing10.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058400" cy="5627742"/>
        <a:chOff x="0" y="0"/>
        <a:chExt cx="10058400" cy="5627742"/>
      </a:xfrm>
    </dsp:grpSpPr>
    <dsp:sp modelId="{FD9712FC-0FF5-4F80-B398-385425BE1969}">
      <dsp:nvSpPr>
        <dsp:cNvPr id="3" name="圆角矩形 2"/>
        <dsp:cNvSpPr/>
      </dsp:nvSpPr>
      <dsp:spPr bwMode="white">
        <a:xfrm>
          <a:off x="0" y="0"/>
          <a:ext cx="10058400" cy="690880"/>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sp:txBody>
      <dsp:txXfrm>
        <a:off x="0" y="0"/>
        <a:ext cx="10058400" cy="690880"/>
      </dsp:txXfrm>
    </dsp:sp>
    <dsp:sp modelId="{8CF43773-04A0-4729-8EDB-578309FF0EB6}">
      <dsp:nvSpPr>
        <dsp:cNvPr id="4" name="圆角矩形 3"/>
        <dsp:cNvSpPr/>
      </dsp:nvSpPr>
      <dsp:spPr bwMode="white">
        <a:xfrm>
          <a:off x="0" y="705266"/>
          <a:ext cx="10058400" cy="690880"/>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作业与作业调度</a:t>
          </a:r>
        </a:p>
      </dsp:txBody>
      <dsp:txXfrm>
        <a:off x="0" y="705266"/>
        <a:ext cx="10058400" cy="690880"/>
      </dsp:txXfrm>
    </dsp:sp>
    <dsp:sp modelId="{F4556F33-59E7-441A-82C4-303C07956E79}">
      <dsp:nvSpPr>
        <dsp:cNvPr id="5" name="圆角矩形 4"/>
        <dsp:cNvSpPr/>
      </dsp:nvSpPr>
      <dsp:spPr bwMode="white">
        <a:xfrm>
          <a:off x="0" y="1410532"/>
          <a:ext cx="10058400" cy="690880"/>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进程调度</a:t>
          </a:r>
        </a:p>
      </dsp:txBody>
      <dsp:txXfrm>
        <a:off x="0" y="1410532"/>
        <a:ext cx="10058400" cy="690880"/>
      </dsp:txXfrm>
    </dsp:sp>
    <dsp:sp modelId="{FBCB08D6-EA46-4D93-94F5-1B7AA18BD962}">
      <dsp:nvSpPr>
        <dsp:cNvPr id="6" name="圆角矩形 5"/>
        <dsp:cNvSpPr/>
      </dsp:nvSpPr>
      <dsp:spPr bwMode="white">
        <a:xfrm>
          <a:off x="0" y="2115798"/>
          <a:ext cx="10058400" cy="690880"/>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实时调度</a:t>
          </a:r>
        </a:p>
      </dsp:txBody>
      <dsp:txXfrm>
        <a:off x="0" y="2115798"/>
        <a:ext cx="10058400" cy="690880"/>
      </dsp:txXfrm>
    </dsp:sp>
    <dsp:sp modelId="{FA78991A-8BDD-4871-A7C0-4B4AC8D0C058}">
      <dsp:nvSpPr>
        <dsp:cNvPr id="7" name="圆角矩形 6"/>
        <dsp:cNvSpPr/>
      </dsp:nvSpPr>
      <dsp:spPr bwMode="white">
        <a:xfrm>
          <a:off x="0" y="2821064"/>
          <a:ext cx="10058400" cy="690880"/>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6"/>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死锁概述</a:t>
          </a:r>
        </a:p>
      </dsp:txBody>
      <dsp:txXfrm>
        <a:off x="0" y="2821064"/>
        <a:ext cx="10058400" cy="690880"/>
      </dsp:txXfrm>
    </dsp:sp>
    <dsp:sp modelId="{9CADED39-099F-4E07-8F41-6B5938B71168}">
      <dsp:nvSpPr>
        <dsp:cNvPr id="8" name="圆角矩形 7"/>
        <dsp:cNvSpPr/>
      </dsp:nvSpPr>
      <dsp:spPr bwMode="white">
        <a:xfrm>
          <a:off x="0" y="3526330"/>
          <a:ext cx="10058400" cy="690880"/>
        </a:xfrm>
        <a:prstGeom prst="roundRect">
          <a:avLst/>
        </a:prstGeom>
        <a:solidFill>
          <a:srgbClr val="C00000"/>
        </a:solidFill>
        <a:ln w="12700" cap="flat" cmpd="sng" algn="ctr">
          <a:solidFill>
            <a:srgbClr val="C00000"/>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预防死锁</a:t>
          </a:r>
        </a:p>
      </dsp:txBody>
      <dsp:txXfrm>
        <a:off x="0" y="3526330"/>
        <a:ext cx="10058400" cy="690880"/>
      </dsp:txXfrm>
    </dsp:sp>
    <dsp:sp modelId="{EEF8EFB9-A897-44C9-AFD5-4A7F06E01A25}">
      <dsp:nvSpPr>
        <dsp:cNvPr id="9" name="圆角矩形 8"/>
        <dsp:cNvSpPr/>
      </dsp:nvSpPr>
      <dsp:spPr bwMode="white">
        <a:xfrm>
          <a:off x="0" y="4231596"/>
          <a:ext cx="10058400" cy="690880"/>
        </a:xfrm>
        <a:prstGeom prst="roundRect">
          <a:avLst/>
        </a:prstGeom>
        <a:solidFill>
          <a:schemeClr val="bg1"/>
        </a:solidFill>
        <a:ln w="12700" cap="flat" cmpd="sng" algn="ctr">
          <a:solidFill>
            <a:srgbClr val="C00000"/>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a:solidFill>
                <a:srgbClr val="C00000"/>
              </a:solidFill>
              <a:latin typeface="微软雅黑" panose="020B0503020204020204" pitchFamily="34" charset="-122"/>
              <a:ea typeface="微软雅黑" panose="020B0503020204020204" pitchFamily="34" charset="-122"/>
              <a:cs typeface="+mn-cs"/>
            </a:rPr>
            <a:t>避免死锁</a:t>
          </a: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a:off x="0" y="4231596"/>
        <a:ext cx="10058400" cy="690880"/>
      </dsp:txXfrm>
    </dsp:sp>
    <dsp:sp modelId="{77073944-EDE4-4181-8556-1037BCBAE601}">
      <dsp:nvSpPr>
        <dsp:cNvPr id="10" name="圆角矩形 9"/>
        <dsp:cNvSpPr/>
      </dsp:nvSpPr>
      <dsp:spPr bwMode="white">
        <a:xfrm>
          <a:off x="0" y="4936862"/>
          <a:ext cx="10058400" cy="690880"/>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sp:txBody>
      <dsp:txXfrm>
        <a:off x="0" y="4936862"/>
        <a:ext cx="10058400" cy="6908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603735" cy="5872438"/>
        <a:chOff x="0" y="0"/>
        <a:chExt cx="10603735" cy="5872438"/>
      </a:xfrm>
    </dsp:grpSpPr>
    <dsp:sp modelId="{FD9712FC-0FF5-4F80-B398-385425BE1969}">
      <dsp:nvSpPr>
        <dsp:cNvPr id="3" name="圆角矩形 2"/>
        <dsp:cNvSpPr/>
      </dsp:nvSpPr>
      <dsp:spPr bwMode="white">
        <a:xfrm>
          <a:off x="0" y="0"/>
          <a:ext cx="10603735" cy="721458"/>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处理机调度的层次和调度算法的目标</a:t>
          </a:r>
        </a:p>
      </dsp:txBody>
      <dsp:txXfrm>
        <a:off x="0" y="0"/>
        <a:ext cx="10603735" cy="721458"/>
      </dsp:txXfrm>
    </dsp:sp>
    <dsp:sp modelId="{8CF43773-04A0-4729-8EDB-578309FF0EB6}">
      <dsp:nvSpPr>
        <dsp:cNvPr id="4" name="圆角矩形 3"/>
        <dsp:cNvSpPr/>
      </dsp:nvSpPr>
      <dsp:spPr bwMode="white">
        <a:xfrm>
          <a:off x="0" y="735854"/>
          <a:ext cx="10603735" cy="721458"/>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作业与作业调度</a:t>
          </a:r>
        </a:p>
      </dsp:txBody>
      <dsp:txXfrm>
        <a:off x="0" y="735854"/>
        <a:ext cx="10603735" cy="721458"/>
      </dsp:txXfrm>
    </dsp:sp>
    <dsp:sp modelId="{F4556F33-59E7-441A-82C4-303C07956E79}">
      <dsp:nvSpPr>
        <dsp:cNvPr id="5" name="圆角矩形 4"/>
        <dsp:cNvSpPr/>
      </dsp:nvSpPr>
      <dsp:spPr bwMode="white">
        <a:xfrm>
          <a:off x="0" y="1471709"/>
          <a:ext cx="10603735" cy="721458"/>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进程调度</a:t>
          </a:r>
        </a:p>
      </dsp:txBody>
      <dsp:txXfrm>
        <a:off x="0" y="1471709"/>
        <a:ext cx="10603735" cy="721458"/>
      </dsp:txXfrm>
    </dsp:sp>
    <dsp:sp modelId="{FBCB08D6-EA46-4D93-94F5-1B7AA18BD962}">
      <dsp:nvSpPr>
        <dsp:cNvPr id="6" name="圆角矩形 5"/>
        <dsp:cNvSpPr/>
      </dsp:nvSpPr>
      <dsp:spPr bwMode="white">
        <a:xfrm>
          <a:off x="0" y="2207563"/>
          <a:ext cx="10603735" cy="721458"/>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实时调度</a:t>
          </a:r>
        </a:p>
      </dsp:txBody>
      <dsp:txXfrm>
        <a:off x="0" y="2207563"/>
        <a:ext cx="10603735" cy="721458"/>
      </dsp:txXfrm>
    </dsp:sp>
    <dsp:sp modelId="{FA78991A-8BDD-4871-A7C0-4B4AC8D0C058}">
      <dsp:nvSpPr>
        <dsp:cNvPr id="7" name="圆角矩形 6"/>
        <dsp:cNvSpPr/>
      </dsp:nvSpPr>
      <dsp:spPr bwMode="white">
        <a:xfrm>
          <a:off x="0" y="2943417"/>
          <a:ext cx="10603735" cy="721458"/>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6"/>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死锁概述</a:t>
          </a:r>
        </a:p>
      </dsp:txBody>
      <dsp:txXfrm>
        <a:off x="0" y="2943417"/>
        <a:ext cx="10603735" cy="721458"/>
      </dsp:txXfrm>
    </dsp:sp>
    <dsp:sp modelId="{9CADED39-099F-4E07-8F41-6B5938B71168}">
      <dsp:nvSpPr>
        <dsp:cNvPr id="8" name="圆角矩形 7"/>
        <dsp:cNvSpPr/>
      </dsp:nvSpPr>
      <dsp:spPr bwMode="white">
        <a:xfrm>
          <a:off x="0" y="3679272"/>
          <a:ext cx="10603735" cy="721458"/>
        </a:xfrm>
        <a:prstGeom prst="roundRect">
          <a:avLst/>
        </a:prstGeom>
        <a:solidFill>
          <a:srgbClr val="C00000"/>
        </a:solidFill>
        <a:ln w="12700" cap="flat" cmpd="sng" algn="ctr">
          <a:solidFill>
            <a:srgbClr val="C00000"/>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预防死锁</a:t>
          </a:r>
        </a:p>
      </dsp:txBody>
      <dsp:txXfrm>
        <a:off x="0" y="3679272"/>
        <a:ext cx="10603735" cy="721458"/>
      </dsp:txXfrm>
    </dsp:sp>
    <dsp:sp modelId="{EEF8EFB9-A897-44C9-AFD5-4A7F06E01A25}">
      <dsp:nvSpPr>
        <dsp:cNvPr id="9" name="圆角矩形 8"/>
        <dsp:cNvSpPr/>
      </dsp:nvSpPr>
      <dsp:spPr bwMode="white">
        <a:xfrm>
          <a:off x="0" y="4415126"/>
          <a:ext cx="10603735" cy="721458"/>
        </a:xfrm>
        <a:prstGeom prst="roundRect">
          <a:avLst/>
        </a:prstGeom>
        <a:solidFill>
          <a:schemeClr val="bg1"/>
        </a:solidFill>
        <a:ln w="12700" cap="flat" cmpd="sng" algn="ctr">
          <a:solidFill>
            <a:srgbClr val="C00000"/>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srgbClr val="C00000"/>
              </a:solidFill>
              <a:latin typeface="微软雅黑" panose="020B0503020204020204" pitchFamily="34" charset="-122"/>
              <a:ea typeface="微软雅黑" panose="020B0503020204020204" pitchFamily="34" charset="-122"/>
              <a:cs typeface="+mn-cs"/>
            </a:rPr>
            <a:t>避免死锁</a:t>
          </a:r>
          <a:r>
            <a:rPr lang="en-US" altLang="zh-CN" sz="3200" b="1" kern="1200" dirty="0">
              <a:solidFill>
                <a:srgbClr val="C00000"/>
              </a:solidFill>
              <a:latin typeface="微软雅黑" panose="020B0503020204020204" pitchFamily="34" charset="-122"/>
              <a:ea typeface="微软雅黑" panose="020B0503020204020204" pitchFamily="34" charset="-122"/>
              <a:cs typeface="+mn-cs"/>
            </a:rPr>
            <a:t>——</a:t>
          </a:r>
          <a:r>
            <a:rPr lang="zh-CN" altLang="en-US" sz="3200" b="1" kern="1200" dirty="0">
              <a:solidFill>
                <a:srgbClr val="C00000"/>
              </a:solidFill>
              <a:latin typeface="微软雅黑" panose="020B0503020204020204" pitchFamily="34" charset="-122"/>
              <a:ea typeface="微软雅黑" panose="020B0503020204020204" pitchFamily="34" charset="-122"/>
              <a:cs typeface="+mn-cs"/>
            </a:rPr>
            <a:t>事先预防</a:t>
          </a:r>
        </a:p>
      </dsp:txBody>
      <dsp:txXfrm>
        <a:off x="0" y="4415126"/>
        <a:ext cx="10603735" cy="721458"/>
      </dsp:txXfrm>
    </dsp:sp>
    <dsp:sp modelId="{77073944-EDE4-4181-8556-1037BCBAE601}">
      <dsp:nvSpPr>
        <dsp:cNvPr id="10" name="圆角矩形 9"/>
        <dsp:cNvSpPr/>
      </dsp:nvSpPr>
      <dsp:spPr bwMode="white">
        <a:xfrm>
          <a:off x="0" y="5150980"/>
          <a:ext cx="10603735" cy="721458"/>
        </a:xfrm>
        <a:prstGeom prst="roundRect">
          <a:avLst/>
        </a:prstGeom>
        <a:solidFill>
          <a:srgbClr val="C00000"/>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死锁的检测与解除</a:t>
          </a:r>
        </a:p>
      </dsp:txBody>
      <dsp:txXfrm>
        <a:off x="0" y="5150980"/>
        <a:ext cx="10603735" cy="721458"/>
      </dsp:txXfrm>
    </dsp:sp>
  </dsp:spTree>
</dsp:drawing>
</file>

<file path=ppt/diagrams/drawing1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813623" cy="3584743"/>
        <a:chOff x="0" y="0"/>
        <a:chExt cx="9813623" cy="3584743"/>
      </a:xfrm>
    </dsp:grpSpPr>
    <dsp:sp modelId="{5BD25704-DC78-40F8-8004-09C120FEC988}">
      <dsp:nvSpPr>
        <dsp:cNvPr id="3" name="燕尾形 2"/>
        <dsp:cNvSpPr/>
      </dsp:nvSpPr>
      <dsp:spPr bwMode="white">
        <a:xfrm rot="5400000">
          <a:off x="-290566" y="290566"/>
          <a:ext cx="1937106" cy="1355974"/>
        </a:xfrm>
        <a:prstGeom prst="chevron">
          <a:avLst/>
        </a:prstGeom>
        <a:solidFill>
          <a:srgbClr val="C00000"/>
        </a:solidFill>
        <a:ln w="12700" cap="flat" cmpd="sng" algn="ctr">
          <a:solidFill>
            <a:schemeClr val="bg1"/>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rot="-5400000" vert="horz" wrap="square" lIns="558556" tIns="83820" rIns="83820" bIns="83820" numCol="1" spcCol="1270" anchor="ctr" anchorCtr="0" forceAA="0"/>
        <a:lstStyle>
          <a:lvl1pPr algn="ctr"/>
          <a:lvl2pPr algn="ctr"/>
          <a:lvl3pPr algn="ctr"/>
          <a:lvl4pPr algn="ctr"/>
          <a:lvl5pPr algn="ctr"/>
          <a:lvl6pPr algn="ctr"/>
          <a:lvl7pPr algn="ctr"/>
          <a:lvl8pPr algn="ctr"/>
          <a:lvl9pPr algn="ctr"/>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rot="5400000">
        <a:off x="-290566" y="290566"/>
        <a:ext cx="1937106" cy="1355974"/>
      </dsp:txXfrm>
    </dsp:sp>
    <dsp:sp modelId="{9CF16E56-7BB1-45E2-99FD-F8A87C626BF4}">
      <dsp:nvSpPr>
        <dsp:cNvPr id="4" name="同侧圆角矩形 3"/>
        <dsp:cNvSpPr/>
      </dsp:nvSpPr>
      <dsp:spPr bwMode="white">
        <a:xfrm rot="5400000">
          <a:off x="4955239" y="-3599265"/>
          <a:ext cx="1259119" cy="8457649"/>
        </a:xfrm>
        <a:prstGeom prst="round2SameRect">
          <a:avLst/>
        </a:prstGeom>
        <a:solidFill>
          <a:srgbClr val="C00000"/>
        </a:solidFill>
        <a:ln w="12700" cap="flat" cmpd="sng" algn="ctr">
          <a:solidFill>
            <a:schemeClr val="bg1"/>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rot="-5400000" vert="horz" wrap="square" lIns="558556" tIns="83820" rIns="83820" bIns="83820" numCol="1" spcCol="1270" anchor="ctr" anchorCtr="0" forceAA="0"/>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gn="l" defTabSz="1466850">
            <a:lnSpc>
              <a:spcPct val="90000"/>
            </a:lnSpc>
            <a:spcBef>
              <a:spcPct val="0"/>
            </a:spcBef>
            <a:spcAft>
              <a:spcPct val="35000"/>
            </a:spcAft>
            <a:buChar cha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系统安全状态</a:t>
          </a:r>
          <a:endParaRPr>
            <a:solidFill>
              <a:schemeClr val="dk1"/>
            </a:solidFill>
          </a:endParaRPr>
        </a:p>
      </dsp:txBody>
      <dsp:txXfrm rot="5400000">
        <a:off x="4955239" y="-3599265"/>
        <a:ext cx="1259119" cy="8457649"/>
      </dsp:txXfrm>
    </dsp:sp>
    <dsp:sp modelId="{B45AB4C6-407E-4C75-BA34-31DC8D5B56C8}">
      <dsp:nvSpPr>
        <dsp:cNvPr id="5" name="燕尾形 4"/>
        <dsp:cNvSpPr/>
      </dsp:nvSpPr>
      <dsp:spPr bwMode="white">
        <a:xfrm rot="5400000">
          <a:off x="-290566" y="1938203"/>
          <a:ext cx="1937106" cy="1355974"/>
        </a:xfrm>
        <a:prstGeom prst="chevron">
          <a:avLst/>
        </a:prstGeom>
        <a:solidFill>
          <a:srgbClr val="C00000"/>
        </a:solidFill>
        <a:ln w="12700" cap="flat" cmpd="sng" algn="ctr">
          <a:solidFill>
            <a:schemeClr val="bg1"/>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rot="-5400000" vert="horz" wrap="square" lIns="558556" tIns="83820" rIns="83820" bIns="83820" numCol="1" spcCol="1270" anchor="ctr" anchorCtr="0" forceAA="0"/>
        <a:lstStyle>
          <a:lvl1pPr algn="ctr"/>
          <a:lvl2pPr algn="ctr"/>
          <a:lvl3pPr algn="ctr"/>
          <a:lvl4pPr algn="ctr"/>
          <a:lvl5pPr algn="ctr"/>
          <a:lvl6pPr algn="ctr"/>
          <a:lvl7pPr algn="ctr"/>
          <a:lvl8pPr algn="ctr"/>
          <a:lvl9pPr algn="ctr"/>
        </a:lstStyle>
        <a:p>
          <a:pPr marL="0" lvl="0" indent="0" algn="l" defTabSz="1466850">
            <a:lnSpc>
              <a:spcPct val="90000"/>
            </a:lnSpc>
            <a:spcBef>
              <a:spcPct val="0"/>
            </a:spcBef>
            <a:spcAft>
              <a:spcPct val="35000"/>
            </a:spcAft>
            <a:buNone/>
          </a:pPr>
          <a:endParaRPr lang="zh-CN" altLang="en-US" sz="3200" b="1" kern="1200" dirty="0">
            <a:solidFill>
              <a:srgbClr val="C00000"/>
            </a:solidFill>
            <a:latin typeface="微软雅黑" panose="020B0503020204020204" pitchFamily="34" charset="-122"/>
            <a:ea typeface="微软雅黑" panose="020B0503020204020204" pitchFamily="34" charset="-122"/>
            <a:cs typeface="+mn-cs"/>
          </a:endParaRPr>
        </a:p>
      </dsp:txBody>
      <dsp:txXfrm rot="5400000">
        <a:off x="-290566" y="1938203"/>
        <a:ext cx="1937106" cy="1355974"/>
      </dsp:txXfrm>
    </dsp:sp>
    <dsp:sp modelId="{AFAD4190-35BC-4D95-A583-749F1F60ECFA}">
      <dsp:nvSpPr>
        <dsp:cNvPr id="6" name="同侧圆角矩形 5"/>
        <dsp:cNvSpPr/>
      </dsp:nvSpPr>
      <dsp:spPr bwMode="white">
        <a:xfrm rot="5400000">
          <a:off x="4955239" y="-1951628"/>
          <a:ext cx="1259119" cy="8457649"/>
        </a:xfrm>
        <a:prstGeom prst="round2SameRect">
          <a:avLst/>
        </a:prstGeom>
        <a:solidFill>
          <a:srgbClr val="C00000"/>
        </a:solidFill>
        <a:ln w="12700" cap="flat" cmpd="sng" algn="ctr">
          <a:solidFill>
            <a:schemeClr val="bg1"/>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rot="-5400000" vert="horz" wrap="square" lIns="558556" tIns="83820" rIns="83820" bIns="83820" numCol="1" spcCol="1270" anchor="ctr" anchorCtr="0" forceAA="0"/>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gn="l" defTabSz="1466850">
            <a:lnSpc>
              <a:spcPct val="90000"/>
            </a:lnSpc>
            <a:spcBef>
              <a:spcPct val="0"/>
            </a:spcBef>
            <a:spcAft>
              <a:spcPct val="35000"/>
            </a:spcAft>
            <a:buChar cha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利用银行家算法避免死锁</a:t>
          </a:r>
          <a:endParaRPr>
            <a:solidFill>
              <a:schemeClr val="dk1"/>
            </a:solidFill>
          </a:endParaRPr>
        </a:p>
      </dsp:txBody>
      <dsp:txXfrm rot="5400000">
        <a:off x="4955239" y="-1951628"/>
        <a:ext cx="1259119" cy="8457649"/>
      </dsp:txXfrm>
    </dsp:sp>
  </dsp:spTree>
</dsp:drawing>
</file>

<file path=ppt/diagrams/layout1.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20">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20">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20">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20">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F79B5-1BE2-4FE8-A7B2-ED5D9FCD834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7D3FE-8A53-474B-A2E1-BB81872D0D6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indent="536575" algn="l">
              <a:lnSpc>
                <a:spcPct val="120000"/>
              </a:lnSpc>
              <a:spcBef>
                <a:spcPct val="0"/>
              </a:spcBef>
              <a:spcAft>
                <a:spcPct val="0"/>
              </a:spcAft>
              <a:buClrTx/>
              <a:buSzTx/>
              <a:buFontTx/>
              <a:buNone/>
            </a:pPr>
            <a:r>
              <a:rPr lang="zh-CN" altLang="en-US" sz="1200" b="1" dirty="0">
                <a:latin typeface="华文楷体" panose="02010600040101010101" charset="-122"/>
                <a:ea typeface="华文楷体" panose="02010600040101010101" charset="-122"/>
                <a:cs typeface="华文楷体" panose="02010600040101010101" charset="-122"/>
              </a:rPr>
              <a:t>通信后面会讲</a:t>
            </a:r>
            <a:endParaRPr lang="en-US" altLang="zh-CN" sz="1200" b="1" dirty="0">
              <a:latin typeface="华文楷体" panose="02010600040101010101" charset="-122"/>
              <a:ea typeface="华文楷体" panose="02010600040101010101" charset="-122"/>
              <a:cs typeface="华文楷体" panose="02010600040101010101" charset="-122"/>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indent="536575" algn="l">
              <a:lnSpc>
                <a:spcPct val="120000"/>
              </a:lnSpc>
              <a:spcBef>
                <a:spcPct val="0"/>
              </a:spcBef>
              <a:spcAft>
                <a:spcPct val="0"/>
              </a:spcAft>
              <a:buClrTx/>
              <a:buSzTx/>
              <a:buFontTx/>
              <a:buNone/>
            </a:pPr>
            <a:r>
              <a:rPr lang="zh-CN" altLang="en-US" sz="1200" b="1" dirty="0">
                <a:latin typeface="华文楷体" panose="02010600040101010101" charset="-122"/>
                <a:ea typeface="华文楷体" panose="02010600040101010101" charset="-122"/>
                <a:cs typeface="华文楷体" panose="02010600040101010101" charset="-122"/>
              </a:rPr>
              <a:t>通信后面会讲</a:t>
            </a:r>
            <a:endParaRPr lang="en-US" altLang="zh-CN" sz="1200" b="1" dirty="0">
              <a:latin typeface="华文楷体" panose="02010600040101010101" charset="-122"/>
              <a:ea typeface="华文楷体" panose="02010600040101010101" charset="-122"/>
              <a:cs typeface="华文楷体" panose="02010600040101010101" charset="-122"/>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indent="536575" algn="l">
              <a:lnSpc>
                <a:spcPct val="120000"/>
              </a:lnSpc>
              <a:spcBef>
                <a:spcPct val="0"/>
              </a:spcBef>
              <a:spcAft>
                <a:spcPct val="0"/>
              </a:spcAft>
              <a:buClrTx/>
              <a:buSzTx/>
              <a:buFontTx/>
              <a:buNone/>
            </a:pPr>
            <a:r>
              <a:rPr lang="zh-CN" altLang="en-US" sz="1200" b="1" dirty="0">
                <a:latin typeface="华文楷体" panose="02010600040101010101" charset="-122"/>
                <a:ea typeface="华文楷体" panose="02010600040101010101" charset="-122"/>
                <a:cs typeface="华文楷体" panose="02010600040101010101" charset="-122"/>
              </a:rPr>
              <a:t>通信后面会讲</a:t>
            </a:r>
            <a:endParaRPr lang="en-US" altLang="zh-CN" sz="1200" b="1" dirty="0">
              <a:latin typeface="华文楷体" panose="02010600040101010101" charset="-122"/>
              <a:ea typeface="华文楷体" panose="02010600040101010101" charset="-122"/>
              <a:cs typeface="华文楷体" panose="02010600040101010101" charset="-122"/>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应将哪些作业从外存调入内存，取决于所采用的调度算法</a:t>
            </a:r>
            <a:endParaRPr lang="en-US" altLang="zh-CN" sz="20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应将哪些作业从外存调入内存，取决于所采用的调度算法</a:t>
            </a:r>
            <a:endParaRPr lang="en-US" altLang="zh-CN" sz="20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应将哪些作业从外存调入内存，取决于所采用的调度算法</a:t>
            </a:r>
            <a:endParaRPr lang="en-US" altLang="zh-CN" sz="20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一个较为可取的大小是， 时间片略大于一次典型的交互所需要的时间。这样可使大多数进程在一个时间片内完成。</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一个较为可取的大小是， 时间片略大于一次典型的交互所需要的时间。这样可使大多数进程在一个时间片内完成。</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一个较为可取的大小是， 时间片略大于一次典型的交互所需要的时间。这样可使大多数进程在一个时间片内完成。</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一个较为可取的大小是， 时间片略大于一次典型的交互所需要的时间。这样可使大多数进程在一个时间片内完成。</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一个较为可取的大小是， 时间片略大于一次典型的交互所需要的时间。这样可使大多数进程在一个时间片内完成。</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一个较为可取的大小是， 时间片略大于一次典型的交互所需要的时间。这样可使大多数进程在一个时间片内完成。</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一个较为可取的大小是， 时间片略大于一次典型的交互所需要的时间。这样可使大多数进程在一个时间片内完成。</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一个较为可取的大小是， 时间片略大于一次典型的交互所需要的时间。这样可使大多数进程在一个时间片内完成。</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假如系统中有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6 </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个硬实时任务，它们的周期时间都是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50 </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ms</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，而每次的处理时间为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10 </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ms</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，则不难算出，此时是不能满足上式的，因而系统是不可调度的。</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优先权高的进程可以剥夺优先权低的进程的处理机</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内存区可由存储器管理程序把一个进程从一个存储区移到另一个存储区， 此即剥夺了该进程原来占有的存储区。甚至可将一个进程从内存调出到外存上。</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优先权高的进程可以剥夺优先权低的进程的处理机</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内存区可由存储器管理程序把一个进程从一个存储区移到另一个存储区， 此即剥夺了该进程原来占有的存储区。甚至可将一个进程从内存调出到外存上。</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优先权高的进程可以剥夺优先权低的进程的处理机</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内存区可由存储器管理程序把一个进程从一个存储区移到另一个存储区， 此即剥夺了该进程原来占有的存储区。甚至可将一个进程从内存调出到外存上。</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优先权高的进程可以剥夺优先权低的进程的处理机</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内存区可由存储器管理程序把一个进程从一个存储区移到另一个存储区， 此即剥夺了该进程原来占有的存储区。甚至可将一个进程从内存调出到外存上。</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优先权高的进程可以剥夺优先权低的进程的处理机</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内存区可由存储器管理程序把一个进程从一个存储区移到另一个存储区， 此即剥夺了该进程原来占有的存储区。甚至可将一个进程从内存调出到外存上。</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优先权高的进程可以剥夺优先权低的进程的处理机</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内存区可由存储器管理程序把一个进程从一个存储区移到另一个存储区， 此即剥夺了该进程原来占有的存储区。甚至可将一个进程从内存调出到外存上。</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优先权高的进程可以剥夺优先权低的进程的处理机</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内存区可由存储器管理程序把一个进程从一个存储区移到另一个存储区， 此即剥夺了该进程原来占有的存储区。甚至可将一个进程从内存调出到外存上。</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优先权高的进程可以剥夺优先权低的进程的处理机</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内存区可由存储器管理程序把一个进程从一个存储区移到另一个存储区， 此即剥夺了该进程原来占有的存储区。甚至可将一个进程从内存调出到外存上。</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即进程集 合</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中的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正在等待一个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正在等待已被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即进程集 合</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中的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正在等待一个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正在等待已被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即进程集 合</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中的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正在等待一个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正在等待已被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即进程集 合</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中的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正在等待一个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正在等待已被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即进程集 合</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中的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正在等待一个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正在等待已被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即进程集 合</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中的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正在等待一个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正在等待已被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即进程集 合</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中的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正在等待一个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正在等待已被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即进程集 合</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中的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正在等待一个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正在等待已被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即进程集 合</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中的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正在等待一个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正在等待已被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即进程集 合</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中的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正在等待一个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12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Pn</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正在等待已被 </a:t>
            </a:r>
            <a:r>
              <a:rPr lang="en-US" altLang="zh-CN"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1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占用的资源。</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例如，在</a:t>
            </a:r>
            <a:r>
              <a:rPr kumimoji="0" lang="en-US" altLang="zh-CN"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T0</a:t>
            </a:r>
            <a:r>
              <a:rPr kumimoji="0" lang="zh-CN" altLang="en-US"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时刻以后，</a:t>
            </a:r>
            <a:r>
              <a:rPr kumimoji="0" lang="en-US" altLang="zh-CN"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又请求</a:t>
            </a:r>
            <a:r>
              <a:rPr kumimoji="0" lang="en-US" altLang="zh-CN"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1</a:t>
            </a:r>
            <a:r>
              <a:rPr kumimoji="0" lang="zh-CN" altLang="en-US"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台磁带机，若此时系统把剩余</a:t>
            </a:r>
            <a:r>
              <a:rPr kumimoji="0" lang="en-US" altLang="zh-CN"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台中的</a:t>
            </a:r>
            <a:r>
              <a:rPr kumimoji="0" lang="en-US" altLang="zh-CN"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1</a:t>
            </a:r>
            <a:r>
              <a:rPr kumimoji="0" lang="zh-CN" altLang="en-US"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，则系统便进入不安全状态。 </a:t>
            </a:r>
            <a:endParaRPr kumimoji="0" lang="zh-CN" altLang="en-US"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endParaRPr>
          </a:p>
          <a:p>
            <a:pPr marL="800100" lvl="1"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0066"/>
                </a:solidFill>
                <a:effectLst/>
                <a:uLnTx/>
                <a:uFillTx/>
                <a:latin typeface="Vani" pitchFamily="34" charset="0"/>
                <a:ea typeface="楷体" panose="02010609060101010101" pitchFamily="49" charset="-122"/>
                <a:cs typeface="Vani" pitchFamily="34" charset="0"/>
              </a:rPr>
              <a:t>因为，此时也无法再找到一个安全序列</a:t>
            </a:r>
            <a:endParaRPr kumimoji="0" lang="en-US" altLang="zh-CN" sz="2000" b="1" kern="0" dirty="0">
              <a:solidFill>
                <a:srgbClr val="000066"/>
              </a:solidFill>
              <a:latin typeface="Vani" pitchFamily="34" charset="0"/>
              <a:ea typeface="楷体" panose="02010609060101010101" pitchFamily="49" charset="-122"/>
              <a:cs typeface="Vani" pitchFamily="34" charset="0"/>
            </a:endParaRPr>
          </a:p>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kumimoji="0" lang="en-US" altLang="zh-CN" sz="12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rtl="0" eaLnBrk="1" fontAlgn="base" latinLnBrk="1" hangingPunct="1"/>
            <a:r>
              <a:rPr lang="en-US" altLang="zh-CN" sz="1200" b="1" i="0" u="none" strike="noStrike" kern="1200" baseline="0" dirty="0">
                <a:solidFill>
                  <a:schemeClr val="tx1"/>
                </a:solidFill>
                <a:effectLst/>
                <a:latin typeface="+mn-lt"/>
                <a:ea typeface="+mn-ea"/>
                <a:cs typeface="+mn-cs"/>
              </a:rPr>
              <a:t>2   1   2</a:t>
            </a:r>
            <a:endParaRPr lang="zh-CN" altLang="zh-CN" sz="1050" b="0" i="0" u="none" strike="noStrike" kern="1200" dirty="0">
              <a:solidFill>
                <a:schemeClr val="tx1"/>
              </a:solidFill>
              <a:effectLst/>
              <a:latin typeface="+mn-lt"/>
              <a:ea typeface="+mn-ea"/>
              <a:cs typeface="+mn-cs"/>
            </a:endParaRPr>
          </a:p>
          <a:p>
            <a:pPr rtl="0" eaLnBrk="1" fontAlgn="base" latinLnBrk="1" hangingPunct="1"/>
            <a:r>
              <a:rPr lang="en-US" altLang="zh-CN" sz="1200" b="1" i="0" u="none" strike="noStrike" kern="1200" baseline="0" dirty="0">
                <a:solidFill>
                  <a:schemeClr val="tx1"/>
                </a:solidFill>
                <a:effectLst/>
                <a:latin typeface="+mn-lt"/>
                <a:ea typeface="+mn-ea"/>
                <a:cs typeface="+mn-cs"/>
              </a:rPr>
              <a:t>3   4   7</a:t>
            </a:r>
            <a:endParaRPr lang="zh-CN" altLang="zh-CN" sz="105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rtl="0" eaLnBrk="1" fontAlgn="base" latinLnBrk="1" hangingPunct="1"/>
            <a:r>
              <a:rPr lang="en-US" altLang="zh-CN" sz="1200" b="1" i="0" u="none" strike="noStrike" kern="1200" baseline="0" dirty="0">
                <a:solidFill>
                  <a:schemeClr val="tx1"/>
                </a:solidFill>
                <a:effectLst/>
                <a:latin typeface="+mn-lt"/>
                <a:ea typeface="+mn-ea"/>
                <a:cs typeface="+mn-cs"/>
              </a:rPr>
              <a:t>2   1   2</a:t>
            </a:r>
            <a:endParaRPr lang="zh-CN" altLang="zh-CN" sz="1050" b="0" i="0" u="none" strike="noStrike" kern="1200" dirty="0">
              <a:solidFill>
                <a:schemeClr val="tx1"/>
              </a:solidFill>
              <a:effectLst/>
              <a:latin typeface="+mn-lt"/>
              <a:ea typeface="+mn-ea"/>
              <a:cs typeface="+mn-cs"/>
            </a:endParaRPr>
          </a:p>
          <a:p>
            <a:pPr rtl="0" eaLnBrk="1" fontAlgn="base" latinLnBrk="1" hangingPunct="1"/>
            <a:r>
              <a:rPr lang="en-US" altLang="zh-CN" sz="1200" b="1" i="0" u="none" strike="noStrike" kern="1200" baseline="0" dirty="0">
                <a:solidFill>
                  <a:schemeClr val="tx1"/>
                </a:solidFill>
                <a:effectLst/>
                <a:latin typeface="+mn-lt"/>
                <a:ea typeface="+mn-ea"/>
                <a:cs typeface="+mn-cs"/>
              </a:rPr>
              <a:t>3   4   7</a:t>
            </a:r>
            <a:endParaRPr lang="zh-CN" altLang="zh-CN" sz="105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kumimoji="0" lang="en-US" altLang="zh-CN" sz="12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r>
              <a:rPr kumimoji="0" lang="en-US" altLang="zh-CN" sz="12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a:t>
            </a: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285750" indent="-285750" algn="just">
              <a:lnSpc>
                <a:spcPct val="150000"/>
              </a:lnSpc>
              <a:buFont typeface="Wingdings" panose="05000000000000000000" pitchFamily="2" charset="2"/>
              <a:buChar char="u"/>
            </a:pP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  </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永远不会</a:t>
            </a:r>
            <a:endPar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285750" indent="-285750" algn="just">
              <a:lnSpc>
                <a:spcPct val="150000"/>
              </a:lnSpc>
              <a:buFont typeface="Wingdings" panose="05000000000000000000" pitchFamily="2" charset="2"/>
              <a:buChar char="u"/>
            </a:pP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  </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永远不会</a:t>
            </a:r>
            <a:endPar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285750" indent="-285750" algn="just">
              <a:lnSpc>
                <a:spcPct val="150000"/>
              </a:lnSpc>
              <a:buFont typeface="Wingdings" panose="05000000000000000000" pitchFamily="2" charset="2"/>
              <a:buChar char="u"/>
            </a:pP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  </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永远不会</a:t>
            </a:r>
            <a:endPar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285750" indent="-285750" algn="just">
              <a:lnSpc>
                <a:spcPct val="150000"/>
              </a:lnSpc>
              <a:buFont typeface="Wingdings" panose="05000000000000000000" pitchFamily="2" charset="2"/>
              <a:buChar char="u"/>
            </a:pP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  </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永远不会</a:t>
            </a:r>
            <a:endPar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285750" indent="-285750" algn="just">
              <a:lnSpc>
                <a:spcPct val="150000"/>
              </a:lnSpc>
              <a:buFont typeface="Wingdings" panose="05000000000000000000" pitchFamily="2" charset="2"/>
              <a:buChar char="u"/>
            </a:pP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  </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永远不会</a:t>
            </a:r>
            <a:endPar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D8320B0-FD0C-4BEC-B4C0-C62DE03CACE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r>
              <a:rPr lang="zh-CN" altLang="en-US" dirty="0"/>
              <a:t>第</a:t>
            </a:r>
            <a:fld id="{0D4EF626-F2E7-47E8-A3E5-EAE9C4555C6D}" type="slidenum">
              <a:rPr lang="zh-CN" altLang="en-US" smtClean="0"/>
            </a:fld>
            <a:r>
              <a:rPr lang="zh-CN" altLang="en-US" dirty="0"/>
              <a:t>页，共</a:t>
            </a:r>
            <a:r>
              <a:rPr lang="en-US" altLang="zh-CN" dirty="0"/>
              <a:t>50</a:t>
            </a:r>
            <a:r>
              <a:rPr lang="zh-CN" altLang="en-US" dirty="0"/>
              <a:t>页</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F910D08-6940-47A1-B97C-3CB2C8D37F76}"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r>
              <a:rPr lang="zh-CN" altLang="en-US" dirty="0"/>
              <a:t>第</a:t>
            </a:r>
            <a:fld id="{0D4EF626-F2E7-47E8-A3E5-EAE9C4555C6D}" type="slidenum">
              <a:rPr lang="zh-CN" altLang="en-US" smtClean="0"/>
            </a:fld>
            <a:r>
              <a:rPr lang="zh-CN" altLang="en-US" dirty="0"/>
              <a:t>页，共</a:t>
            </a:r>
            <a:r>
              <a:rPr lang="en-US" altLang="zh-CN" dirty="0"/>
              <a:t>50</a:t>
            </a:r>
            <a:r>
              <a:rPr lang="zh-CN" altLang="en-US" dirty="0"/>
              <a:t>页</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6"/>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5124458-3696-424B-94E5-721F571C486B}"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F8AD39C-4028-4178-AEF8-587109B605E8}"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8"/>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064F7FC-80B4-491A-9223-88670FE35849}"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D84965C-8B2E-4A28-A5E5-17F6570E3C73}"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D545C8F-8D9F-4BBD-81D9-DAA993B0B221}"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F8913D-7F59-4E2A-A95F-2065B3868B51}"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BFE103-9464-432D-A556-38A0098ADFB5}"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81A5194-67BC-43E6-8119-B1D97DA06C9F}"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A96BA2E-608F-4C66-9D28-6A9F77E8C34B}"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7173ECC-6B14-49CC-9EEC-7D6EEF506E5D}"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673980B-1AB3-4BE3-9F3D-184B76B15B8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D1791DB1-19BA-438F-AD6E-73C1FE3ED429}"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D6363211-15D7-4266-9949-BDC2DE166C7B}"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5ABE8598-ED5B-4EF3-BB49-D9896A318265}" type="datetime1">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D4EF626-F2E7-47E8-A3E5-EAE9C4555C6D}"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05A29871-3A55-486D-9A91-3B7CCF39C4D8}" type="datetime1">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FF16C2-AFD8-46BA-B79E-AB55D249BE1C}" type="datetime1">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EED3A4AA-573C-4719-89F6-476494DE0F8D}"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D4EF626-F2E7-47E8-A3E5-EAE9C4555C6D}"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1C4049D-73FA-4810-A107-D0E39093CBEF}"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D4EF626-F2E7-47E8-A3E5-EAE9C4555C6D}"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024DB249-551E-4DD7-A184-443F3E287A7A}"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D4EF626-F2E7-47E8-A3E5-EAE9C4555C6D}"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9027F250-1FDE-4661-833E-83C29D43809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8"/>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E7DC1F-037A-4DAA-8FA0-FC0C0DB8E928}" type="datetime1">
              <a:rPr lang="zh-CN" altLang="en-US" smtClean="0"/>
            </a:fld>
            <a:endParaRPr lang="zh-CN" altLang="en-US"/>
          </a:p>
        </p:txBody>
      </p:sp>
      <p:sp>
        <p:nvSpPr>
          <p:cNvPr id="5" name="页脚占位符 4"/>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1200">
                <a:solidFill>
                  <a:schemeClr val="tx1"/>
                </a:solidFill>
                <a:latin typeface="微软雅黑" panose="020B0503020204020204" pitchFamily="34" charset="-122"/>
                <a:ea typeface="微软雅黑" panose="020B0503020204020204" pitchFamily="34" charset="-122"/>
              </a:defRPr>
            </a:lvl1pPr>
          </a:lstStyle>
          <a:p>
            <a:r>
              <a:rPr lang="zh-CN" altLang="en-US" dirty="0"/>
              <a:t>第</a:t>
            </a:r>
            <a:fld id="{0D4EF626-F2E7-47E8-A3E5-EAE9C4555C6D}" type="slidenum">
              <a:rPr lang="zh-CN" altLang="en-US" smtClean="0"/>
            </a:fld>
            <a:r>
              <a:rPr lang="zh-CN" altLang="en-US" dirty="0"/>
              <a:t>页，共</a:t>
            </a:r>
            <a:r>
              <a:rPr lang="en-US" altLang="zh-CN" dirty="0"/>
              <a:t>50</a:t>
            </a:r>
            <a:r>
              <a:rPr lang="zh-CN" altLang="en-US" dirty="0"/>
              <a:t>页</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E7DC1F-037A-4DAA-8FA0-FC0C0DB8E928}" type="datetime1">
              <a:rPr lang="zh-CN" altLang="en-US" smtClean="0"/>
            </a:fld>
            <a:endParaRPr lang="zh-CN" alt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3.xml"/><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3.xml"/><Relationship Id="rId2" Type="http://schemas.openxmlformats.org/officeDocument/2006/relationships/tags" Target="../tags/tag4.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1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8.xml.rels><?xml version="1.0" encoding="UTF-8" standalone="yes"?>
<Relationships xmlns="http://schemas.openxmlformats.org/package/2006/relationships"><Relationship Id="rId9" Type="http://schemas.openxmlformats.org/officeDocument/2006/relationships/diagramColors" Target="../diagrams/colors4.xml"/><Relationship Id="rId8" Type="http://schemas.openxmlformats.org/officeDocument/2006/relationships/diagramQuickStyle" Target="../diagrams/quickStyle4.xml"/><Relationship Id="rId7" Type="http://schemas.openxmlformats.org/officeDocument/2006/relationships/diagramLayout" Target="../diagrams/layout4.xml"/><Relationship Id="rId6" Type="http://schemas.openxmlformats.org/officeDocument/2006/relationships/diagramData" Target="../diagrams/data4.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7" Type="http://schemas.openxmlformats.org/officeDocument/2006/relationships/notesSlide" Target="../notesSlides/notesSlide18.xml"/><Relationship Id="rId16" Type="http://schemas.openxmlformats.org/officeDocument/2006/relationships/slideLayout" Target="../slideLayouts/slideLayout13.xml"/><Relationship Id="rId15" Type="http://schemas.microsoft.com/office/2007/relationships/diagramDrawing" Target="../diagrams/drawing5.xml"/><Relationship Id="rId14" Type="http://schemas.openxmlformats.org/officeDocument/2006/relationships/diagramColors" Target="../diagrams/colors5.xml"/><Relationship Id="rId13" Type="http://schemas.openxmlformats.org/officeDocument/2006/relationships/diagramQuickStyle" Target="../diagrams/quickStyle5.xml"/><Relationship Id="rId12" Type="http://schemas.openxmlformats.org/officeDocument/2006/relationships/diagramLayout" Target="../diagrams/layout5.xml"/><Relationship Id="rId11" Type="http://schemas.openxmlformats.org/officeDocument/2006/relationships/diagramData" Target="../diagrams/data5.xml"/><Relationship Id="rId10" Type="http://schemas.microsoft.com/office/2007/relationships/diagramDrawing" Target="../diagrams/drawing4.xml"/><Relationship Id="rId1" Type="http://schemas.openxmlformats.org/officeDocument/2006/relationships/diagramData" Target="../diagrams/data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3.xml"/><Relationship Id="rId2" Type="http://schemas.openxmlformats.org/officeDocument/2006/relationships/image" Target="../media/image7.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13.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vmlDrawing" Target="../drawings/vmlDrawing1.vml"/><Relationship Id="rId3" Type="http://schemas.openxmlformats.org/officeDocument/2006/relationships/slideLayout" Target="../slideLayouts/slideLayout13.xml"/><Relationship Id="rId2" Type="http://schemas.openxmlformats.org/officeDocument/2006/relationships/image" Target="../media/image15.emf"/><Relationship Id="rId1" Type="http://schemas.openxmlformats.org/officeDocument/2006/relationships/oleObject" Target="../embeddings/oleObject1.bin"/></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7" Type="http://schemas.openxmlformats.org/officeDocument/2006/relationships/notesSlide" Target="../notesSlides/notesSlide47.xml"/><Relationship Id="rId6" Type="http://schemas.openxmlformats.org/officeDocument/2006/relationships/vmlDrawing" Target="../drawings/vmlDrawing2.vml"/><Relationship Id="rId5" Type="http://schemas.openxmlformats.org/officeDocument/2006/relationships/slideLayout" Target="../slideLayouts/slideLayout13.xml"/><Relationship Id="rId4" Type="http://schemas.openxmlformats.org/officeDocument/2006/relationships/image" Target="../media/image18.emf"/><Relationship Id="rId3" Type="http://schemas.openxmlformats.org/officeDocument/2006/relationships/oleObject" Target="../embeddings/oleObject3.bin"/><Relationship Id="rId2" Type="http://schemas.openxmlformats.org/officeDocument/2006/relationships/image" Target="../media/image17.emf"/><Relationship Id="rId1" Type="http://schemas.openxmlformats.org/officeDocument/2006/relationships/oleObject" Target="../embeddings/oleObject2.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7" Type="http://schemas.openxmlformats.org/officeDocument/2006/relationships/notesSlide" Target="../notesSlides/notesSlide52.xml"/><Relationship Id="rId6" Type="http://schemas.openxmlformats.org/officeDocument/2006/relationships/slideLayout" Target="../slideLayouts/slideLayout13.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53.xml.rels><?xml version="1.0" encoding="UTF-8" standalone="yes"?>
<Relationships xmlns="http://schemas.openxmlformats.org/package/2006/relationships"><Relationship Id="rId9" Type="http://schemas.openxmlformats.org/officeDocument/2006/relationships/diagramColors" Target="../diagrams/colors9.xml"/><Relationship Id="rId8" Type="http://schemas.openxmlformats.org/officeDocument/2006/relationships/diagramQuickStyle" Target="../diagrams/quickStyle9.xml"/><Relationship Id="rId7" Type="http://schemas.openxmlformats.org/officeDocument/2006/relationships/diagramLayout" Target="../diagrams/layout9.xml"/><Relationship Id="rId6" Type="http://schemas.openxmlformats.org/officeDocument/2006/relationships/diagramData" Target="../diagrams/data9.xml"/><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2" Type="http://schemas.openxmlformats.org/officeDocument/2006/relationships/notesSlide" Target="../notesSlides/notesSlide53.xml"/><Relationship Id="rId11" Type="http://schemas.openxmlformats.org/officeDocument/2006/relationships/slideLayout" Target="../slideLayouts/slideLayout13.xml"/><Relationship Id="rId10" Type="http://schemas.microsoft.com/office/2007/relationships/diagramDrawing" Target="../diagrams/drawing9.xml"/><Relationship Id="rId1" Type="http://schemas.openxmlformats.org/officeDocument/2006/relationships/diagramData" Target="../diagrams/data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8" Type="http://schemas.openxmlformats.org/officeDocument/2006/relationships/notesSlide" Target="../notesSlides/notesSlide58.xml"/><Relationship Id="rId7" Type="http://schemas.openxmlformats.org/officeDocument/2006/relationships/slideLayout" Target="../slideLayouts/slideLayout1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image" Target="../media/image2.jpeg"/></Relationships>
</file>

<file path=ppt/slides/_rels/slide59.xml.rels><?xml version="1.0" encoding="UTF-8" standalone="yes"?>
<Relationships xmlns="http://schemas.openxmlformats.org/package/2006/relationships"><Relationship Id="rId9" Type="http://schemas.openxmlformats.org/officeDocument/2006/relationships/diagramColors" Target="../diagrams/colors12.xml"/><Relationship Id="rId8" Type="http://schemas.openxmlformats.org/officeDocument/2006/relationships/diagramQuickStyle" Target="../diagrams/quickStyle12.xml"/><Relationship Id="rId7" Type="http://schemas.openxmlformats.org/officeDocument/2006/relationships/diagramLayout" Target="../diagrams/layout12.xml"/><Relationship Id="rId6" Type="http://schemas.openxmlformats.org/officeDocument/2006/relationships/diagramData" Target="../diagrams/data12.xml"/><Relationship Id="rId5" Type="http://schemas.microsoft.com/office/2007/relationships/diagramDrawing" Target="../diagrams/drawing11.xml"/><Relationship Id="rId4" Type="http://schemas.openxmlformats.org/officeDocument/2006/relationships/diagramColors" Target="../diagrams/colors11.xml"/><Relationship Id="rId3" Type="http://schemas.openxmlformats.org/officeDocument/2006/relationships/diagramQuickStyle" Target="../diagrams/quickStyle11.xml"/><Relationship Id="rId2" Type="http://schemas.openxmlformats.org/officeDocument/2006/relationships/diagramLayout" Target="../diagrams/layout11.xml"/><Relationship Id="rId12" Type="http://schemas.openxmlformats.org/officeDocument/2006/relationships/notesSlide" Target="../notesSlides/notesSlide59.xml"/><Relationship Id="rId11" Type="http://schemas.openxmlformats.org/officeDocument/2006/relationships/slideLayout" Target="../slideLayouts/slideLayout13.xml"/><Relationship Id="rId10" Type="http://schemas.microsoft.com/office/2007/relationships/diagramDrawing" Target="../diagrams/drawing12.xml"/><Relationship Id="rId1" Type="http://schemas.openxmlformats.org/officeDocument/2006/relationships/diagramData" Target="../diagrams/data11.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image" Target="../media/image19.w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13.xml"/><Relationship Id="rId2" Type="http://schemas.openxmlformats.org/officeDocument/2006/relationships/image" Target="../media/image21.png"/><Relationship Id="rId1" Type="http://schemas.openxmlformats.org/officeDocument/2006/relationships/image" Target="../media/image20.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13.xml"/><Relationship Id="rId1" Type="http://schemas.openxmlformats.org/officeDocument/2006/relationships/image" Target="../media/image23.jpe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807469" y="1785594"/>
            <a:ext cx="8577060" cy="2087877"/>
          </a:xfrm>
        </p:spPr>
        <p:txBody>
          <a:bodyPr>
            <a:noAutofit/>
          </a:bodyPr>
          <a:lstStyle/>
          <a:p>
            <a:r>
              <a:rPr lang="zh-CN" altLang="en-US" sz="7200" b="1" dirty="0">
                <a:latin typeface="Times New Roman" panose="02020503050405090304" pitchFamily="18" charset="0"/>
                <a:ea typeface="微软雅黑" panose="020B0503020204020204" pitchFamily="34" charset="-122"/>
                <a:cs typeface="Times New Roman" panose="02020503050405090304" pitchFamily="18" charset="0"/>
              </a:rPr>
              <a:t>操作系统</a:t>
            </a:r>
            <a:br>
              <a:rPr lang="en-US" altLang="zh-CN" sz="7200" b="1" dirty="0">
                <a:latin typeface="Times New Roman" panose="02020503050405090304" pitchFamily="18" charset="0"/>
                <a:ea typeface="微软雅黑" panose="020B0503020204020204" pitchFamily="34" charset="-122"/>
                <a:cs typeface="Times New Roman" panose="02020503050405090304" pitchFamily="18" charset="0"/>
              </a:rPr>
            </a:br>
            <a:r>
              <a:rPr kumimoji="1" lang="en-US" altLang="zh-CN" sz="7200" b="1" dirty="0">
                <a:latin typeface="Times New Roman" panose="02020503050405090304" pitchFamily="18" charset="0"/>
                <a:ea typeface="微软雅黑" panose="020B0503020204020204" pitchFamily="34" charset="-122"/>
                <a:cs typeface="Times New Roman" panose="02020503050405090304" pitchFamily="18" charset="0"/>
              </a:rPr>
              <a:t>Operating  System</a:t>
            </a:r>
            <a:endParaRPr kumimoji="1" lang="en-US" altLang="zh-CN" sz="7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 name="副标题 2"/>
          <p:cNvSpPr>
            <a:spLocks noGrp="1"/>
          </p:cNvSpPr>
          <p:nvPr>
            <p:ph type="subTitle" idx="1"/>
          </p:nvPr>
        </p:nvSpPr>
        <p:spPr>
          <a:xfrm>
            <a:off x="3447415" y="4158615"/>
            <a:ext cx="5467985" cy="2493645"/>
          </a:xfrm>
        </p:spPr>
        <p:txBody>
          <a:bodyPr>
            <a:noAutofit/>
          </a:bodyPr>
          <a:lstStyle/>
          <a:p>
            <a:pPr>
              <a:lnSpc>
                <a:spcPct val="150000"/>
              </a:lnSpc>
              <a:spcBef>
                <a:spcPts val="0"/>
              </a:spcBef>
              <a:spcAft>
                <a:spcPts val="0"/>
              </a:spcAft>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汤臣薇</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a:lnSpc>
                <a:spcPct val="150000"/>
              </a:lnSpc>
              <a:spcBef>
                <a:spcPts val="0"/>
              </a:spcBef>
              <a:spcAft>
                <a:spcPts val="0"/>
              </a:spcAft>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tangchenwei@scu.edu.cn</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a:lnSpc>
                <a:spcPct val="150000"/>
              </a:lnSpc>
              <a:spcBef>
                <a:spcPts val="0"/>
              </a:spcBef>
              <a:spcAft>
                <a:spcPts val="0"/>
              </a:spcAft>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四川大学计算机学院（软件学院）</a:t>
            </a:r>
            <a:endPar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endParaRPr>
          </a:p>
          <a:p>
            <a:pPr>
              <a:lnSpc>
                <a:spcPct val="150000"/>
              </a:lnSpc>
              <a:spcBef>
                <a:spcPts val="0"/>
              </a:spcBef>
              <a:spcAft>
                <a:spcPts val="0"/>
              </a:spcAft>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数据智能与计算艺术实验室</a:t>
            </a:r>
            <a:endPar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0" name="灯片编号占位符 9"/>
          <p:cNvSpPr>
            <a:spLocks noGrp="1"/>
          </p:cNvSpPr>
          <p:nvPr>
            <p:ph type="sldNum" sz="quarter" idx="12"/>
          </p:nvPr>
        </p:nvSpPr>
        <p:spPr/>
        <p:txBody>
          <a:bodyPr/>
          <a:lstStyle/>
          <a:p>
            <a:fld id="{0D4EF626-F2E7-47E8-A3E5-EAE9C4555C6D}" type="slidenum">
              <a:rPr lang="zh-CN" altLang="en-US" smtClean="0"/>
            </a:fld>
            <a:endParaRPr lang="zh-CN" altLang="en-US" dirty="0"/>
          </a:p>
        </p:txBody>
      </p:sp>
      <p:sp>
        <p:nvSpPr>
          <p:cNvPr id="4" name="文本框 3"/>
          <p:cNvSpPr txBox="1"/>
          <p:nvPr/>
        </p:nvSpPr>
        <p:spPr>
          <a:xfrm>
            <a:off x="665868" y="198004"/>
            <a:ext cx="3992880" cy="46037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操作系统原理</a:t>
            </a:r>
            <a:r>
              <a:rPr lang="en-US" altLang="zh-CN" sz="2400" dirty="0">
                <a:latin typeface="微软雅黑" panose="020B0503020204020204" pitchFamily="34" charset="-122"/>
                <a:ea typeface="微软雅黑" panose="020B0503020204020204" pitchFamily="34" charset="-122"/>
              </a:rPr>
              <a:t>》2026</a:t>
            </a:r>
            <a:r>
              <a:rPr lang="zh-CN" altLang="en-US" sz="2400" dirty="0">
                <a:latin typeface="微软雅黑" panose="020B0503020204020204" pitchFamily="34" charset="-122"/>
                <a:ea typeface="微软雅黑" panose="020B0503020204020204" pitchFamily="34" charset="-122"/>
              </a:rPr>
              <a:t>课程</a:t>
            </a:r>
            <a:endParaRPr lang="zh-CN" altLang="en-US" sz="24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rotWithShape="1">
          <a:blip r:embed="rId1" cstate="print">
            <a:extLst>
              <a:ext uri="{28A0092B-C50C-407E-A947-70E740481C1C}">
                <a14:useLocalDpi xmlns:a14="http://schemas.microsoft.com/office/drawing/2010/main" val="0"/>
              </a:ext>
            </a:extLst>
          </a:blip>
          <a:srcRect t="13458" r="66966" b="13292"/>
          <a:stretch>
            <a:fillRect/>
          </a:stretch>
        </p:blipFill>
        <p:spPr>
          <a:xfrm>
            <a:off x="154440" y="285"/>
            <a:ext cx="687156" cy="857103"/>
          </a:xfrm>
          <a:prstGeom prst="rect">
            <a:avLst/>
          </a:prstGeom>
        </p:spPr>
      </p:pic>
      <p:grpSp>
        <p:nvGrpSpPr>
          <p:cNvPr id="5" name="组合 4"/>
          <p:cNvGrpSpPr/>
          <p:nvPr/>
        </p:nvGrpSpPr>
        <p:grpSpPr>
          <a:xfrm>
            <a:off x="8386072" y="109731"/>
            <a:ext cx="3649718" cy="611540"/>
            <a:chOff x="5494282" y="112021"/>
            <a:chExt cx="3649718" cy="611540"/>
          </a:xfrm>
        </p:grpSpPr>
        <p:pic>
          <p:nvPicPr>
            <p:cNvPr id="1030"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组合 8"/>
          <p:cNvGrpSpPr/>
          <p:nvPr/>
        </p:nvGrpSpPr>
        <p:grpSpPr>
          <a:xfrm>
            <a:off x="2045998" y="3967546"/>
            <a:ext cx="8100000" cy="36000"/>
            <a:chOff x="670313" y="3629865"/>
            <a:chExt cx="8100000" cy="36000"/>
          </a:xfrm>
        </p:grpSpPr>
        <p:sp>
          <p:nvSpPr>
            <p:cNvPr id="7" name="矩形 6"/>
            <p:cNvSpPr/>
            <p:nvPr/>
          </p:nvSpPr>
          <p:spPr>
            <a:xfrm>
              <a:off x="670313" y="3629865"/>
              <a:ext cx="900000" cy="36000"/>
            </a:xfrm>
            <a:prstGeom prst="rect">
              <a:avLst/>
            </a:prstGeom>
            <a:solidFill>
              <a:srgbClr val="019FC2"/>
            </a:solidFill>
            <a:ln>
              <a:solidFill>
                <a:srgbClr val="019F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570313" y="3629865"/>
              <a:ext cx="900000" cy="36000"/>
            </a:xfrm>
            <a:prstGeom prst="rect">
              <a:avLst/>
            </a:prstGeom>
            <a:solidFill>
              <a:srgbClr val="9CCF35"/>
            </a:solidFill>
            <a:ln>
              <a:solidFill>
                <a:srgbClr val="9CC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470313" y="3629865"/>
              <a:ext cx="900000" cy="36000"/>
            </a:xfrm>
            <a:prstGeom prst="rect">
              <a:avLst/>
            </a:prstGeom>
            <a:solidFill>
              <a:srgbClr val="EC4B49"/>
            </a:solidFill>
            <a:ln>
              <a:solidFill>
                <a:srgbClr val="EC4B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370313" y="3629865"/>
              <a:ext cx="900000" cy="36000"/>
            </a:xfrm>
            <a:prstGeom prst="rect">
              <a:avLst/>
            </a:prstGeom>
            <a:solidFill>
              <a:srgbClr val="BA7EB1"/>
            </a:solidFill>
            <a:ln>
              <a:solidFill>
                <a:srgbClr val="BA7E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4270313" y="3629865"/>
              <a:ext cx="900000" cy="36000"/>
            </a:xfrm>
            <a:prstGeom prst="rect">
              <a:avLst/>
            </a:prstGeom>
            <a:solidFill>
              <a:srgbClr val="FF686A"/>
            </a:solidFill>
            <a:ln>
              <a:solidFill>
                <a:srgbClr val="FF68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170313" y="3629865"/>
              <a:ext cx="900000" cy="36000"/>
            </a:xfrm>
            <a:prstGeom prst="rect">
              <a:avLst/>
            </a:prstGeom>
            <a:solidFill>
              <a:srgbClr val="FBC23C"/>
            </a:solidFill>
            <a:ln>
              <a:solidFill>
                <a:srgbClr val="FBC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070313" y="3629865"/>
              <a:ext cx="900000" cy="36000"/>
            </a:xfrm>
            <a:prstGeom prst="rect">
              <a:avLst/>
            </a:prstGeom>
            <a:solidFill>
              <a:srgbClr val="00B0D2"/>
            </a:solidFill>
            <a:ln>
              <a:solidFill>
                <a:srgbClr val="00B0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6970313" y="3629865"/>
              <a:ext cx="900000" cy="36000"/>
            </a:xfrm>
            <a:prstGeom prst="rect">
              <a:avLst/>
            </a:prstGeom>
            <a:solidFill>
              <a:srgbClr val="9BD75B"/>
            </a:solidFill>
            <a:ln>
              <a:solidFill>
                <a:srgbClr val="9BD7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7870313" y="3629865"/>
              <a:ext cx="900000" cy="36000"/>
            </a:xfrm>
            <a:prstGeom prst="rect">
              <a:avLst/>
            </a:prstGeom>
            <a:solidFill>
              <a:srgbClr val="C20605"/>
            </a:solidFill>
            <a:ln>
              <a:solidFill>
                <a:srgbClr val="C206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9"/>
          <p:cNvSpPr>
            <a:spLocks noGrp="1"/>
          </p:cNvSpPr>
          <p:nvPr>
            <p:ph type="sldNum" sz="quarter" idx="12"/>
          </p:nvPr>
        </p:nvSpPr>
        <p:spPr/>
        <p:txBody>
          <a:bodyPr/>
          <a:lstStyle/>
          <a:p>
            <a:fld id="{0D4EF626-F2E7-47E8-A3E5-EAE9C4555C6D}" type="slidenum">
              <a:rPr lang="zh-CN" altLang="en-US" smtClean="0"/>
            </a:fld>
            <a:endParaRPr lang="zh-CN" altLang="en-US" dirty="0"/>
          </a:p>
        </p:txBody>
      </p:sp>
      <p:sp>
        <p:nvSpPr>
          <p:cNvPr id="24" name="文本框 23"/>
          <p:cNvSpPr txBox="1"/>
          <p:nvPr/>
        </p:nvSpPr>
        <p:spPr>
          <a:xfrm>
            <a:off x="4977745" y="932296"/>
            <a:ext cx="2236510" cy="707886"/>
          </a:xfrm>
          <a:prstGeom prst="rect">
            <a:avLst/>
          </a:prstGeom>
          <a:noFill/>
        </p:spPr>
        <p:txBody>
          <a:bodyPr wrap="none" rtlCol="0">
            <a:spAutoFit/>
          </a:bodyPr>
          <a:lstStyle/>
          <a:p>
            <a:r>
              <a:rPr lang="zh-CN" altLang="en-US" sz="4000" b="1" dirty="0">
                <a:latin typeface="微软雅黑" panose="020B0503020204020204" pitchFamily="34" charset="-122"/>
                <a:ea typeface="微软雅黑" panose="020B0503020204020204" pitchFamily="34" charset="-122"/>
              </a:rPr>
              <a:t>自我介绍</a:t>
            </a:r>
            <a:endParaRPr lang="zh-CN" altLang="en-US" sz="4000" b="1"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1626723" y="1900823"/>
            <a:ext cx="9290506" cy="3857625"/>
          </a:xfrm>
          <a:prstGeom prst="rect">
            <a:avLst/>
          </a:prstGeom>
          <a:noFill/>
        </p:spPr>
        <p:txBody>
          <a:bodyPr wrap="square" rtlCol="0">
            <a:spAutoFit/>
          </a:bodyPr>
          <a:lstStyle/>
          <a:p>
            <a:pPr marL="457200" indent="-457200">
              <a:lnSpc>
                <a:spcPct val="17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汤臣薇，</a:t>
            </a: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四川大学计算机学院，副教授</a:t>
            </a:r>
            <a:r>
              <a:rPr lang="en-US" altLang="zh-CN" sz="2400"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硕导</a:t>
            </a:r>
            <a:endParaRPr lang="en-US" altLang="zh-CN" sz="2400"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a:lnSpc>
                <a:spcPct val="170000"/>
              </a:lnSpc>
              <a:buFont typeface="Wingdings" panose="05000000000000000000" pitchFamily="2" charset="2"/>
              <a:buChar char="Ø"/>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Email: </a:t>
            </a:r>
            <a:r>
              <a:rPr lang="en-US" altLang="zh-CN" sz="2400" dirty="0">
                <a:latin typeface="Times New Roman" panose="02020503050405090304" pitchFamily="18" charset="0"/>
                <a:ea typeface="微软雅黑" panose="020B0503020204020204" pitchFamily="34" charset="-122"/>
                <a:cs typeface="Times New Roman" panose="02020503050405090304" pitchFamily="18" charset="0"/>
              </a:rPr>
              <a:t>tangchenwei@scu.edu.cn</a:t>
            </a:r>
            <a:endParaRPr lang="en-US" altLang="zh-CN" sz="2400"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a:lnSpc>
                <a:spcPct val="17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实验室：</a:t>
            </a: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数据智能与计算艺术实验室</a:t>
            </a:r>
            <a:endParaRPr lang="zh-CN" altLang="en-US" sz="2400"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a:lnSpc>
                <a:spcPct val="17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教授课程：</a:t>
            </a: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操作系统原理、操作系统课程设计、数据科学引论、人工智能前沿、代码如诗：计算艺术与人文</a:t>
            </a:r>
            <a:endParaRPr lang="en-US" altLang="zh-CN" sz="2400"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a:lnSpc>
                <a:spcPct val="17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研究领域：</a:t>
            </a: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多模态学习、工业智能、智能口腔、</a:t>
            </a:r>
            <a:r>
              <a:rPr lang="en-US" altLang="zh-CN" sz="2400" dirty="0">
                <a:latin typeface="Times New Roman" panose="02020503050405090304" pitchFamily="18" charset="0"/>
                <a:ea typeface="微软雅黑" panose="020B0503020204020204" pitchFamily="34" charset="-122"/>
                <a:cs typeface="Times New Roman" panose="02020503050405090304" pitchFamily="18" charset="0"/>
              </a:rPr>
              <a:t>Agentic AI</a:t>
            </a:r>
            <a:endParaRPr lang="zh-CN" altLang="en-US" sz="24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6" name="文本框 25"/>
          <p:cNvSpPr txBox="1"/>
          <p:nvPr/>
        </p:nvSpPr>
        <p:spPr>
          <a:xfrm>
            <a:off x="6443970" y="3054911"/>
            <a:ext cx="392967" cy="369332"/>
          </a:xfrm>
          <a:prstGeom prst="rect">
            <a:avLst/>
          </a:prstGeom>
          <a:noFill/>
        </p:spPr>
        <p:txBody>
          <a:bodyPr wrap="square" rtlCol="0">
            <a:spAutoFit/>
          </a:bodyPr>
          <a:lstStyle/>
          <a:p>
            <a:endParaRPr lang="zh-CN" altLang="en-US" dirty="0"/>
          </a:p>
        </p:txBody>
      </p:sp>
      <p:sp>
        <p:nvSpPr>
          <p:cNvPr id="27" name="卷形: 水平 26"/>
          <p:cNvSpPr/>
          <p:nvPr/>
        </p:nvSpPr>
        <p:spPr>
          <a:xfrm>
            <a:off x="1182152" y="1576646"/>
            <a:ext cx="9815908" cy="5053505"/>
          </a:xfrm>
          <a:prstGeom prst="horizontalScroll">
            <a:avLst>
              <a:gd name="adj" fmla="val 5090"/>
            </a:avLst>
          </a:prstGeom>
          <a:noFill/>
          <a:ln w="28575" cap="flat" cmpd="sng" algn="ctr">
            <a:solidFill>
              <a:srgbClr val="00A1C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2" name="文本框 1"/>
          <p:cNvSpPr txBox="1"/>
          <p:nvPr/>
        </p:nvSpPr>
        <p:spPr>
          <a:xfrm>
            <a:off x="734306" y="218042"/>
            <a:ext cx="3992880" cy="46037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操作系统原理</a:t>
            </a:r>
            <a:r>
              <a:rPr lang="en-US" altLang="zh-CN" sz="2400" dirty="0">
                <a:latin typeface="微软雅黑" panose="020B0503020204020204" pitchFamily="34" charset="-122"/>
                <a:ea typeface="微软雅黑" panose="020B0503020204020204" pitchFamily="34" charset="-122"/>
              </a:rPr>
              <a:t>》2026</a:t>
            </a:r>
            <a:r>
              <a:rPr lang="zh-CN" altLang="en-US" sz="2400" dirty="0">
                <a:latin typeface="微软雅黑" panose="020B0503020204020204" pitchFamily="34" charset="-122"/>
                <a:ea typeface="微软雅黑" panose="020B0503020204020204" pitchFamily="34" charset="-122"/>
              </a:rPr>
              <a:t>课程</a:t>
            </a:r>
            <a:endParaRPr lang="zh-CN" altLang="en-US" sz="240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t="13458" r="66966" b="13292"/>
          <a:stretch>
            <a:fillRect/>
          </a:stretch>
        </p:blipFill>
        <p:spPr>
          <a:xfrm>
            <a:off x="222877" y="20323"/>
            <a:ext cx="687156" cy="857103"/>
          </a:xfrm>
          <a:prstGeom prst="rect">
            <a:avLst/>
          </a:prstGeom>
        </p:spPr>
      </p:pic>
      <p:grpSp>
        <p:nvGrpSpPr>
          <p:cNvPr id="6" name="组合 5"/>
          <p:cNvGrpSpPr/>
          <p:nvPr/>
        </p:nvGrpSpPr>
        <p:grpSpPr>
          <a:xfrm>
            <a:off x="8417668" y="75292"/>
            <a:ext cx="3649718" cy="611540"/>
            <a:chOff x="5494282" y="112021"/>
            <a:chExt cx="3649718" cy="611540"/>
          </a:xfrm>
        </p:grpSpPr>
        <p:pic>
          <p:nvPicPr>
            <p:cNvPr id="7"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9"/>
          <p:cNvSpPr>
            <a:spLocks noGrp="1"/>
          </p:cNvSpPr>
          <p:nvPr>
            <p:ph type="sldNum" sz="quarter" idx="12"/>
          </p:nvPr>
        </p:nvSpPr>
        <p:spPr>
          <a:xfrm>
            <a:off x="7981950" y="6356352"/>
            <a:ext cx="2057400" cy="365125"/>
          </a:xfrm>
        </p:spPr>
        <p:txBody>
          <a:bodyPr/>
          <a:lstStyle/>
          <a:p>
            <a:fld id="{0D4EF626-F2E7-47E8-A3E5-EAE9C4555C6D}" type="slidenum">
              <a:rPr lang="zh-CN" altLang="en-US" smtClean="0"/>
            </a:fld>
            <a:endParaRPr lang="zh-CN" altLang="en-US" dirty="0"/>
          </a:p>
        </p:txBody>
      </p:sp>
      <p:sp>
        <p:nvSpPr>
          <p:cNvPr id="20" name="文本框 19"/>
          <p:cNvSpPr txBox="1"/>
          <p:nvPr/>
        </p:nvSpPr>
        <p:spPr>
          <a:xfrm>
            <a:off x="4977745" y="970317"/>
            <a:ext cx="2236510" cy="707886"/>
          </a:xfrm>
          <a:prstGeom prst="rect">
            <a:avLst/>
          </a:prstGeom>
          <a:noFill/>
        </p:spPr>
        <p:txBody>
          <a:bodyPr wrap="none" rtlCol="0">
            <a:spAutoFit/>
          </a:bodyPr>
          <a:lstStyle/>
          <a:p>
            <a:r>
              <a:rPr lang="zh-CN" altLang="en-US" sz="4000" b="1" dirty="0">
                <a:latin typeface="微软雅黑" panose="020B0503020204020204" pitchFamily="34" charset="-122"/>
                <a:ea typeface="微软雅黑" panose="020B0503020204020204" pitchFamily="34" charset="-122"/>
              </a:rPr>
              <a:t>考核方式</a:t>
            </a:r>
            <a:endParaRPr lang="zh-CN" altLang="en-US" sz="4000" b="1" dirty="0">
              <a:latin typeface="微软雅黑" panose="020B0503020204020204" pitchFamily="34" charset="-122"/>
              <a:ea typeface="微软雅黑" panose="020B0503020204020204" pitchFamily="34" charset="-122"/>
            </a:endParaRPr>
          </a:p>
        </p:txBody>
      </p:sp>
      <p:sp>
        <p:nvSpPr>
          <p:cNvPr id="36" name="卷形: 水平 35"/>
          <p:cNvSpPr/>
          <p:nvPr/>
        </p:nvSpPr>
        <p:spPr>
          <a:xfrm>
            <a:off x="788102" y="1442911"/>
            <a:ext cx="10876813" cy="5187241"/>
          </a:xfrm>
          <a:prstGeom prst="horizontalScroll">
            <a:avLst>
              <a:gd name="adj" fmla="val 5090"/>
            </a:avLst>
          </a:prstGeom>
          <a:noFill/>
          <a:ln w="28575" cap="flat" cmpd="sng" algn="ctr">
            <a:solidFill>
              <a:srgbClr val="FFBE3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23" name="文本框 22"/>
          <p:cNvSpPr txBox="1"/>
          <p:nvPr/>
        </p:nvSpPr>
        <p:spPr>
          <a:xfrm>
            <a:off x="1288243" y="1701853"/>
            <a:ext cx="9191251" cy="4615815"/>
          </a:xfrm>
          <a:prstGeom prst="rect">
            <a:avLst/>
          </a:prstGeom>
          <a:noFill/>
        </p:spPr>
        <p:txBody>
          <a:bodyPr wrap="square" rtlCol="0">
            <a:spAutoFit/>
          </a:bodyPr>
          <a:lstStyle/>
          <a:p>
            <a:pPr marL="457200" indent="-457200">
              <a:lnSpc>
                <a:spcPct val="150000"/>
              </a:lnSpc>
              <a:buFont typeface="Wingdings" panose="05000000000000000000" pitchFamily="2" charset="2"/>
              <a:buChar char="n"/>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平时成绩 </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30%</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nSpc>
                <a:spcPct val="150000"/>
              </a:lnSpc>
              <a:buFont typeface="Wingdings" panose="05000000000000000000" pitchFamily="2" charset="2"/>
              <a:buChar char="Ø"/>
            </a:pP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rPr>
              <a:t>签到  </a:t>
            </a:r>
            <a:r>
              <a:rPr lang="en-US" altLang="zh-CN" sz="2800" dirty="0">
                <a:latin typeface="Times New Roman" panose="02020503050405090304" pitchFamily="18" charset="0"/>
                <a:ea typeface="微软雅黑" panose="020B0503020204020204" pitchFamily="34" charset="-122"/>
                <a:cs typeface="Times New Roman" panose="02020503050405090304" pitchFamily="18" charset="0"/>
              </a:rPr>
              <a:t>10%</a:t>
            </a:r>
            <a:endParaRPr lang="en-US" altLang="zh-CN" sz="2800"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nSpc>
                <a:spcPct val="150000"/>
              </a:lnSpc>
              <a:buFont typeface="Wingdings" panose="05000000000000000000" pitchFamily="2" charset="2"/>
              <a:buChar char="Ø"/>
            </a:pP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rPr>
              <a:t>互动</a:t>
            </a:r>
            <a:r>
              <a:rPr lang="en-US" altLang="zh-CN" sz="2800" dirty="0">
                <a:latin typeface="Times New Roman" panose="02020503050405090304" pitchFamily="18" charset="0"/>
                <a:ea typeface="微软雅黑" panose="020B0503020204020204" pitchFamily="34" charset="-122"/>
                <a:cs typeface="Times New Roman" panose="02020503050405090304" pitchFamily="18" charset="0"/>
              </a:rPr>
              <a:t>  10%</a:t>
            </a:r>
            <a:endParaRPr lang="en-US" altLang="zh-CN" sz="2800"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nSpc>
                <a:spcPct val="150000"/>
              </a:lnSpc>
              <a:buFont typeface="Wingdings" panose="05000000000000000000" pitchFamily="2" charset="2"/>
              <a:buChar char="Ø"/>
            </a:pP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rPr>
              <a:t>期末章节思维导图</a:t>
            </a:r>
            <a:r>
              <a:rPr lang="en-US" altLang="zh-CN" sz="2800" dirty="0">
                <a:latin typeface="Times New Roman" panose="02020503050405090304" pitchFamily="18" charset="0"/>
                <a:ea typeface="微软雅黑" panose="020B0503020204020204" pitchFamily="34" charset="-122"/>
                <a:cs typeface="Times New Roman" panose="02020503050405090304" pitchFamily="18" charset="0"/>
              </a:rPr>
              <a:t> 10%</a:t>
            </a:r>
            <a:endParaRPr lang="en-US" altLang="zh-CN" sz="2800"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a:lnSpc>
                <a:spcPct val="150000"/>
              </a:lnSpc>
              <a:buFont typeface="Wingdings" panose="05000000000000000000" pitchFamily="2" charset="2"/>
              <a:buChar char="n"/>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mn-ea"/>
              </a:rPr>
              <a:t>考试成绩 </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mn-ea"/>
              </a:rPr>
              <a:t>7</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0%</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nSpc>
                <a:spcPct val="150000"/>
              </a:lnSpc>
              <a:buFont typeface="Wingdings" panose="05000000000000000000" pitchFamily="2" charset="2"/>
              <a:buChar char="Ø"/>
            </a:pP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sym typeface="+mn-ea"/>
              </a:rPr>
              <a:t>期中考试  </a:t>
            </a:r>
            <a:r>
              <a:rPr lang="en-US" altLang="zh-CN" sz="2800" dirty="0">
                <a:latin typeface="Times New Roman" panose="02020503050405090304" pitchFamily="18" charset="0"/>
                <a:ea typeface="微软雅黑" panose="020B0503020204020204" pitchFamily="34" charset="-122"/>
                <a:cs typeface="Times New Roman" panose="02020503050405090304" pitchFamily="18" charset="0"/>
                <a:sym typeface="+mn-ea"/>
              </a:rPr>
              <a:t>30%</a:t>
            </a:r>
            <a:endParaRPr lang="en-US" altLang="zh-CN" sz="2800"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nSpc>
                <a:spcPct val="150000"/>
              </a:lnSpc>
              <a:buFont typeface="Wingdings" panose="05000000000000000000" pitchFamily="2" charset="2"/>
              <a:buChar char="Ø"/>
            </a:pP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rPr>
              <a:t>期末测试  </a:t>
            </a:r>
            <a:r>
              <a:rPr lang="en-US" altLang="zh-CN" sz="2800" dirty="0">
                <a:latin typeface="Times New Roman" panose="02020503050405090304" pitchFamily="18" charset="0"/>
                <a:ea typeface="微软雅黑" panose="020B0503020204020204" pitchFamily="34" charset="-122"/>
                <a:cs typeface="Times New Roman" panose="02020503050405090304" pitchFamily="18" charset="0"/>
              </a:rPr>
              <a:t>40%</a:t>
            </a:r>
            <a:endParaRPr lang="en-US" altLang="zh-CN" sz="2800" dirty="0">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5" name="图表 4"/>
          <p:cNvGraphicFramePr/>
          <p:nvPr/>
        </p:nvGraphicFramePr>
        <p:xfrm>
          <a:off x="5651987" y="1758962"/>
          <a:ext cx="6096000" cy="4540282"/>
        </p:xfrm>
        <a:graphic>
          <a:graphicData uri="http://schemas.openxmlformats.org/drawingml/2006/chart">
            <c:chart xmlns:c="http://schemas.openxmlformats.org/drawingml/2006/chart" xmlns:r="http://schemas.openxmlformats.org/officeDocument/2006/relationships" r:id="rId1"/>
          </a:graphicData>
        </a:graphic>
      </p:graphicFrame>
      <p:grpSp>
        <p:nvGrpSpPr>
          <p:cNvPr id="2" name="组合 1"/>
          <p:cNvGrpSpPr/>
          <p:nvPr/>
        </p:nvGrpSpPr>
        <p:grpSpPr>
          <a:xfrm>
            <a:off x="222877" y="20323"/>
            <a:ext cx="11844509" cy="857103"/>
            <a:chOff x="222877" y="20323"/>
            <a:chExt cx="11844509" cy="857103"/>
          </a:xfrm>
        </p:grpSpPr>
        <p:sp>
          <p:nvSpPr>
            <p:cNvPr id="3" name="文本框 2"/>
            <p:cNvSpPr txBox="1"/>
            <p:nvPr/>
          </p:nvSpPr>
          <p:spPr>
            <a:xfrm>
              <a:off x="734306" y="218042"/>
              <a:ext cx="3992880" cy="46037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操作系统原理</a:t>
              </a:r>
              <a:r>
                <a:rPr lang="en-US" altLang="zh-CN" sz="2400" dirty="0">
                  <a:latin typeface="微软雅黑" panose="020B0503020204020204" pitchFamily="34" charset="-122"/>
                  <a:ea typeface="微软雅黑" panose="020B0503020204020204" pitchFamily="34" charset="-122"/>
                </a:rPr>
                <a:t>》2026</a:t>
              </a:r>
              <a:r>
                <a:rPr lang="zh-CN" altLang="en-US" sz="2400" dirty="0">
                  <a:latin typeface="微软雅黑" panose="020B0503020204020204" pitchFamily="34" charset="-122"/>
                  <a:ea typeface="微软雅黑" panose="020B0503020204020204" pitchFamily="34" charset="-122"/>
                </a:rPr>
                <a:t>课程</a:t>
              </a:r>
              <a:endParaRPr lang="zh-CN" altLang="en-US" sz="2400" dirty="0">
                <a:latin typeface="微软雅黑" panose="020B0503020204020204" pitchFamily="34" charset="-122"/>
                <a:ea typeface="微软雅黑" panose="020B0503020204020204" pitchFamily="34" charset="-122"/>
              </a:endParaRPr>
            </a:p>
          </p:txBody>
        </p:sp>
        <p:grpSp>
          <p:nvGrpSpPr>
            <p:cNvPr id="4" name="组合 3"/>
            <p:cNvGrpSpPr/>
            <p:nvPr/>
          </p:nvGrpSpPr>
          <p:grpSpPr>
            <a:xfrm>
              <a:off x="8417668" y="75292"/>
              <a:ext cx="3649718" cy="611540"/>
              <a:chOff x="5494282" y="112021"/>
              <a:chExt cx="3649718" cy="611540"/>
            </a:xfrm>
          </p:grpSpPr>
          <p:pic>
            <p:nvPicPr>
              <p:cNvPr id="7"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t="13458" r="66966" b="13292"/>
            <a:stretch>
              <a:fillRect/>
            </a:stretch>
          </p:blipFill>
          <p:spPr>
            <a:xfrm>
              <a:off x="222877" y="20323"/>
              <a:ext cx="687156" cy="857103"/>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
          <p:cNvSpPr txBox="1"/>
          <p:nvPr/>
        </p:nvSpPr>
        <p:spPr>
          <a:xfrm>
            <a:off x="0" y="0"/>
            <a:ext cx="12191365" cy="1278890"/>
          </a:xfrm>
          <a:prstGeom prst="rect">
            <a:avLst/>
          </a:prstGeom>
          <a:solidFill>
            <a:schemeClr val="bg1"/>
          </a:solidFill>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eaLnBrk="1" hangingPunct="1"/>
            <a:r>
              <a:rPr lang="zh-CN" altLang="en-US" sz="4800" b="1" dirty="0">
                <a:latin typeface="微软雅黑" panose="020B0503020204020204" pitchFamily="34" charset="-122"/>
                <a:ea typeface="微软雅黑" panose="020B0503020204020204" pitchFamily="34" charset="-122"/>
              </a:rPr>
              <a:t>第三章</a:t>
            </a:r>
            <a:r>
              <a:rPr lang="en-US" altLang="zh-CN" sz="4800" b="1" dirty="0">
                <a:latin typeface="微软雅黑" panose="020B0503020204020204" pitchFamily="34" charset="-122"/>
                <a:ea typeface="微软雅黑" panose="020B0503020204020204" pitchFamily="34" charset="-122"/>
              </a:rPr>
              <a:t>·</a:t>
            </a:r>
            <a:r>
              <a:rPr lang="zh-CN" altLang="en-US" sz="4800" b="1" dirty="0">
                <a:latin typeface="微软雅黑" panose="020B0503020204020204" pitchFamily="34" charset="-122"/>
                <a:ea typeface="微软雅黑" panose="020B0503020204020204" pitchFamily="34" charset="-122"/>
              </a:rPr>
              <a:t>处理机调度与死锁</a:t>
            </a:r>
            <a:endParaRPr lang="zh-CN" altLang="en-US" sz="4800" b="1" dirty="0">
              <a:latin typeface="微软雅黑" panose="020B0503020204020204" pitchFamily="34" charset="-122"/>
              <a:ea typeface="微软雅黑" panose="020B0503020204020204" pitchFamily="34" charset="-122"/>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2" name="图示 1"/>
          <p:cNvGraphicFramePr/>
          <p:nvPr/>
        </p:nvGraphicFramePr>
        <p:xfrm>
          <a:off x="1795145" y="1110615"/>
          <a:ext cx="9239885" cy="547052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星形: 五角 9"/>
          <p:cNvSpPr/>
          <p:nvPr/>
        </p:nvSpPr>
        <p:spPr>
          <a:xfrm>
            <a:off x="9660890" y="1885950"/>
            <a:ext cx="622935" cy="515620"/>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星形: 五角 14"/>
          <p:cNvSpPr/>
          <p:nvPr/>
        </p:nvSpPr>
        <p:spPr>
          <a:xfrm>
            <a:off x="9660890" y="4632325"/>
            <a:ext cx="622935" cy="515620"/>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4400" b="1" dirty="0">
                <a:solidFill>
                  <a:schemeClr val="bg1"/>
                </a:solidFill>
                <a:latin typeface="微软雅黑" panose="020B0503020204020204" pitchFamily="34" charset="-122"/>
                <a:ea typeface="微软雅黑" panose="020B0503020204020204" pitchFamily="34" charset="-122"/>
              </a:rPr>
              <a:t>回顾</a:t>
            </a:r>
            <a:r>
              <a:rPr lang="en-US" altLang="zh-CN" sz="4400" b="1" dirty="0">
                <a:solidFill>
                  <a:schemeClr val="bg1"/>
                </a:solidFill>
                <a:latin typeface="微软雅黑" panose="020B0503020204020204" pitchFamily="34" charset="-122"/>
                <a:ea typeface="微软雅黑" panose="020B0503020204020204" pitchFamily="34" charset="-122"/>
              </a:rPr>
              <a:t>——</a:t>
            </a:r>
            <a:r>
              <a:rPr lang="zh-CN" altLang="en-US" sz="4400" b="1" dirty="0">
                <a:solidFill>
                  <a:schemeClr val="bg1"/>
                </a:solidFill>
                <a:latin typeface="微软雅黑" panose="020B0503020204020204" pitchFamily="34" charset="-122"/>
                <a:ea typeface="微软雅黑" panose="020B0503020204020204" pitchFamily="34" charset="-122"/>
              </a:rPr>
              <a:t>处理机调度的层次</a:t>
            </a:r>
            <a:endParaRPr lang="zh-CN" altLang="en-US" sz="4400" dirty="0"/>
          </a:p>
        </p:txBody>
      </p:sp>
      <p:sp>
        <p:nvSpPr>
          <p:cNvPr id="8" name="标题 1"/>
          <p:cNvSpPr txBox="1"/>
          <p:nvPr/>
        </p:nvSpPr>
        <p:spPr>
          <a:xfrm>
            <a:off x="-27" y="-1"/>
            <a:ext cx="12677620" cy="1441797"/>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endParaRPr lang="zh-CN" altLang="en-US" sz="4800" b="1" dirty="0">
              <a:latin typeface="微软雅黑" panose="020B0503020204020204" pitchFamily="34" charset="-122"/>
              <a:ea typeface="微软雅黑" panose="020B0503020204020204" pitchFamily="34" charset="-122"/>
            </a:endParaRPr>
          </a:p>
        </p:txBody>
      </p:sp>
      <p:sp>
        <p:nvSpPr>
          <p:cNvPr id="2" name="矩形 1"/>
          <p:cNvSpPr/>
          <p:nvPr/>
        </p:nvSpPr>
        <p:spPr>
          <a:xfrm>
            <a:off x="158115" y="1042035"/>
            <a:ext cx="11876405" cy="581596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高级调度</a:t>
            </a:r>
            <a:r>
              <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36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长程调度</a:t>
            </a:r>
            <a:r>
              <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作业调度</a:t>
            </a:r>
            <a:endPar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80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在一个(批)作业运行完毕退出系统，而需重新调入一个(批)作业进入内存时发生，周期较长，大约几分钟一次</a:t>
            </a:r>
            <a:endParaRPr lang="zh-CN" altLang="en-US" sz="280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algn="just">
              <a:lnSpc>
                <a:spcPct val="150000"/>
              </a:lnSpc>
              <a:buFont typeface="Wingdings" panose="05000000000000000000" pitchFamily="2" charset="2"/>
              <a:buChar char="u"/>
            </a:pP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低级调度</a:t>
            </a:r>
            <a:r>
              <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zh-CN" altLang="en-US" sz="36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短程调度</a:t>
            </a:r>
            <a:r>
              <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进程调度</a:t>
            </a:r>
            <a:r>
              <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zh-CN" altLang="en-US" sz="36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微观调度</a:t>
            </a:r>
            <a:endParaRPr lang="zh-CN" altLang="en-US" sz="36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charset="0"/>
              <a:buChar char="Ø"/>
            </a:pP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sym typeface="+mn-ea"/>
              </a:rPr>
              <a:t>运行频率最高，时间尺度毫秒级，分时系统（ 10～100 ms 进行一次）</a:t>
            </a:r>
            <a:endParaRPr lang="zh-CN" altLang="en-US" sz="2800"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914400" lvl="1" indent="-457200" algn="just">
              <a:lnSpc>
                <a:spcPct val="150000"/>
              </a:lnSpc>
              <a:buFont typeface="Wingdings" panose="05000000000000000000" charset="0"/>
              <a:buChar char="Ø"/>
            </a:pP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sym typeface="+mn-ea"/>
              </a:rPr>
              <a:t>频繁使用，要求在实现时做到高效</a:t>
            </a:r>
            <a:endParaRPr lang="zh-CN" altLang="en-US" sz="2800"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457200" indent="-457200" algn="just">
              <a:lnSpc>
                <a:spcPct val="150000"/>
              </a:lnSpc>
              <a:buFont typeface="Wingdings" panose="05000000000000000000" pitchFamily="2" charset="2"/>
              <a:buChar char="u"/>
            </a:pP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中级调度/</a:t>
            </a:r>
            <a:r>
              <a:rPr lang="zh-CN" altLang="en-US" sz="36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中程调度</a:t>
            </a:r>
            <a:r>
              <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内存调度</a:t>
            </a:r>
            <a:endPar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endParaRPr>
          </a:p>
          <a:p>
            <a:pPr lvl="2" indent="-457200" algn="just">
              <a:lnSpc>
                <a:spcPct val="150000"/>
              </a:lnSpc>
              <a:buFont typeface="Wingdings" panose="05000000000000000000" charset="0"/>
              <a:buChar char="Ø"/>
            </a:pP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sym typeface="+mn-ea"/>
              </a:rPr>
              <a:t>运行频率基本上介于上述两种调度之间</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7" y="-1"/>
            <a:ext cx="12677620" cy="1441797"/>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sz="4800" b="1" dirty="0">
                <a:latin typeface="微软雅黑" panose="020B0503020204020204" pitchFamily="34" charset="-122"/>
                <a:ea typeface="微软雅黑" panose="020B0503020204020204" pitchFamily="34" charset="-122"/>
              </a:rPr>
              <a:t>3.1.2 处理机调度算法的目标</a:t>
            </a:r>
            <a:endParaRPr sz="4800" b="1" dirty="0">
              <a:latin typeface="微软雅黑" panose="020B0503020204020204" pitchFamily="34" charset="-122"/>
              <a:ea typeface="微软雅黑" panose="020B0503020204020204" pitchFamily="34" charset="-122"/>
            </a:endParaRPr>
          </a:p>
        </p:txBody>
      </p:sp>
      <p:sp>
        <p:nvSpPr>
          <p:cNvPr id="2" name="矩形 1"/>
          <p:cNvSpPr/>
          <p:nvPr>
            <p:custDataLst>
              <p:tags r:id="rId1"/>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4400" b="1" dirty="0">
                <a:solidFill>
                  <a:schemeClr val="bg1"/>
                </a:solidFill>
                <a:latin typeface="微软雅黑" panose="020B0503020204020204" pitchFamily="34" charset="-122"/>
                <a:ea typeface="微软雅黑" panose="020B0503020204020204" pitchFamily="34" charset="-122"/>
              </a:rPr>
              <a:t>回顾</a:t>
            </a:r>
            <a:r>
              <a:rPr lang="en-US" altLang="zh-CN" sz="4400" b="1" dirty="0">
                <a:solidFill>
                  <a:schemeClr val="bg1"/>
                </a:solidFill>
                <a:latin typeface="微软雅黑" panose="020B0503020204020204" pitchFamily="34" charset="-122"/>
                <a:ea typeface="微软雅黑" panose="020B0503020204020204" pitchFamily="34" charset="-122"/>
              </a:rPr>
              <a:t>——</a:t>
            </a:r>
            <a:r>
              <a:rPr lang="zh-CN" altLang="en-US" sz="4400" b="1" dirty="0">
                <a:solidFill>
                  <a:schemeClr val="bg1"/>
                </a:solidFill>
                <a:latin typeface="微软雅黑" panose="020B0503020204020204" pitchFamily="34" charset="-122"/>
                <a:ea typeface="微软雅黑" panose="020B0503020204020204" pitchFamily="34" charset="-122"/>
              </a:rPr>
              <a:t>处理机调度算法的目标</a:t>
            </a:r>
            <a:endParaRPr lang="zh-CN" altLang="en-US" sz="4400" dirty="0"/>
          </a:p>
        </p:txBody>
      </p:sp>
      <p:sp>
        <p:nvSpPr>
          <p:cNvPr id="6" name="矩形 5"/>
          <p:cNvSpPr/>
          <p:nvPr/>
        </p:nvSpPr>
        <p:spPr>
          <a:xfrm>
            <a:off x="149585" y="881750"/>
            <a:ext cx="6049933" cy="6017609"/>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处理机调度算法的</a:t>
            </a:r>
            <a:r>
              <a:rPr 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共同</a:t>
            </a:r>
            <a:r>
              <a:rPr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目标</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en-US" altLang="zh-CN" sz="2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资源利用率</a:t>
            </a:r>
            <a:endParaRPr lang="en-US" altLang="zh-CN" sz="2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en-US" altLang="zh-CN" sz="2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公平性</a:t>
            </a:r>
            <a:endParaRPr lang="en-US" altLang="zh-CN" sz="2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en-US" altLang="zh-CN" sz="2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平衡性</a:t>
            </a:r>
            <a:endParaRPr lang="en-US" altLang="zh-CN" sz="2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en-US" altLang="zh-CN" sz="2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策略强制执行</a:t>
            </a:r>
            <a:endParaRPr lang="en-US" altLang="zh-CN" sz="2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 批处理系统的</a:t>
            </a:r>
            <a:r>
              <a:rPr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目标</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ClrTx/>
              <a:buSzTx/>
              <a:buFont typeface="Wingdings" panose="05000000000000000000" charset="0"/>
              <a:buChar char="Ø"/>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mn-ea"/>
              </a:rPr>
              <a:t>作业周转时间和平均周转时间短</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ClrTx/>
              <a:buSzTx/>
              <a:buFont typeface="Wingdings" panose="05000000000000000000" charset="0"/>
              <a:buChar char="Ø"/>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mn-ea"/>
              </a:rPr>
              <a:t>系统吞吐量高</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800100" lvl="1" indent="-342900" algn="just">
              <a:lnSpc>
                <a:spcPct val="150000"/>
              </a:lnSpc>
              <a:buClrTx/>
              <a:buSzTx/>
              <a:buFont typeface="Wingdings" panose="05000000000000000000" charset="0"/>
              <a:buChar char="Ø"/>
            </a:pPr>
            <a:r>
              <a:rPr lang="en-US" altLang="zh-CN" sz="2800" b="1" dirty="0" err="1">
                <a:latin typeface="Times New Roman" panose="02020503050405090304" pitchFamily="18" charset="0"/>
                <a:ea typeface="微软雅黑" panose="020B0503020204020204" pitchFamily="34" charset="-122"/>
                <a:cs typeface="Times New Roman" panose="02020503050405090304" pitchFamily="18" charset="0"/>
                <a:sym typeface="+mn-ea"/>
              </a:rPr>
              <a:t>处理机利用率高</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9" name="文本框 8"/>
          <p:cNvSpPr txBox="1"/>
          <p:nvPr/>
        </p:nvSpPr>
        <p:spPr>
          <a:xfrm>
            <a:off x="6725553" y="881750"/>
            <a:ext cx="5242166" cy="4724948"/>
          </a:xfrm>
          <a:prstGeom prst="rect">
            <a:avLst/>
          </a:prstGeom>
          <a:noFill/>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 分时系统的目标</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ClrTx/>
              <a:buSzTx/>
              <a:buFont typeface="Wingdings" panose="05000000000000000000" charset="0"/>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mn-ea"/>
              </a:rPr>
              <a:t>响应时间快（重要准则）</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ClrTx/>
              <a:buSzTx/>
              <a:buFont typeface="Wingdings" panose="05000000000000000000" charset="0"/>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mn-ea"/>
              </a:rPr>
              <a:t>均衡性</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 实时系统的目标</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ClrTx/>
              <a:buSzTx/>
              <a:buFont typeface="Wingdings" panose="05000000000000000000" charset="0"/>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mn-ea"/>
              </a:rPr>
              <a:t>截止时间的保证</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800100" lvl="1" indent="-342900" algn="just">
              <a:lnSpc>
                <a:spcPct val="150000"/>
              </a:lnSpc>
              <a:buClrTx/>
              <a:buSzTx/>
              <a:buFont typeface="Wingdings" panose="05000000000000000000" charset="0"/>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mn-ea"/>
              </a:rPr>
              <a:t>可预测性</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800100" lvl="1" indent="-342900" algn="just">
              <a:lnSpc>
                <a:spcPct val="150000"/>
              </a:lnSpc>
              <a:buClrTx/>
              <a:buSzTx/>
              <a:buFont typeface="Wingdings" panose="05000000000000000000" charset="0"/>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mn-ea"/>
              </a:rPr>
              <a:t>实时性</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4400" b="1" dirty="0">
                <a:solidFill>
                  <a:schemeClr val="bg1"/>
                </a:solidFill>
                <a:latin typeface="微软雅黑" panose="020B0503020204020204" pitchFamily="34" charset="-122"/>
                <a:ea typeface="微软雅黑" panose="020B0503020204020204" pitchFamily="34" charset="-122"/>
              </a:rPr>
              <a:t>回顾</a:t>
            </a:r>
            <a:r>
              <a:rPr lang="en-US" altLang="zh-CN" sz="4400" b="1" dirty="0">
                <a:solidFill>
                  <a:schemeClr val="bg1"/>
                </a:solidFill>
                <a:latin typeface="微软雅黑" panose="020B0503020204020204" pitchFamily="34" charset="-122"/>
                <a:ea typeface="微软雅黑" panose="020B0503020204020204" pitchFamily="34" charset="-122"/>
              </a:rPr>
              <a:t>——</a:t>
            </a:r>
            <a:r>
              <a:rPr lang="zh-CN" altLang="en-US" sz="4400" b="1" dirty="0">
                <a:solidFill>
                  <a:schemeClr val="bg1"/>
                </a:solidFill>
                <a:latin typeface="微软雅黑" panose="020B0503020204020204" pitchFamily="34" charset="-122"/>
                <a:ea typeface="微软雅黑" panose="020B0503020204020204" pitchFamily="34" charset="-122"/>
              </a:rPr>
              <a:t>批处理系统中的作业</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
        <p:nvSpPr>
          <p:cNvPr id="18" name="矩形 17"/>
          <p:cNvSpPr/>
          <p:nvPr/>
        </p:nvSpPr>
        <p:spPr>
          <a:xfrm>
            <a:off x="82627" y="896620"/>
            <a:ext cx="11958809" cy="5925276"/>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作业（</a:t>
            </a: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Job</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比程序更为广泛的概念</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作业控制块 </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JCB(Job Control Block) </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 一个系统能够接纳作业的个数称为系统的</a:t>
            </a:r>
            <a:r>
              <a:rPr lang="zh-CN" altLang="en-US" sz="28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多道程序度</a:t>
            </a:r>
            <a:endParaRPr lang="en-US" altLang="zh-CN" sz="28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作业状态</a:t>
            </a:r>
            <a:endPar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后备状态：</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磁盘输入井，等待调入内存运行</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运行状态：被作业调度程序选中后，分配必要的资源，建立一组相应的进程后，调入内存，进程各状态（运行态、就绪态、阻塞态、外存就绪态、外存阻塞态等）都对应作业运行状态。</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完成状态：正常运行结束或因发生错误而终止时</a:t>
            </a:r>
            <a:endParaRPr lang="zh-CN" altLang="en-US" sz="28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6096000" y="2922588"/>
            <a:ext cx="6096000" cy="866775"/>
          </a:xfrm>
          <a:prstGeom prst="rect">
            <a:avLst/>
          </a:prstGeom>
        </p:spPr>
      </p:pic>
      <p:sp>
        <p:nvSpPr>
          <p:cNvPr id="18" name="矩形 17"/>
          <p:cNvSpPr/>
          <p:nvPr/>
        </p:nvSpPr>
        <p:spPr>
          <a:xfrm>
            <a:off x="-5497" y="1105939"/>
            <a:ext cx="11589744" cy="5831853"/>
          </a:xfrm>
          <a:prstGeom prst="rect">
            <a:avLst/>
          </a:prstGeom>
        </p:spPr>
        <p:txBody>
          <a:bodyPr wrap="square">
            <a:spAutoFit/>
          </a:bodyPr>
          <a:lstStyle/>
          <a:p>
            <a:pPr marL="800100" lvl="1" indent="-342900" algn="just">
              <a:lnSpc>
                <a:spcPct val="150000"/>
              </a:lnSpc>
              <a:buFont typeface="Wingdings" panose="05000000000000000000" pitchFamily="2" charset="2"/>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先来先服务调度算法（最简单）</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FCFS</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Wingdings" panose="05000000000000000000" pitchFamily="2" charset="2"/>
              <a:buChar char="ü"/>
            </a:pP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rPr>
              <a:t>利于 </a:t>
            </a:r>
            <a:r>
              <a:rPr lang="en-US" altLang="zh-CN" sz="2800" dirty="0">
                <a:latin typeface="Times New Roman" panose="02020503050405090304" pitchFamily="18" charset="0"/>
                <a:ea typeface="微软雅黑" panose="020B0503020204020204" pitchFamily="34" charset="-122"/>
                <a:cs typeface="Times New Roman" panose="02020503050405090304" pitchFamily="18" charset="0"/>
              </a:rPr>
              <a:t>CPU </a:t>
            </a: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rPr>
              <a:t>繁忙型的作业，适合长作业</a:t>
            </a:r>
            <a:endParaRPr lang="en-US" altLang="zh-CN" sz="2800"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短作业优先调度算法（较常用）</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SJF/SPF</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Wingdings" panose="05000000000000000000" pitchFamily="2" charset="2"/>
              <a:buChar char="ü"/>
            </a:pP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rPr>
              <a:t>适合短作业</a:t>
            </a:r>
            <a:endParaRPr lang="en-US" altLang="zh-CN" sz="2800"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基于作业优先级调度算法（较常用）</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PSA</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Wingdings" panose="05000000000000000000" pitchFamily="2" charset="2"/>
              <a:buChar char="ü"/>
            </a:pP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rPr>
              <a:t>基于作业的紧迫程度，由外部赋予作业响应的优先级</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响应比高者优先调度算法（比较好）</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HRRN/HRRF</a:t>
            </a:r>
            <a:endParaRPr lang="en-US" altLang="zh-CN" sz="2800"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Wingdings" panose="05000000000000000000" pitchFamily="2" charset="2"/>
              <a:buChar char="ü"/>
            </a:pPr>
            <a:r>
              <a:rPr lang="zh-CN" altLang="en-US" sz="2800" dirty="0">
                <a:latin typeface="Times New Roman" panose="02020503050405090304" pitchFamily="18" charset="0"/>
                <a:ea typeface="微软雅黑" panose="020B0503020204020204" pitchFamily="34" charset="-122"/>
                <a:cs typeface="Times New Roman" panose="02020503050405090304" pitchFamily="18" charset="0"/>
              </a:rPr>
              <a:t>既照顾了短作业，又考虑了作业到达的先后次序</a:t>
            </a:r>
            <a:endParaRPr lang="en-US" altLang="zh-CN" sz="2800"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endParaRPr lang="en-US" altLang="zh-CN" sz="28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 name="矩形 1"/>
          <p:cNvSpPr/>
          <p:nvPr>
            <p:custDataLst>
              <p:tags r:id="rId2"/>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4400" b="1" dirty="0">
                <a:solidFill>
                  <a:schemeClr val="bg1"/>
                </a:solidFill>
                <a:latin typeface="微软雅黑" panose="020B0503020204020204" pitchFamily="34" charset="-122"/>
                <a:ea typeface="微软雅黑" panose="020B0503020204020204" pitchFamily="34" charset="-122"/>
              </a:rPr>
              <a:t>回顾</a:t>
            </a:r>
            <a:r>
              <a:rPr lang="en-US" altLang="zh-CN" sz="4400" b="1" dirty="0">
                <a:solidFill>
                  <a:schemeClr val="bg1"/>
                </a:solidFill>
                <a:latin typeface="微软雅黑" panose="020B0503020204020204" pitchFamily="34" charset="-122"/>
                <a:ea typeface="微软雅黑" panose="020B0503020204020204" pitchFamily="34" charset="-122"/>
              </a:rPr>
              <a:t>——</a:t>
            </a:r>
            <a:r>
              <a:rPr lang="zh-CN" altLang="en-US" sz="4400" b="1" dirty="0">
                <a:solidFill>
                  <a:schemeClr val="bg1"/>
                </a:solidFill>
                <a:latin typeface="微软雅黑" panose="020B0503020204020204" pitchFamily="34" charset="-122"/>
                <a:ea typeface="微软雅黑" panose="020B0503020204020204" pitchFamily="34" charset="-122"/>
              </a:rPr>
              <a:t>作业调度算法</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 name="矩形 1"/>
          <p:cNvSpPr/>
          <p:nvPr>
            <p:custDataLst>
              <p:tags r:id="rId1"/>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4400" b="1" dirty="0">
                <a:solidFill>
                  <a:schemeClr val="bg1"/>
                </a:solidFill>
                <a:latin typeface="微软雅黑" panose="020B0503020204020204" pitchFamily="34" charset="-122"/>
                <a:ea typeface="微软雅黑" panose="020B0503020204020204" pitchFamily="34" charset="-122"/>
              </a:rPr>
              <a:t>回顾</a:t>
            </a:r>
            <a:r>
              <a:rPr lang="en-US" altLang="zh-CN" sz="4400" b="1" dirty="0">
                <a:solidFill>
                  <a:schemeClr val="bg1"/>
                </a:solidFill>
                <a:latin typeface="微软雅黑" panose="020B0503020204020204" pitchFamily="34" charset="-122"/>
                <a:ea typeface="微软雅黑" panose="020B0503020204020204" pitchFamily="34" charset="-122"/>
              </a:rPr>
              <a:t>——</a:t>
            </a:r>
            <a:r>
              <a:rPr lang="zh-CN" altLang="en-US" sz="4400" b="1" dirty="0">
                <a:solidFill>
                  <a:schemeClr val="bg1"/>
                </a:solidFill>
                <a:latin typeface="微软雅黑" panose="020B0503020204020204" pitchFamily="34" charset="-122"/>
                <a:ea typeface="微软雅黑" panose="020B0503020204020204" pitchFamily="34" charset="-122"/>
              </a:rPr>
              <a:t>进程调度的任务、机制和方式</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
        <p:nvSpPr>
          <p:cNvPr id="3" name="矩形 2"/>
          <p:cNvSpPr/>
          <p:nvPr/>
        </p:nvSpPr>
        <p:spPr>
          <a:xfrm>
            <a:off x="66101" y="874588"/>
            <a:ext cx="12041436" cy="6463308"/>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进程调度方式</a:t>
            </a:r>
            <a:endPar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非抢占方式 </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Nonpreemptive</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Mode) </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一旦把处理机分配给某进程后，让它一直运行下去，直至该进程完成，或发生某事件而被阻塞时，才再把处理机分配给其他进程</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优点</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：实现简单，系统开销小，适用于大多数的批处理系统环境</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缺点</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：难以满足紧急任务的要求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立即执行</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抢占方式 </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(Preemptive Mode) </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允许调度程序根据某种原则去暂停某个正在执行的进程，将已分配给该进程的处理机重新分配给另一进程</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优点：</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防止长进程长时间占用处理机，为大多数进程提供更公平的服务，能满足对响应时间有着较严格要求的实时任务的需求</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缺点：</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比非抢占方式调度所需付出的开销较大</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150000"/>
              </a:lnSpc>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5497" y="1105939"/>
            <a:ext cx="11589744" cy="5267404"/>
          </a:xfrm>
          <a:prstGeom prst="rect">
            <a:avLst/>
          </a:prstGeom>
        </p:spPr>
        <p:txBody>
          <a:bodyPr wrap="square">
            <a:spAutoFit/>
          </a:bodyPr>
          <a:lstStyle/>
          <a:p>
            <a:pPr marL="800100" lvl="1" indent="-342900" algn="just">
              <a:lnSpc>
                <a:spcPct val="175000"/>
              </a:lnSpc>
              <a:buFont typeface="Wingdings" panose="05000000000000000000" pitchFamily="2" charset="2"/>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先来先服务调度算法（最简单）</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FCFS</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75000"/>
              </a:lnSpc>
              <a:buFont typeface="Wingdings" panose="05000000000000000000" pitchFamily="2" charset="2"/>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短进程优先调度算法（较常用）</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SPF</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75000"/>
              </a:lnSpc>
              <a:buFont typeface="Wingdings" panose="05000000000000000000" pitchFamily="2" charset="2"/>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轮转调度算法 </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Time Round-Robin, TRR/RR</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75000"/>
              </a:lnSpc>
              <a:buFont typeface="Wingdings" panose="05000000000000000000" pitchFamily="2" charset="2"/>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优先级调度算法 </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Priority Scheduling Algorithm, PSA</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75000"/>
              </a:lnSpc>
              <a:buFont typeface="Wingdings" panose="05000000000000000000" pitchFamily="2" charset="2"/>
              <a:buChar char="Ø"/>
            </a:pPr>
            <a:r>
              <a:rPr lang="zh-CN" altLang="en-US" sz="2800" b="1" dirty="0">
                <a:solidFill>
                  <a:schemeClr val="tx1">
                    <a:lumMod val="50000"/>
                    <a:lumOff val="50000"/>
                  </a:schemeClr>
                </a:solidFill>
                <a:latin typeface="Times New Roman" panose="02020503050405090304" pitchFamily="18" charset="0"/>
                <a:ea typeface="微软雅黑" panose="020B0503020204020204" pitchFamily="34" charset="-122"/>
                <a:cs typeface="Times New Roman" panose="02020503050405090304" pitchFamily="18" charset="0"/>
              </a:rPr>
              <a:t>多队列调度算法 </a:t>
            </a:r>
            <a:r>
              <a:rPr lang="en-US" altLang="zh-CN" sz="2800" b="1" dirty="0">
                <a:solidFill>
                  <a:schemeClr val="tx1">
                    <a:lumMod val="50000"/>
                    <a:lumOff val="50000"/>
                  </a:schemeClr>
                </a:solidFill>
                <a:latin typeface="Times New Roman" panose="02020503050405090304" pitchFamily="18" charset="0"/>
                <a:ea typeface="微软雅黑" panose="020B0503020204020204" pitchFamily="34" charset="-122"/>
                <a:cs typeface="Times New Roman" panose="02020503050405090304" pitchFamily="18" charset="0"/>
              </a:rPr>
              <a:t>Multi-level Queue</a:t>
            </a:r>
            <a:endParaRPr lang="en-US" altLang="zh-CN" sz="2800" b="1" dirty="0">
              <a:solidFill>
                <a:schemeClr val="tx1">
                  <a:lumMod val="50000"/>
                  <a:lumOff val="50000"/>
                </a:schemeClr>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75000"/>
              </a:lnSpc>
              <a:buFont typeface="Wingdings" panose="05000000000000000000" pitchFamily="2" charset="2"/>
              <a:buChar char="Ø"/>
            </a:pPr>
            <a:r>
              <a:rPr lang="zh-CN" altLang="en-US" sz="2800" b="1" dirty="0">
                <a:solidFill>
                  <a:schemeClr val="tx1">
                    <a:lumMod val="50000"/>
                    <a:lumOff val="50000"/>
                  </a:schemeClr>
                </a:solidFill>
                <a:latin typeface="Times New Roman" panose="02020503050405090304" pitchFamily="18" charset="0"/>
                <a:ea typeface="微软雅黑" panose="020B0503020204020204" pitchFamily="34" charset="-122"/>
                <a:cs typeface="Times New Roman" panose="02020503050405090304" pitchFamily="18" charset="0"/>
              </a:rPr>
              <a:t>多级反馈队列调度算法 </a:t>
            </a:r>
            <a:r>
              <a:rPr lang="en-US" altLang="zh-CN" sz="2800" b="1" dirty="0">
                <a:solidFill>
                  <a:schemeClr val="tx1">
                    <a:lumMod val="50000"/>
                    <a:lumOff val="50000"/>
                  </a:schemeClr>
                </a:solidFill>
                <a:latin typeface="Times New Roman" panose="02020503050405090304" pitchFamily="18" charset="0"/>
                <a:ea typeface="微软雅黑" panose="020B0503020204020204" pitchFamily="34" charset="-122"/>
                <a:cs typeface="Times New Roman" panose="02020503050405090304" pitchFamily="18" charset="0"/>
              </a:rPr>
              <a:t>Multi-level Feed Queue</a:t>
            </a:r>
            <a:endParaRPr lang="en-US" altLang="zh-CN" sz="2800" b="1" dirty="0">
              <a:solidFill>
                <a:schemeClr val="tx1">
                  <a:lumMod val="50000"/>
                  <a:lumOff val="50000"/>
                </a:schemeClr>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75000"/>
              </a:lnSpc>
              <a:buFont typeface="Wingdings" panose="05000000000000000000" pitchFamily="2" charset="2"/>
              <a:buChar char="Ø"/>
            </a:pPr>
            <a:r>
              <a:rPr lang="zh-CN" altLang="en-US" sz="2800" b="1" dirty="0">
                <a:solidFill>
                  <a:schemeClr val="tx1">
                    <a:lumMod val="50000"/>
                    <a:lumOff val="50000"/>
                  </a:schemeClr>
                </a:solidFill>
                <a:latin typeface="Times New Roman" panose="02020503050405090304" pitchFamily="18" charset="0"/>
                <a:ea typeface="微软雅黑" panose="020B0503020204020204" pitchFamily="34" charset="-122"/>
                <a:cs typeface="Times New Roman" panose="02020503050405090304" pitchFamily="18" charset="0"/>
              </a:rPr>
              <a:t>基于公平原则的调度算法</a:t>
            </a:r>
            <a:endParaRPr lang="zh-CN" altLang="en-US" sz="2800" b="1" dirty="0">
              <a:solidFill>
                <a:schemeClr val="tx1">
                  <a:lumMod val="50000"/>
                  <a:lumOff val="50000"/>
                </a:schemeClr>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 name="矩形 1"/>
          <p:cNvSpPr/>
          <p:nvPr>
            <p:custDataLst>
              <p:tags r:id="rId1"/>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4400" b="1" dirty="0">
                <a:solidFill>
                  <a:schemeClr val="bg1"/>
                </a:solidFill>
                <a:latin typeface="微软雅黑" panose="020B0503020204020204" pitchFamily="34" charset="-122"/>
                <a:ea typeface="微软雅黑" panose="020B0503020204020204" pitchFamily="34" charset="-122"/>
              </a:rPr>
              <a:t>回顾</a:t>
            </a:r>
            <a:r>
              <a:rPr lang="en-US" altLang="zh-CN" sz="4400" b="1" dirty="0">
                <a:solidFill>
                  <a:schemeClr val="bg1"/>
                </a:solidFill>
                <a:latin typeface="微软雅黑" panose="020B0503020204020204" pitchFamily="34" charset="-122"/>
                <a:ea typeface="微软雅黑" panose="020B0503020204020204" pitchFamily="34" charset="-122"/>
              </a:rPr>
              <a:t>——</a:t>
            </a:r>
            <a:r>
              <a:rPr lang="zh-CN" altLang="en-US" sz="4400" b="1" dirty="0">
                <a:solidFill>
                  <a:schemeClr val="bg1"/>
                </a:solidFill>
                <a:latin typeface="微软雅黑" panose="020B0503020204020204" pitchFamily="34" charset="-122"/>
                <a:ea typeface="微软雅黑" panose="020B0503020204020204" pitchFamily="34" charset="-122"/>
              </a:rPr>
              <a:t>进程调度算法</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3559175" y="2406650"/>
            <a:ext cx="7671435" cy="4367530"/>
          </a:xfrm>
          <a:prstGeom prst="rect">
            <a:avLst/>
          </a:prstGeom>
        </p:spPr>
      </p:pic>
      <p:sp>
        <p:nvSpPr>
          <p:cNvPr id="18" name="矩形 17"/>
          <p:cNvSpPr/>
          <p:nvPr/>
        </p:nvSpPr>
        <p:spPr>
          <a:xfrm>
            <a:off x="212" y="921173"/>
            <a:ext cx="11951033" cy="193802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基本思想</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处理器将就绪队列拆分为若干个，将不同类型或性质的进程固定分配在不同的就绪队列，采用不同调度算法</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12"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3.3.4 </a:t>
            </a:r>
            <a:r>
              <a:rPr lang="zh-CN" altLang="en-US" sz="4800" b="1" dirty="0">
                <a:latin typeface="微软雅黑" panose="020B0503020204020204" pitchFamily="34" charset="-122"/>
                <a:ea typeface="微软雅黑" panose="020B0503020204020204" pitchFamily="34" charset="-122"/>
              </a:rPr>
              <a:t>多队列</a:t>
            </a:r>
            <a:r>
              <a:rPr lang="zh-CN" altLang="en-US" sz="4800" b="1">
                <a:latin typeface="微软雅黑" panose="020B0503020204020204" pitchFamily="34" charset="-122"/>
                <a:ea typeface="微软雅黑" panose="020B0503020204020204" pitchFamily="34" charset="-122"/>
              </a:rPr>
              <a:t>调度算法</a:t>
            </a:r>
            <a:endParaRPr lang="zh-CN" altLang="en-US" sz="4800" b="1" dirty="0">
              <a:latin typeface="微软雅黑" panose="020B0503020204020204" pitchFamily="34" charset="-122"/>
              <a:ea typeface="微软雅黑" panose="020B0503020204020204" pitchFamily="34" charset="-122"/>
              <a:cs typeface="Times New Roman" panose="0202050305040509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76860" y="1135380"/>
            <a:ext cx="11685270" cy="5441315"/>
          </a:xfrm>
          <a:prstGeom prst="rect">
            <a:avLst/>
          </a:prstGeom>
        </p:spPr>
        <p:txBody>
          <a:bodyPr wrap="square">
            <a:no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调度机制</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不必事先知道各种进程所需的执行时间，可以满足各种类型进程的需要，目前被公认的一种较好的进程调度算法。</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设置</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多个就绪队列</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，并为各个队列赋予不同的优先级，第一个队列的优先级最高，</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优先权愈高的队列中，时间片愈小</a:t>
            </a:r>
            <a:endPar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每个队列都</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采用</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FCFS</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当新进程进入内存后，首先将它放入第一队列的末尾，按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FCFS</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原则等待调度。</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当轮到该进程执行时，如它能在该时间片内完成，便可撤离系统。否则，即它在一个时间片结束时尚未完成，调度程序将其转入第二队列的末尾等待调度，依此类推。</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当进程最后被降到第</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队列后，在第</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队列中便采取按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RR</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方式运行。</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1007"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3.3.5 </a:t>
            </a:r>
            <a:r>
              <a:rPr lang="zh-CN" altLang="en-US" sz="4800" b="1" dirty="0">
                <a:latin typeface="微软雅黑" panose="020B0503020204020204" pitchFamily="34" charset="-122"/>
                <a:ea typeface="微软雅黑" panose="020B0503020204020204" pitchFamily="34" charset="-122"/>
              </a:rPr>
              <a:t>多级反馈队列调度算法</a:t>
            </a:r>
            <a:endParaRPr lang="zh-CN" altLang="en-US" sz="4800" b="1" dirty="0">
              <a:latin typeface="微软雅黑" panose="020B0503020204020204" pitchFamily="34" charset="-122"/>
              <a:ea typeface="微软雅黑" panose="020B0503020204020204" pitchFamily="34" charset="-122"/>
              <a:cs typeface="Times New Roman" panose="0202050305040509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1007"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3.3.5 </a:t>
            </a:r>
            <a:r>
              <a:rPr lang="zh-CN" altLang="en-US" sz="4800" b="1" dirty="0">
                <a:latin typeface="微软雅黑" panose="020B0503020204020204" pitchFamily="34" charset="-122"/>
                <a:ea typeface="微软雅黑" panose="020B0503020204020204" pitchFamily="34" charset="-122"/>
              </a:rPr>
              <a:t>多级反馈队列调度算法</a:t>
            </a:r>
            <a:endParaRPr lang="zh-CN" altLang="en-US" sz="4800" b="1" dirty="0">
              <a:latin typeface="微软雅黑" panose="020B0503020204020204" pitchFamily="34" charset="-122"/>
              <a:ea typeface="微软雅黑" panose="020B0503020204020204" pitchFamily="34" charset="-122"/>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1945640" y="1098550"/>
            <a:ext cx="7804150" cy="56375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89535" y="981075"/>
            <a:ext cx="11951335" cy="5876925"/>
          </a:xfrm>
          <a:prstGeom prst="rect">
            <a:avLst/>
          </a:prstGeom>
        </p:spPr>
        <p:txBody>
          <a:bodyPr wrap="square">
            <a:no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调度机制</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按队列优先级调度</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首先调度最高优先级队列中的诸进程运行，仅当第一队列空闲时才调度第二队列中的进程运行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优先级具有抢占式特点。</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性能分析</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如果规定第一个队列的时间片略大于多数人机交互所需之处理时间时，便能较好地满足各种类型用户的需要。</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终端型用户：</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可获得较好的交互性</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短批处理作业用户：</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通常在前几个队列中可执行完毕</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长批处理作业用户：</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依次在前面多个队列总运行，然后按照轮转方式运行，不必担心长期得不到处理。</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89747"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3.3.5 </a:t>
            </a:r>
            <a:r>
              <a:rPr lang="zh-CN" altLang="en-US" sz="4800" b="1" dirty="0">
                <a:latin typeface="微软雅黑" panose="020B0503020204020204" pitchFamily="34" charset="-122"/>
                <a:ea typeface="微软雅黑" panose="020B0503020204020204" pitchFamily="34" charset="-122"/>
              </a:rPr>
              <a:t>多级反馈队列调度算法</a:t>
            </a:r>
            <a:endParaRPr lang="zh-CN" altLang="en-US" sz="4800" b="1" dirty="0">
              <a:latin typeface="微软雅黑" panose="020B0503020204020204" pitchFamily="34" charset="-122"/>
              <a:ea typeface="微软雅黑" panose="020B0503020204020204" pitchFamily="34" charset="-122"/>
              <a:cs typeface="Times New Roman" panose="0202050305040509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48590" y="1066165"/>
            <a:ext cx="11894185" cy="7384415"/>
          </a:xfrm>
          <a:prstGeom prst="rect">
            <a:avLst/>
          </a:prstGeom>
        </p:spPr>
        <p:txBody>
          <a:bodyPr wrap="square">
            <a:no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保证调度算法</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向用户所做出的保证并不是优先运行，而是明确的性能保证，该算法可以做到调度的公平性。</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系统应具备以下功能</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跟踪计算每个进程自创建以来已经执行的处理时间</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计算每个进程应获得的处理机时间，即自创建以来的时间除以</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n;</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计算进程获得处理机时间的比率，即进程实际执行的处理时间和应获得的处理机时间之比</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比较各进程获得处理机时间的比率，如进程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的比率最低，为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0.5,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而进程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的比率为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0.8</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的比率为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调度程序应选择比率最小的进程将处理机分配给它，并让该进程一直运行， 直到超过最接近它的进程比率为止。</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12" y="-46567"/>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3.3.6 </a:t>
            </a:r>
            <a:r>
              <a:rPr lang="zh-CN" altLang="en-US" sz="4800" b="1" dirty="0">
                <a:latin typeface="微软雅黑" panose="020B0503020204020204" pitchFamily="34" charset="-122"/>
                <a:ea typeface="微软雅黑" panose="020B0503020204020204" pitchFamily="34" charset="-122"/>
              </a:rPr>
              <a:t>基于公平原则的调度算法</a:t>
            </a:r>
            <a:endParaRPr lang="zh-CN" altLang="en-US" sz="4800" b="1" dirty="0">
              <a:latin typeface="微软雅黑" panose="020B0503020204020204" pitchFamily="34" charset="-122"/>
              <a:ea typeface="微软雅黑" panose="020B0503020204020204" pitchFamily="34" charset="-122"/>
              <a:cs typeface="Times New Roman" panose="0202050305040509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89535" y="1027430"/>
            <a:ext cx="11894185" cy="4841240"/>
          </a:xfrm>
          <a:prstGeom prst="rect">
            <a:avLst/>
          </a:prstGeom>
        </p:spPr>
        <p:txBody>
          <a:bodyPr wrap="square">
            <a:no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公平分享调度算法</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调度的公平性主要</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针对用户而言</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，使所有用户能获得相同的处理机时间，或所要求的时间比例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调度以进程为单位，需考虑每个用户所拥有的</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进程数目</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用户</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启动</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A/B/C/D</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共计</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4</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个进程</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用户</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启动</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E</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共计</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个进程</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保证用户具有相同的处理机时间，则调度系列</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 E B E C E D E A E B E C E D E ...</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保证用户</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获得的处理机时间是用户</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的两倍，调度系列</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 B E C D E A B E C D E ...</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12"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3.3.6 </a:t>
            </a:r>
            <a:r>
              <a:rPr lang="zh-CN" altLang="en-US" sz="4800" b="1" dirty="0">
                <a:latin typeface="微软雅黑" panose="020B0503020204020204" pitchFamily="34" charset="-122"/>
                <a:ea typeface="微软雅黑" panose="020B0503020204020204" pitchFamily="34" charset="-122"/>
              </a:rPr>
              <a:t>基于公平原则的调度算法</a:t>
            </a:r>
            <a:endParaRPr lang="zh-CN" altLang="en-US" sz="4800" b="1" dirty="0">
              <a:latin typeface="微软雅黑" panose="020B0503020204020204" pitchFamily="34" charset="-122"/>
              <a:ea typeface="微软雅黑" panose="020B0503020204020204" pitchFamily="34" charset="-122"/>
              <a:cs typeface="Times New Roman" panose="0202050305040509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
          <p:cNvSpPr txBox="1"/>
          <p:nvPr/>
        </p:nvSpPr>
        <p:spPr>
          <a:xfrm>
            <a:off x="0" y="259"/>
            <a:ext cx="7242951" cy="1278619"/>
          </a:xfrm>
          <a:prstGeom prst="rect">
            <a:avLst/>
          </a:prstGeom>
          <a:solidFill>
            <a:schemeClr val="bg1"/>
          </a:solidFill>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800" b="1" dirty="0">
                <a:latin typeface="微软雅黑" panose="020B0503020204020204" pitchFamily="34" charset="-122"/>
                <a:ea typeface="微软雅黑" panose="020B0503020204020204" pitchFamily="34" charset="-122"/>
              </a:rPr>
              <a:t>处理机调度与死锁</a:t>
            </a:r>
            <a:endParaRPr lang="zh-CN" altLang="en-US" sz="4800" b="1" dirty="0">
              <a:latin typeface="微软雅黑" panose="020B0503020204020204" pitchFamily="34" charset="-122"/>
              <a:ea typeface="微软雅黑" panose="020B0503020204020204" pitchFamily="34" charset="-122"/>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2" name="图示 1"/>
          <p:cNvGraphicFramePr/>
          <p:nvPr/>
        </p:nvGraphicFramePr>
        <p:xfrm>
          <a:off x="1795145" y="1110615"/>
          <a:ext cx="9239885" cy="547052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星形: 五角 9"/>
          <p:cNvSpPr/>
          <p:nvPr/>
        </p:nvSpPr>
        <p:spPr>
          <a:xfrm>
            <a:off x="9660890" y="1885950"/>
            <a:ext cx="622935" cy="515620"/>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星形: 五角 14"/>
          <p:cNvSpPr/>
          <p:nvPr/>
        </p:nvSpPr>
        <p:spPr>
          <a:xfrm>
            <a:off x="9660890" y="4632325"/>
            <a:ext cx="622935" cy="515620"/>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
          <p:cNvSpPr txBox="1"/>
          <p:nvPr/>
        </p:nvSpPr>
        <p:spPr>
          <a:xfrm>
            <a:off x="0" y="259"/>
            <a:ext cx="7242951" cy="1278619"/>
          </a:xfrm>
          <a:prstGeom prst="rect">
            <a:avLst/>
          </a:prstGeom>
          <a:solidFill>
            <a:schemeClr val="bg1"/>
          </a:solidFill>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800" b="1" dirty="0">
                <a:latin typeface="微软雅黑" panose="020B0503020204020204" pitchFamily="34" charset="-122"/>
                <a:ea typeface="微软雅黑" panose="020B0503020204020204" pitchFamily="34" charset="-122"/>
              </a:rPr>
              <a:t>处理机调度与死锁</a:t>
            </a:r>
            <a:endParaRPr lang="zh-CN" altLang="en-US" sz="4800" b="1" dirty="0">
              <a:latin typeface="微软雅黑" panose="020B0503020204020204" pitchFamily="34" charset="-122"/>
              <a:ea typeface="微软雅黑" panose="020B0503020204020204" pitchFamily="34" charset="-122"/>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2" name="图示 1"/>
          <p:cNvGraphicFramePr/>
          <p:nvPr/>
        </p:nvGraphicFramePr>
        <p:xfrm>
          <a:off x="1795145" y="1110615"/>
          <a:ext cx="9239885" cy="547052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星形: 五角 9"/>
          <p:cNvSpPr/>
          <p:nvPr/>
        </p:nvSpPr>
        <p:spPr>
          <a:xfrm>
            <a:off x="9660890" y="1885950"/>
            <a:ext cx="622935" cy="515620"/>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星形: 五角 14"/>
          <p:cNvSpPr/>
          <p:nvPr/>
        </p:nvSpPr>
        <p:spPr>
          <a:xfrm>
            <a:off x="9660890" y="4632325"/>
            <a:ext cx="622935" cy="515620"/>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6" name="矩形: 圆角 15"/>
          <p:cNvSpPr/>
          <p:nvPr/>
        </p:nvSpPr>
        <p:spPr>
          <a:xfrm>
            <a:off x="1795145" y="3859530"/>
            <a:ext cx="9239885" cy="2906395"/>
          </a:xfrm>
          <a:prstGeom prst="roundRect">
            <a:avLst>
              <a:gd name="adj" fmla="val 2312"/>
            </a:avLst>
          </a:prstGeom>
          <a:solidFill>
            <a:prstClr val="white"/>
          </a:solidFill>
          <a:ln w="12700" cap="flat" cmpd="sng" algn="ctr">
            <a:solidFill>
              <a:srgbClr val="C00000"/>
            </a:solidFill>
            <a:prstDash val="solid"/>
            <a:miter lim="800000"/>
          </a:ln>
          <a:effectLst/>
        </p:spPr>
        <p:txBody>
          <a:bodyPr spcFirstLastPara="0" vert="horz" wrap="square" lIns="744741" tIns="111760" rIns="111760" bIns="111760" numCol="1" spcCol="1270" anchor="ctr" anchorCtr="0">
            <a:noAutofit/>
          </a:bodyPr>
          <a:lstStyle/>
          <a:p>
            <a:pPr defTabSz="1466850">
              <a:lnSpc>
                <a:spcPct val="90000"/>
              </a:lnSpc>
              <a:spcBef>
                <a:spcPct val="0"/>
              </a:spcBef>
              <a:spcAft>
                <a:spcPct val="35000"/>
              </a:spcAft>
            </a:pPr>
            <a:endParaRPr lang="zh-CN" altLang="en-US" sz="4265" b="1" dirty="0">
              <a:solidFill>
                <a:srgbClr val="C00000"/>
              </a:solidFill>
              <a:latin typeface="微软雅黑" panose="020B0503020204020204" pitchFamily="34" charset="-122"/>
              <a:ea typeface="微软雅黑" panose="020B0503020204020204" pitchFamily="34" charset="-122"/>
            </a:endParaRPr>
          </a:p>
        </p:txBody>
      </p:sp>
      <p:graphicFrame>
        <p:nvGraphicFramePr>
          <p:cNvPr id="21" name="图示 20"/>
          <p:cNvGraphicFramePr/>
          <p:nvPr/>
        </p:nvGraphicFramePr>
        <p:xfrm>
          <a:off x="2157095" y="3996690"/>
          <a:ext cx="8549005" cy="270573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22" name="矩形: 圆角 21"/>
          <p:cNvSpPr/>
          <p:nvPr/>
        </p:nvSpPr>
        <p:spPr>
          <a:xfrm>
            <a:off x="1794510" y="1111250"/>
            <a:ext cx="9240520" cy="2016760"/>
          </a:xfrm>
          <a:prstGeom prst="roundRect">
            <a:avLst>
              <a:gd name="adj" fmla="val 2312"/>
            </a:avLst>
          </a:prstGeom>
          <a:solidFill>
            <a:prstClr val="white"/>
          </a:solidFill>
          <a:ln w="12700" cap="flat" cmpd="sng" algn="ctr">
            <a:solidFill>
              <a:srgbClr val="C00000"/>
            </a:solidFill>
            <a:prstDash val="solid"/>
            <a:miter lim="800000"/>
          </a:ln>
          <a:effectLst/>
        </p:spPr>
        <p:txBody>
          <a:bodyPr spcFirstLastPara="0" vert="horz" wrap="square" lIns="744741" tIns="111760" rIns="111760" bIns="111760" numCol="1" spcCol="1270" anchor="ctr" anchorCtr="0">
            <a:noAutofit/>
          </a:bodyPr>
          <a:lstStyle/>
          <a:p>
            <a:pPr defTabSz="1466850">
              <a:lnSpc>
                <a:spcPct val="90000"/>
              </a:lnSpc>
              <a:spcBef>
                <a:spcPct val="0"/>
              </a:spcBef>
              <a:spcAft>
                <a:spcPct val="35000"/>
              </a:spcAft>
            </a:pPr>
            <a:endParaRPr lang="zh-CN" altLang="en-US" sz="4265" b="1" dirty="0">
              <a:solidFill>
                <a:srgbClr val="C00000"/>
              </a:solidFill>
              <a:latin typeface="微软雅黑" panose="020B0503020204020204" pitchFamily="34" charset="-122"/>
              <a:ea typeface="微软雅黑" panose="020B0503020204020204" pitchFamily="34" charset="-122"/>
            </a:endParaRPr>
          </a:p>
        </p:txBody>
      </p:sp>
      <p:graphicFrame>
        <p:nvGraphicFramePr>
          <p:cNvPr id="23" name="图示 22"/>
          <p:cNvGraphicFramePr/>
          <p:nvPr/>
        </p:nvGraphicFramePr>
        <p:xfrm>
          <a:off x="2157095" y="1278255"/>
          <a:ext cx="8548370" cy="1802765"/>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96850" y="1074420"/>
            <a:ext cx="11995150" cy="563118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类型（均联系一个截至时间）</a:t>
            </a:r>
            <a:endPar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HRT——</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硬实时</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SRT——</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软实时</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基本条件</a:t>
            </a:r>
            <a:endPar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提供必要信息</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系统处理能力强</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采用抢占式调度机制</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具有快速切换机制</a:t>
            </a:r>
            <a:endPar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89747"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5200" b="1" dirty="0">
                <a:latin typeface="微软雅黑" panose="020B0503020204020204" pitchFamily="34" charset="-122"/>
                <a:ea typeface="微软雅黑" panose="020B0503020204020204" pitchFamily="34" charset="-122"/>
              </a:rPr>
              <a:t>3.4.1 </a:t>
            </a:r>
            <a:r>
              <a:rPr lang="zh-CN" altLang="en-US" sz="5200" b="1" dirty="0">
                <a:latin typeface="微软雅黑" panose="020B0503020204020204" pitchFamily="34" charset="-122"/>
                <a:ea typeface="微软雅黑" panose="020B0503020204020204" pitchFamily="34" charset="-122"/>
              </a:rPr>
              <a:t>实现实时调度的基本条件</a:t>
            </a:r>
            <a:endParaRPr lang="zh-CN" altLang="en-US" sz="52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48590" y="1075055"/>
            <a:ext cx="11284585" cy="470789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系统向调度程序提供的必要信息</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就绪时间：</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该任务成为就绪状态的起始时间，在周期任务的情况下，它就是事先预知的一串时间序列；而在非周期任务的情况下，它也可能是预知的</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开始截止时间</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和</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完成截止时间</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处理时间</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：任务从开始执行直至完成所需的时间 </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资源要求</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：任务执行时所需的一组资源</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优先级</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：如任务的开始截止时间错过会</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引起故障</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，则赋予</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“绝对”优先级</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；如果开始截止时间推迟对任务继续运行</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无重大影响</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，则赋予</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“相对”优先级</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12"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5200" b="1" dirty="0">
                <a:latin typeface="微软雅黑" panose="020B0503020204020204" pitchFamily="34" charset="-122"/>
                <a:ea typeface="微软雅黑" panose="020B0503020204020204" pitchFamily="34" charset="-122"/>
              </a:rPr>
              <a:t>3.4.1 </a:t>
            </a:r>
            <a:r>
              <a:rPr lang="zh-CN" altLang="en-US" sz="5200" b="1" dirty="0">
                <a:latin typeface="微软雅黑" panose="020B0503020204020204" pitchFamily="34" charset="-122"/>
                <a:ea typeface="微软雅黑" panose="020B0503020204020204" pitchFamily="34" charset="-122"/>
              </a:rPr>
              <a:t>实现实时调度的基本条件</a:t>
            </a:r>
            <a:endParaRPr lang="zh-CN" altLang="en-US" sz="52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562244" y="3097017"/>
            <a:ext cx="2352032" cy="1414452"/>
          </a:xfrm>
          <a:prstGeom prst="rect">
            <a:avLst/>
          </a:prstGeom>
        </p:spPr>
      </p:pic>
      <p:sp>
        <p:nvSpPr>
          <p:cNvPr id="18" name="矩形 17"/>
          <p:cNvSpPr/>
          <p:nvPr/>
        </p:nvSpPr>
        <p:spPr>
          <a:xfrm>
            <a:off x="281940" y="1081405"/>
            <a:ext cx="11803380" cy="544639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系统处理能力强</a:t>
            </a:r>
            <a:endPar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假定系统中有</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m</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个周期性的硬实时任务，它们的处理时间可表示为 </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Ci</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，周期时间表示为 </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Pi</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，则在单处理机情况下，可调度的限制条件为：</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提高系统的处理能力</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增强其处理能力，显著减少对每一个任务的处理时间</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采用多处理机系统</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12"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3.4.1 </a:t>
            </a:r>
            <a:r>
              <a:rPr lang="zh-CN" altLang="en-US" sz="4800" b="1" dirty="0">
                <a:latin typeface="微软雅黑" panose="020B0503020204020204" pitchFamily="34" charset="-122"/>
                <a:ea typeface="微软雅黑" panose="020B0503020204020204" pitchFamily="34" charset="-122"/>
              </a:rPr>
              <a:t>实现实时调度的基本条件</a:t>
            </a:r>
            <a:endParaRPr lang="zh-CN" altLang="en-US" sz="4800" b="1"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5032590" y="3172563"/>
            <a:ext cx="2127453" cy="126497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89535" y="1179830"/>
            <a:ext cx="11894185" cy="4319270"/>
          </a:xfrm>
          <a:prstGeom prst="rect">
            <a:avLst/>
          </a:prstGeom>
        </p:spPr>
        <p:txBody>
          <a:bodyPr wrap="square">
            <a:no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采用抢占式调度机制</a:t>
            </a:r>
            <a:endPar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含有硬实时任务的实时系统中，广泛采用抢占机制。</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小型实时系统，如果能预知任务开始截止时间，则采用非抢占调度机制，以简化调度程序和对任务调度花费的系统开销</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具有快速切换机制</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对外部中断的快速响应能力，为使在紧迫的外部事件请求中断时系统能及时响应</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charset="0"/>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快速的任务分派能力。在完成任务调度后，便应进行任务切换。为了提高分派程序进行任务切换时的速度，应使系统中的每个运行功能单位适当地小，以减少任务切换的时间开销</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89747"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3.4.1 </a:t>
            </a:r>
            <a:r>
              <a:rPr lang="zh-CN" altLang="en-US" sz="4800" b="1" dirty="0">
                <a:latin typeface="微软雅黑" panose="020B0503020204020204" pitchFamily="34" charset="-122"/>
                <a:ea typeface="微软雅黑" panose="020B0503020204020204" pitchFamily="34" charset="-122"/>
              </a:rPr>
              <a:t>实现实时调度的基本条件</a:t>
            </a:r>
            <a:endParaRPr lang="zh-CN" altLang="en-US" sz="48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12" y="875453"/>
            <a:ext cx="11894327" cy="156845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非抢占式调度算法</a:t>
            </a:r>
            <a:endPar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非抢占式轮转调度算法</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12"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3.4.2 </a:t>
            </a:r>
            <a:r>
              <a:rPr lang="zh-CN" altLang="en-US" sz="4800" b="1" dirty="0">
                <a:latin typeface="微软雅黑" panose="020B0503020204020204" pitchFamily="34" charset="-122"/>
                <a:ea typeface="微软雅黑" panose="020B0503020204020204" pitchFamily="34" charset="-122"/>
              </a:rPr>
              <a:t>实时调度算法的分类</a:t>
            </a:r>
            <a:endParaRPr lang="zh-CN" altLang="en-US" sz="4800" b="1"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rcRect b="50825"/>
          <a:stretch>
            <a:fillRect/>
          </a:stretch>
        </p:blipFill>
        <p:spPr>
          <a:xfrm>
            <a:off x="61595" y="2562225"/>
            <a:ext cx="5965825" cy="2249170"/>
          </a:xfrm>
          <a:prstGeom prst="rect">
            <a:avLst/>
          </a:prstGeom>
        </p:spPr>
      </p:pic>
      <p:sp>
        <p:nvSpPr>
          <p:cNvPr id="9" name="文本框 8"/>
          <p:cNvSpPr txBox="1"/>
          <p:nvPr/>
        </p:nvSpPr>
        <p:spPr>
          <a:xfrm>
            <a:off x="5744358" y="1737227"/>
            <a:ext cx="6228920" cy="737235"/>
          </a:xfrm>
          <a:prstGeom prst="rect">
            <a:avLst/>
          </a:prstGeom>
          <a:noFill/>
        </p:spPr>
        <p:txBody>
          <a:bodyPr wrap="square">
            <a:spAutoFit/>
          </a:bodyPr>
          <a:lstStyle/>
          <a:p>
            <a:pPr marL="800100" lvl="1" indent="-3429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非抢占式优先调度算法</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pic>
        <p:nvPicPr>
          <p:cNvPr id="2" name="图片 1"/>
          <p:cNvPicPr>
            <a:picLocks noChangeAspect="1"/>
          </p:cNvPicPr>
          <p:nvPr/>
        </p:nvPicPr>
        <p:blipFill>
          <a:blip r:embed="rId1"/>
          <a:srcRect t="52071"/>
          <a:stretch>
            <a:fillRect/>
          </a:stretch>
        </p:blipFill>
        <p:spPr>
          <a:xfrm>
            <a:off x="6027420" y="2562225"/>
            <a:ext cx="6120765" cy="224917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49437" y="641773"/>
            <a:ext cx="11894327" cy="193802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抢占式调度算法</a:t>
            </a:r>
            <a:endPar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基于时钟中断的抢占式优先权调度算法</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立即抢占</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(Immediate Preemption)</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的优先权调度算法</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12" y="-193887"/>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3.4.2 </a:t>
            </a:r>
            <a:r>
              <a:rPr lang="zh-CN" altLang="en-US" sz="4800" b="1" dirty="0">
                <a:latin typeface="微软雅黑" panose="020B0503020204020204" pitchFamily="34" charset="-122"/>
                <a:ea typeface="微软雅黑" panose="020B0503020204020204" pitchFamily="34" charset="-122"/>
              </a:rPr>
              <a:t>实时调度算法的分类</a:t>
            </a:r>
            <a:endParaRPr lang="zh-CN" altLang="en-US" sz="48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rotWithShape="1">
          <a:blip r:embed="rId1"/>
          <a:srcRect l="55991" t="4939"/>
          <a:stretch>
            <a:fillRect/>
          </a:stretch>
        </p:blipFill>
        <p:spPr>
          <a:xfrm>
            <a:off x="758190" y="2677160"/>
            <a:ext cx="4137025" cy="4046855"/>
          </a:xfrm>
          <a:prstGeom prst="rect">
            <a:avLst/>
          </a:prstGeom>
        </p:spPr>
      </p:pic>
      <p:pic>
        <p:nvPicPr>
          <p:cNvPr id="7" name="图片 6"/>
          <p:cNvPicPr>
            <a:picLocks noChangeAspect="1"/>
          </p:cNvPicPr>
          <p:nvPr/>
        </p:nvPicPr>
        <p:blipFill>
          <a:blip r:embed="rId2"/>
          <a:stretch>
            <a:fillRect/>
          </a:stretch>
        </p:blipFill>
        <p:spPr>
          <a:xfrm>
            <a:off x="5310505" y="2677160"/>
            <a:ext cx="5280025" cy="4047490"/>
          </a:xfrm>
          <a:prstGeom prst="rect">
            <a:avLst/>
          </a:prstGeom>
        </p:spPr>
      </p:pic>
      <p:sp>
        <p:nvSpPr>
          <p:cNvPr id="4" name="椭圆 3"/>
          <p:cNvSpPr/>
          <p:nvPr/>
        </p:nvSpPr>
        <p:spPr>
          <a:xfrm>
            <a:off x="2517775" y="2640965"/>
            <a:ext cx="1918970" cy="382905"/>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椭圆 8"/>
          <p:cNvSpPr/>
          <p:nvPr/>
        </p:nvSpPr>
        <p:spPr>
          <a:xfrm>
            <a:off x="7381240" y="4889500"/>
            <a:ext cx="2019935" cy="433070"/>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63855" y="1211580"/>
            <a:ext cx="11541125" cy="4590415"/>
          </a:xfrm>
          <a:prstGeom prst="rect">
            <a:avLst/>
          </a:prstGeom>
        </p:spPr>
        <p:txBody>
          <a:bodyPr wrap="square">
            <a:noAutofit/>
          </a:bodyPr>
          <a:lstStyle/>
          <a:p>
            <a:pPr marL="285750" indent="-285750" algn="just">
              <a:lnSpc>
                <a:spcPct val="150000"/>
              </a:lnSpc>
              <a:buFont typeface="Wingdings" panose="05000000000000000000" pitchFamily="2" charset="2"/>
              <a:buChar char="u"/>
            </a:pP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最早截止时间优先 </a:t>
            </a:r>
            <a:r>
              <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(Earliest Deadline First, EDF)</a:t>
            </a:r>
            <a:endPar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根据任务的</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开始截止时间</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来确定任务的优先级</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截止时间愈早，其优先级愈高</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可用于抢占式调度，也可用于非抢占式调度方式</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非抢占式调度方式用于非周期实时任务</a:t>
            </a:r>
            <a:endParaRPr lang="en-US" altLang="zh-CN"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lgn="just">
              <a:lnSpc>
                <a:spcPct val="150000"/>
              </a:lnSpc>
              <a:buFont typeface="Arial" panose="020B0604020202090204" pitchFamily="34" charset="0"/>
              <a:buChar char="•"/>
            </a:pPr>
            <a:r>
              <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抢占式调度方式用于周期实时任务</a:t>
            </a:r>
            <a:endPar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1007"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3.4.3</a:t>
            </a:r>
            <a:r>
              <a:rPr lang="zh-CN" altLang="en-US" sz="4800" b="1" dirty="0">
                <a:latin typeface="微软雅黑" panose="020B0503020204020204" pitchFamily="34" charset="-122"/>
                <a:ea typeface="微软雅黑" panose="020B0503020204020204" pitchFamily="34" charset="-122"/>
              </a:rPr>
              <a:t>最早截至时间优先</a:t>
            </a:r>
            <a:endParaRPr lang="zh-CN" altLang="en-US" sz="48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12" y="885613"/>
            <a:ext cx="11894327" cy="92202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非抢占式调度方式用于非周期实时任务</a:t>
            </a:r>
            <a:endPar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12" y="-61807"/>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3.4.3</a:t>
            </a:r>
            <a:r>
              <a:rPr lang="zh-CN" altLang="en-US" sz="4800" b="1" dirty="0">
                <a:latin typeface="微软雅黑" panose="020B0503020204020204" pitchFamily="34" charset="-122"/>
                <a:ea typeface="微软雅黑" panose="020B0503020204020204" pitchFamily="34" charset="-122"/>
              </a:rPr>
              <a:t>最早截至时间优先</a:t>
            </a:r>
            <a:endParaRPr lang="zh-CN" altLang="en-US" sz="48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745490" y="1807845"/>
            <a:ext cx="8105775" cy="494474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98027" y="855133"/>
            <a:ext cx="11894327" cy="82994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抢占式调度方式用于周期实时任务</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12" y="-96097"/>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3.4.3</a:t>
            </a:r>
            <a:r>
              <a:rPr lang="zh-CN" altLang="en-US" sz="4800" b="1" dirty="0">
                <a:latin typeface="微软雅黑" panose="020B0503020204020204" pitchFamily="34" charset="-122"/>
                <a:ea typeface="微软雅黑" panose="020B0503020204020204" pitchFamily="34" charset="-122"/>
              </a:rPr>
              <a:t>最早截至时间优先</a:t>
            </a:r>
            <a:endParaRPr lang="zh-CN" altLang="en-US" sz="4800" b="1"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888365" y="1685290"/>
            <a:ext cx="10109835" cy="49098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89535" y="1037590"/>
            <a:ext cx="11894185" cy="5475605"/>
          </a:xfrm>
          <a:prstGeom prst="rect">
            <a:avLst/>
          </a:prstGeom>
        </p:spPr>
        <p:txBody>
          <a:bodyPr wrap="square">
            <a:no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最低松弛度优先</a:t>
            </a: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(Least Laxity First, LLF)</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根据任务紧急</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或松弛</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的程度，来确定任务的优先级。</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任务的</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紧急程度愈高，优先级就愈高</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，以使之优先执行</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主要用于</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可抢占</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的调度方式中</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系统中有一个按松弛度排序的实时任务就绪队列，松弛度最低的排在最前面，调度程序总是选择队首任务执行。</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松弛程度 </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必须完成时间 </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其本身的运行时间 </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当前时间</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一个任务在</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400ms</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时必须完成，它本身需要运行</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150ms</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，则其松弛程度为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400-150=250ms</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12"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3.4.4 </a:t>
            </a:r>
            <a:r>
              <a:rPr lang="zh-CN" altLang="en-US" sz="4800" b="1" dirty="0">
                <a:latin typeface="微软雅黑" panose="020B0503020204020204" pitchFamily="34" charset="-122"/>
                <a:ea typeface="微软雅黑" panose="020B0503020204020204" pitchFamily="34" charset="-122"/>
              </a:rPr>
              <a:t>最低松弛度优先</a:t>
            </a:r>
            <a:endParaRPr lang="zh-CN" altLang="en-US" sz="48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89747" y="875453"/>
            <a:ext cx="11894327" cy="249174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最低松弛度优先</a:t>
            </a: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(Least Laxity First, LLF)</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在一个实时系统中，两个周期性实时任务</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要求每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20ms</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执行一次，执行时间为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10ms</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只要求每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50ms</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执行一次，执行时间为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25ms</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。由此可得知任务</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每次必须完成的时间分别为：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和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B1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B2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B3….</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89747" y="-212"/>
            <a:ext cx="11672993" cy="1441873"/>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3.4.4 </a:t>
            </a:r>
            <a:r>
              <a:rPr lang="zh-CN" altLang="en-US" sz="4800" b="1" dirty="0">
                <a:latin typeface="微软雅黑" panose="020B0503020204020204" pitchFamily="34" charset="-122"/>
                <a:ea typeface="微软雅黑" panose="020B0503020204020204" pitchFamily="34" charset="-122"/>
              </a:rPr>
              <a:t>最低松弛度优先</a:t>
            </a:r>
            <a:endParaRPr lang="zh-CN" altLang="en-US" sz="48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465455" y="3367405"/>
            <a:ext cx="11437620" cy="33807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90170" y="915670"/>
            <a:ext cx="11894185" cy="6049010"/>
          </a:xfrm>
          <a:prstGeom prst="rect">
            <a:avLst/>
          </a:prstGeom>
        </p:spPr>
        <p:txBody>
          <a:bodyPr wrap="square">
            <a:no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最低松弛度优先</a:t>
            </a: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(Least Laxity First, LLF)</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的松弛度为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20 – 10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10 </a:t>
            </a:r>
            <a:r>
              <a:rPr lang="en-US" altLang="zh-CN" sz="2400" b="1" dirty="0" err="1">
                <a:latin typeface="Times New Roman" panose="02020503050405090304" pitchFamily="18" charset="0"/>
                <a:ea typeface="微软雅黑" panose="020B0503020204020204" pitchFamily="34" charset="-122"/>
                <a:cs typeface="Times New Roman" panose="02020503050405090304" pitchFamily="18" charset="0"/>
              </a:rPr>
              <a:t>ms</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B1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的松弛度为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50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25 = 25 </a:t>
            </a:r>
            <a:r>
              <a:rPr lang="en-US" altLang="zh-CN" sz="2400" b="1" dirty="0" err="1">
                <a:latin typeface="Times New Roman" panose="02020503050405090304" pitchFamily="18" charset="0"/>
                <a:ea typeface="微软雅黑" panose="020B0503020204020204" pitchFamily="34" charset="-122"/>
                <a:cs typeface="Times New Roman" panose="02020503050405090304" pitchFamily="18" charset="0"/>
              </a:rPr>
              <a:t>ms</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的松弛度为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40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10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10 = 20 </a:t>
            </a:r>
            <a:r>
              <a:rPr lang="en-US" altLang="zh-CN" sz="2400" b="1" dirty="0" err="1">
                <a:latin typeface="Times New Roman" panose="02020503050405090304" pitchFamily="18" charset="0"/>
                <a:ea typeface="微软雅黑" panose="020B0503020204020204" pitchFamily="34" charset="-122"/>
                <a:cs typeface="Times New Roman" panose="02020503050405090304" pitchFamily="18" charset="0"/>
              </a:rPr>
              <a:t>ms</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B1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的松弛度为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50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25 – 10  = 15 </a:t>
            </a:r>
            <a:r>
              <a:rPr lang="en-US" altLang="zh-CN" sz="2400" b="1" dirty="0" err="1">
                <a:latin typeface="Times New Roman" panose="02020503050405090304" pitchFamily="18" charset="0"/>
                <a:ea typeface="微软雅黑" panose="020B0503020204020204" pitchFamily="34" charset="-122"/>
                <a:cs typeface="Times New Roman" panose="02020503050405090304" pitchFamily="18" charset="0"/>
              </a:rPr>
              <a:t>ms</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90170" y="0"/>
            <a:ext cx="11583035" cy="1442085"/>
          </a:xfrm>
          <a:prstGeom prst="rect">
            <a:avLst/>
          </a:prstGeom>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3.4.4 </a:t>
            </a:r>
            <a:r>
              <a:rPr lang="zh-CN" altLang="en-US" sz="4800" b="1" dirty="0">
                <a:latin typeface="微软雅黑" panose="020B0503020204020204" pitchFamily="34" charset="-122"/>
                <a:ea typeface="微软雅黑" panose="020B0503020204020204" pitchFamily="34" charset="-122"/>
              </a:rPr>
              <a:t>最低松弛度优先</a:t>
            </a:r>
            <a:endParaRPr lang="zh-CN" altLang="en-US" sz="4800" b="1"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7327" y="2792059"/>
            <a:ext cx="12192000" cy="2828471"/>
          </a:xfrm>
          <a:prstGeom prst="rect">
            <a:avLst/>
          </a:prstGeom>
        </p:spPr>
      </p:pic>
      <p:cxnSp>
        <p:nvCxnSpPr>
          <p:cNvPr id="6" name="直接箭头连接符 5"/>
          <p:cNvCxnSpPr/>
          <p:nvPr/>
        </p:nvCxnSpPr>
        <p:spPr>
          <a:xfrm flipV="1">
            <a:off x="364068" y="2072694"/>
            <a:ext cx="290195" cy="21336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1650047" y="4206293"/>
            <a:ext cx="751840" cy="13817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0532" y="900218"/>
            <a:ext cx="11894327" cy="1568450"/>
          </a:xfrm>
          <a:prstGeom prst="rect">
            <a:avLst/>
          </a:prstGeom>
        </p:spPr>
        <p:txBody>
          <a:bodyPr wrap="square">
            <a:spAutoFit/>
          </a:bodyPr>
          <a:lstStyle/>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高优先级进程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线程被低优先级进程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线程延迟或阻塞</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5" indent="0" algn="just" fontAlgn="auto">
              <a:lnSpc>
                <a:spcPct val="150000"/>
              </a:lnSpc>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优先级：</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 &gt; P2 &gt; 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通过共享的临界资源进行交互</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5" indent="0" algn="just" fontAlgn="auto">
              <a:lnSpc>
                <a:spcPct val="150000"/>
              </a:lnSpc>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 …P(mutex); CS-1; V(mutex);…      P2: …Program2;…        P3: …P(mutex); CS-3; V(mutex);…</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0" y="0"/>
            <a:ext cx="12191365" cy="1442085"/>
          </a:xfrm>
          <a:prstGeom prst="rect">
            <a:avLst/>
          </a:prstGeom>
        </p:spPr>
        <p:txBody>
          <a:bodyPr vert="horz" lIns="121920" tIns="60960" rIns="121920" bIns="60960" rtlCol="0" anchor="ctr">
            <a:normAutofit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3.4.5 </a:t>
            </a:r>
            <a:r>
              <a:rPr lang="zh-CN" altLang="en-US" sz="4800" b="1" dirty="0">
                <a:latin typeface="微软雅黑" panose="020B0503020204020204" pitchFamily="34" charset="-122"/>
                <a:ea typeface="微软雅黑" panose="020B0503020204020204" pitchFamily="34" charset="-122"/>
              </a:rPr>
              <a:t>优先级倒置</a:t>
            </a:r>
            <a:r>
              <a:rPr lang="en-US" altLang="zh-CN" sz="4800" b="1" dirty="0">
                <a:latin typeface="Times New Roman" panose="02020503050405090304" pitchFamily="18" charset="0"/>
                <a:ea typeface="微软雅黑" panose="020B0503020204020204" pitchFamily="34" charset="-122"/>
                <a:cs typeface="Times New Roman" panose="02020503050405090304" pitchFamily="18" charset="0"/>
                <a:sym typeface="+mn-ea"/>
              </a:rPr>
              <a:t>P</a:t>
            </a:r>
            <a:r>
              <a:rPr lang="en-US" altLang="zh-CN" sz="4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sym typeface="+mn-ea"/>
              </a:rPr>
              <a:t>riority Inversion Problem</a:t>
            </a:r>
            <a:endParaRPr lang="en-US" altLang="zh-CN" sz="4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cxnSp>
        <p:nvCxnSpPr>
          <p:cNvPr id="5" name="直接连接符 4"/>
          <p:cNvCxnSpPr/>
          <p:nvPr/>
        </p:nvCxnSpPr>
        <p:spPr>
          <a:xfrm>
            <a:off x="2252771" y="4465152"/>
            <a:ext cx="81312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a:off x="2252771" y="5582752"/>
            <a:ext cx="81312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直接连接符 11"/>
          <p:cNvCxnSpPr/>
          <p:nvPr/>
        </p:nvCxnSpPr>
        <p:spPr>
          <a:xfrm>
            <a:off x="2252771" y="3347552"/>
            <a:ext cx="8131200" cy="0"/>
          </a:xfrm>
          <a:prstGeom prst="line">
            <a:avLst/>
          </a:prstGeom>
          <a:ln w="28575"/>
        </p:spPr>
        <p:style>
          <a:lnRef idx="1">
            <a:schemeClr val="dk1"/>
          </a:lnRef>
          <a:fillRef idx="0">
            <a:schemeClr val="dk1"/>
          </a:fillRef>
          <a:effectRef idx="0">
            <a:schemeClr val="dk1"/>
          </a:effectRef>
          <a:fontRef idx="minor">
            <a:schemeClr val="tx1"/>
          </a:fontRef>
        </p:style>
      </p:cxnSp>
      <p:sp>
        <p:nvSpPr>
          <p:cNvPr id="15" name="文本框 14"/>
          <p:cNvSpPr txBox="1"/>
          <p:nvPr/>
        </p:nvSpPr>
        <p:spPr>
          <a:xfrm>
            <a:off x="1546917" y="3043844"/>
            <a:ext cx="770021"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endParaRPr lang="zh-CN" altLang="en-US" sz="2400" dirty="0"/>
          </a:p>
        </p:txBody>
      </p:sp>
      <p:sp>
        <p:nvSpPr>
          <p:cNvPr id="16" name="文本框 15"/>
          <p:cNvSpPr txBox="1"/>
          <p:nvPr/>
        </p:nvSpPr>
        <p:spPr>
          <a:xfrm>
            <a:off x="1546917" y="4190623"/>
            <a:ext cx="770021"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endParaRPr lang="zh-CN" altLang="en-US" sz="2400" dirty="0"/>
          </a:p>
        </p:txBody>
      </p:sp>
      <p:sp>
        <p:nvSpPr>
          <p:cNvPr id="17" name="文本框 16"/>
          <p:cNvSpPr txBox="1"/>
          <p:nvPr/>
        </p:nvSpPr>
        <p:spPr>
          <a:xfrm>
            <a:off x="1546917" y="5337402"/>
            <a:ext cx="770021"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P3</a:t>
            </a:r>
            <a:endParaRPr lang="zh-CN" altLang="en-US" sz="2400" dirty="0"/>
          </a:p>
        </p:txBody>
      </p:sp>
      <p:sp>
        <p:nvSpPr>
          <p:cNvPr id="9" name="矩形 8"/>
          <p:cNvSpPr/>
          <p:nvPr/>
        </p:nvSpPr>
        <p:spPr>
          <a:xfrm>
            <a:off x="2646948" y="5337402"/>
            <a:ext cx="1155031" cy="2453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2400"/>
          </a:p>
        </p:txBody>
      </p:sp>
      <p:sp>
        <p:nvSpPr>
          <p:cNvPr id="19" name="矩形 18"/>
          <p:cNvSpPr/>
          <p:nvPr/>
        </p:nvSpPr>
        <p:spPr>
          <a:xfrm>
            <a:off x="3801979" y="4191516"/>
            <a:ext cx="1155031" cy="2453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2400"/>
          </a:p>
        </p:txBody>
      </p:sp>
      <p:sp>
        <p:nvSpPr>
          <p:cNvPr id="20" name="矩形 19"/>
          <p:cNvSpPr/>
          <p:nvPr/>
        </p:nvSpPr>
        <p:spPr>
          <a:xfrm>
            <a:off x="4957009" y="3073918"/>
            <a:ext cx="696687" cy="244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sz="2400"/>
          </a:p>
        </p:txBody>
      </p:sp>
      <p:sp>
        <p:nvSpPr>
          <p:cNvPr id="21" name="矩形 20"/>
          <p:cNvSpPr/>
          <p:nvPr/>
        </p:nvSpPr>
        <p:spPr>
          <a:xfrm>
            <a:off x="5653695" y="4190623"/>
            <a:ext cx="1920000" cy="2453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2400"/>
          </a:p>
        </p:txBody>
      </p:sp>
      <p:sp>
        <p:nvSpPr>
          <p:cNvPr id="22" name="矩形 21"/>
          <p:cNvSpPr/>
          <p:nvPr/>
        </p:nvSpPr>
        <p:spPr>
          <a:xfrm>
            <a:off x="7573695" y="5335638"/>
            <a:ext cx="1155031" cy="2453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2400"/>
          </a:p>
        </p:txBody>
      </p:sp>
      <p:sp>
        <p:nvSpPr>
          <p:cNvPr id="23" name="矩形 22"/>
          <p:cNvSpPr/>
          <p:nvPr/>
        </p:nvSpPr>
        <p:spPr>
          <a:xfrm>
            <a:off x="8728725" y="3073035"/>
            <a:ext cx="1155031" cy="24532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sz="2400"/>
          </a:p>
        </p:txBody>
      </p:sp>
      <p:sp>
        <p:nvSpPr>
          <p:cNvPr id="24" name="文本框 23"/>
          <p:cNvSpPr txBox="1"/>
          <p:nvPr/>
        </p:nvSpPr>
        <p:spPr>
          <a:xfrm>
            <a:off x="3597776" y="5575664"/>
            <a:ext cx="403347"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a:t>
            </a:r>
            <a:endParaRPr lang="zh-CN" altLang="en-US" sz="2400" dirty="0"/>
          </a:p>
        </p:txBody>
      </p:sp>
      <p:sp>
        <p:nvSpPr>
          <p:cNvPr id="25" name="文本框 24"/>
          <p:cNvSpPr txBox="1"/>
          <p:nvPr/>
        </p:nvSpPr>
        <p:spPr>
          <a:xfrm>
            <a:off x="4755336" y="4394246"/>
            <a:ext cx="403347"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b</a:t>
            </a:r>
            <a:endParaRPr lang="zh-CN" altLang="en-US" sz="2400" dirty="0"/>
          </a:p>
        </p:txBody>
      </p:sp>
      <p:sp>
        <p:nvSpPr>
          <p:cNvPr id="26" name="文本框 25"/>
          <p:cNvSpPr txBox="1"/>
          <p:nvPr/>
        </p:nvSpPr>
        <p:spPr>
          <a:xfrm>
            <a:off x="5461189" y="4394246"/>
            <a:ext cx="403347"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c</a:t>
            </a:r>
            <a:endParaRPr lang="zh-CN" altLang="en-US" sz="2400" dirty="0"/>
          </a:p>
        </p:txBody>
      </p:sp>
      <p:sp>
        <p:nvSpPr>
          <p:cNvPr id="27" name="文本框 26"/>
          <p:cNvSpPr txBox="1"/>
          <p:nvPr/>
        </p:nvSpPr>
        <p:spPr>
          <a:xfrm>
            <a:off x="7369492" y="5575664"/>
            <a:ext cx="403347"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d</a:t>
            </a:r>
            <a:endParaRPr lang="zh-CN" altLang="en-US" sz="2400" dirty="0"/>
          </a:p>
        </p:txBody>
      </p:sp>
      <p:sp>
        <p:nvSpPr>
          <p:cNvPr id="28" name="文本框 27"/>
          <p:cNvSpPr txBox="1"/>
          <p:nvPr/>
        </p:nvSpPr>
        <p:spPr>
          <a:xfrm>
            <a:off x="8527052" y="5575664"/>
            <a:ext cx="403347"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e</a:t>
            </a:r>
            <a:endParaRPr lang="zh-CN" altLang="en-US" sz="2400" dirty="0"/>
          </a:p>
        </p:txBody>
      </p:sp>
      <p:cxnSp>
        <p:nvCxnSpPr>
          <p:cNvPr id="30" name="直接箭头连接符 29"/>
          <p:cNvCxnSpPr>
            <a:stCxn id="9" idx="3"/>
            <a:endCxn id="19" idx="1"/>
          </p:cNvCxnSpPr>
          <p:nvPr/>
        </p:nvCxnSpPr>
        <p:spPr>
          <a:xfrm flipV="1">
            <a:off x="3801979" y="4314180"/>
            <a:ext cx="0" cy="114588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9" idx="3"/>
            <a:endCxn id="20" idx="1"/>
          </p:cNvCxnSpPr>
          <p:nvPr/>
        </p:nvCxnSpPr>
        <p:spPr>
          <a:xfrm flipV="1">
            <a:off x="4957009" y="3196318"/>
            <a:ext cx="0" cy="1117863"/>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20" idx="3"/>
            <a:endCxn id="21" idx="1"/>
          </p:cNvCxnSpPr>
          <p:nvPr/>
        </p:nvCxnSpPr>
        <p:spPr>
          <a:xfrm flipH="1">
            <a:off x="5653695" y="3196318"/>
            <a:ext cx="1" cy="1116969"/>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1" idx="3"/>
            <a:endCxn id="22" idx="1"/>
          </p:cNvCxnSpPr>
          <p:nvPr/>
        </p:nvCxnSpPr>
        <p:spPr>
          <a:xfrm>
            <a:off x="7573695" y="4313287"/>
            <a:ext cx="0" cy="114501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22" idx="3"/>
            <a:endCxn id="23" idx="1"/>
          </p:cNvCxnSpPr>
          <p:nvPr/>
        </p:nvCxnSpPr>
        <p:spPr>
          <a:xfrm flipV="1">
            <a:off x="8728725" y="3195699"/>
            <a:ext cx="0" cy="2262603"/>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5653405" y="2744470"/>
            <a:ext cx="2873375" cy="306705"/>
          </a:xfrm>
          <a:prstGeom prst="rect">
            <a:avLst/>
          </a:prstGeom>
          <a:noFill/>
        </p:spPr>
        <p:txBody>
          <a:bodyPr wrap="square">
            <a:spAutoFit/>
          </a:bodyPr>
          <a:lstStyle/>
          <a:p>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rPr>
              <a:t>执行</a:t>
            </a:r>
            <a:r>
              <a:rPr lang="en-US" altLang="zh-CN" sz="1400" dirty="0">
                <a:latin typeface="Times New Roman" panose="02020503050405090304" pitchFamily="18" charset="0"/>
                <a:ea typeface="微软雅黑" panose="020B0503020204020204" pitchFamily="34" charset="-122"/>
                <a:cs typeface="Times New Roman" panose="02020503050405090304" pitchFamily="18" charset="0"/>
              </a:rPr>
              <a:t>P(mutex)</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rPr>
              <a:t>，临界区占用，</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rPr>
              <a:t>阻塞</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 name="文本框 1"/>
          <p:cNvSpPr txBox="1"/>
          <p:nvPr/>
        </p:nvSpPr>
        <p:spPr>
          <a:xfrm>
            <a:off x="2561590" y="5030470"/>
            <a:ext cx="1299210" cy="306705"/>
          </a:xfrm>
          <a:prstGeom prst="rect">
            <a:avLst/>
          </a:prstGeom>
          <a:noFill/>
        </p:spPr>
        <p:txBody>
          <a:bodyPr wrap="square" rtlCol="0" anchor="t">
            <a:spAutoFit/>
          </a:bodyPr>
          <a:p>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令</a:t>
            </a:r>
            <a:r>
              <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rPr>
              <a:t>P3</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最先执行</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3" name="文本框 2"/>
          <p:cNvSpPr txBox="1"/>
          <p:nvPr/>
        </p:nvSpPr>
        <p:spPr>
          <a:xfrm>
            <a:off x="3840480" y="5280660"/>
            <a:ext cx="3688080" cy="306705"/>
          </a:xfrm>
          <a:prstGeom prst="rect">
            <a:avLst/>
          </a:prstGeom>
          <a:noFill/>
        </p:spPr>
        <p:txBody>
          <a:bodyPr wrap="square" rtlCol="0" anchor="t">
            <a:spAutoFit/>
          </a:bodyPr>
          <a:p>
            <a:pPr algn="ctr"/>
            <a:r>
              <a:rPr 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——P(mutex)</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进入临界区</a:t>
            </a:r>
            <a:r>
              <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rPr>
              <a:t>CS-3——</a:t>
            </a:r>
            <a:endPar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4" name="文本框 3"/>
          <p:cNvSpPr txBox="1"/>
          <p:nvPr/>
        </p:nvSpPr>
        <p:spPr>
          <a:xfrm>
            <a:off x="3737610" y="3876675"/>
            <a:ext cx="1344930" cy="306705"/>
          </a:xfrm>
          <a:prstGeom prst="rect">
            <a:avLst/>
          </a:prstGeom>
          <a:noFill/>
        </p:spPr>
        <p:txBody>
          <a:bodyPr wrap="square" rtlCol="0" anchor="t">
            <a:spAutoFit/>
          </a:bodyPr>
          <a:p>
            <a:r>
              <a:rPr 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P2</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抢占</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处理器</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6" name="文本框 5"/>
          <p:cNvSpPr txBox="1"/>
          <p:nvPr/>
        </p:nvSpPr>
        <p:spPr>
          <a:xfrm>
            <a:off x="3797935" y="2776220"/>
            <a:ext cx="1344930" cy="306705"/>
          </a:xfrm>
          <a:prstGeom prst="rect">
            <a:avLst/>
          </a:prstGeom>
          <a:noFill/>
        </p:spPr>
        <p:txBody>
          <a:bodyPr wrap="square" rtlCol="0" anchor="t">
            <a:spAutoFit/>
          </a:bodyPr>
          <a:p>
            <a:r>
              <a:rPr 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P1</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抢占</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处理器</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7" name="文本框 6"/>
          <p:cNvSpPr txBox="1"/>
          <p:nvPr/>
        </p:nvSpPr>
        <p:spPr>
          <a:xfrm>
            <a:off x="5653405" y="3884930"/>
            <a:ext cx="2085975" cy="306705"/>
          </a:xfrm>
          <a:prstGeom prst="rect">
            <a:avLst/>
          </a:prstGeom>
          <a:noFill/>
        </p:spPr>
        <p:txBody>
          <a:bodyPr wrap="square" rtlCol="0" anchor="t">
            <a:spAutoFit/>
          </a:bodyPr>
          <a:p>
            <a:r>
              <a:rPr 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P2</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继续运行，直到</a:t>
            </a:r>
            <a:r>
              <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rPr>
              <a:t>d</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时刻</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0" name="文本框 9"/>
          <p:cNvSpPr txBox="1"/>
          <p:nvPr/>
        </p:nvSpPr>
        <p:spPr>
          <a:xfrm>
            <a:off x="7573010" y="5025390"/>
            <a:ext cx="1038225" cy="306705"/>
          </a:xfrm>
          <a:prstGeom prst="rect">
            <a:avLst/>
          </a:prstGeom>
          <a:noFill/>
        </p:spPr>
        <p:txBody>
          <a:bodyPr wrap="square" rtlCol="0" anchor="t">
            <a:spAutoFit/>
          </a:bodyPr>
          <a:p>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接着</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运行</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3" name="文本框 12"/>
          <p:cNvSpPr txBox="1"/>
          <p:nvPr/>
        </p:nvSpPr>
        <p:spPr>
          <a:xfrm>
            <a:off x="8728710" y="5304790"/>
            <a:ext cx="1809115" cy="306705"/>
          </a:xfrm>
          <a:prstGeom prst="rect">
            <a:avLst/>
          </a:prstGeom>
          <a:noFill/>
        </p:spPr>
        <p:txBody>
          <a:bodyPr wrap="square" rtlCol="0" anchor="t">
            <a:spAutoFit/>
          </a:bodyPr>
          <a:p>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退出临界区，唤醒</a:t>
            </a:r>
            <a:r>
              <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rPr>
              <a:t>P1</a:t>
            </a:r>
            <a:endPar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9" name="文本框 28"/>
          <p:cNvSpPr txBox="1"/>
          <p:nvPr/>
        </p:nvSpPr>
        <p:spPr>
          <a:xfrm>
            <a:off x="8728710" y="2790190"/>
            <a:ext cx="2011680" cy="306705"/>
          </a:xfrm>
          <a:prstGeom prst="rect">
            <a:avLst/>
          </a:prstGeom>
          <a:noFill/>
        </p:spPr>
        <p:txBody>
          <a:bodyPr wrap="square" rtlCol="0" anchor="t">
            <a:spAutoFit/>
          </a:bodyPr>
          <a:p>
            <a:r>
              <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rPr>
              <a:t>P1</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抢占处理器</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开始运行</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0532" y="900218"/>
            <a:ext cx="11894327" cy="1568450"/>
          </a:xfrm>
          <a:prstGeom prst="rect">
            <a:avLst/>
          </a:prstGeom>
        </p:spPr>
        <p:txBody>
          <a:bodyPr wrap="square">
            <a:spAutoFit/>
          </a:bodyPr>
          <a:lstStyle/>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高优先级进程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线程被低优先级进程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线程延迟或阻塞</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5" indent="0" algn="just" fontAlgn="auto">
              <a:lnSpc>
                <a:spcPct val="150000"/>
              </a:lnSpc>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优先级：</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 &gt; P2 &gt; 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通过共享的临界资源进行交互</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5" indent="0" algn="just" fontAlgn="auto">
              <a:lnSpc>
                <a:spcPct val="150000"/>
              </a:lnSpc>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 …P(mutex); CS-1; V(mutex);…      P2: …Program2;…        P3: …P(mutex); CS-3; V(mutex);…</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0" y="0"/>
            <a:ext cx="12191365" cy="1442085"/>
          </a:xfrm>
          <a:prstGeom prst="rect">
            <a:avLst/>
          </a:prstGeom>
        </p:spPr>
        <p:txBody>
          <a:bodyPr vert="horz" lIns="121920" tIns="60960" rIns="121920" bIns="60960" rtlCol="0" anchor="ctr">
            <a:normAutofit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3.4.5 </a:t>
            </a:r>
            <a:r>
              <a:rPr lang="zh-CN" altLang="en-US" sz="4800" b="1" dirty="0">
                <a:latin typeface="微软雅黑" panose="020B0503020204020204" pitchFamily="34" charset="-122"/>
                <a:ea typeface="微软雅黑" panose="020B0503020204020204" pitchFamily="34" charset="-122"/>
              </a:rPr>
              <a:t>优先级倒置</a:t>
            </a:r>
            <a:r>
              <a:rPr lang="en-US" altLang="zh-CN" sz="4800" b="1" dirty="0">
                <a:latin typeface="Times New Roman" panose="02020503050405090304" pitchFamily="18" charset="0"/>
                <a:ea typeface="微软雅黑" panose="020B0503020204020204" pitchFamily="34" charset="-122"/>
                <a:cs typeface="Times New Roman" panose="02020503050405090304" pitchFamily="18" charset="0"/>
                <a:sym typeface="+mn-ea"/>
              </a:rPr>
              <a:t>P</a:t>
            </a:r>
            <a:r>
              <a:rPr lang="en-US" altLang="zh-CN" sz="4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sym typeface="+mn-ea"/>
              </a:rPr>
              <a:t>riority Inversion Problem</a:t>
            </a:r>
            <a:endParaRPr lang="en-US" altLang="zh-CN" sz="4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cxnSp>
        <p:nvCxnSpPr>
          <p:cNvPr id="5" name="直接连接符 4"/>
          <p:cNvCxnSpPr/>
          <p:nvPr/>
        </p:nvCxnSpPr>
        <p:spPr>
          <a:xfrm>
            <a:off x="2252771" y="4272112"/>
            <a:ext cx="81312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a:off x="2252771" y="5389712"/>
            <a:ext cx="81312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直接连接符 11"/>
          <p:cNvCxnSpPr/>
          <p:nvPr/>
        </p:nvCxnSpPr>
        <p:spPr>
          <a:xfrm>
            <a:off x="2252771" y="3154512"/>
            <a:ext cx="8131200" cy="0"/>
          </a:xfrm>
          <a:prstGeom prst="line">
            <a:avLst/>
          </a:prstGeom>
          <a:ln w="28575"/>
        </p:spPr>
        <p:style>
          <a:lnRef idx="1">
            <a:schemeClr val="dk1"/>
          </a:lnRef>
          <a:fillRef idx="0">
            <a:schemeClr val="dk1"/>
          </a:fillRef>
          <a:effectRef idx="0">
            <a:schemeClr val="dk1"/>
          </a:effectRef>
          <a:fontRef idx="minor">
            <a:schemeClr val="tx1"/>
          </a:fontRef>
        </p:style>
      </p:cxnSp>
      <p:sp>
        <p:nvSpPr>
          <p:cNvPr id="15" name="文本框 14"/>
          <p:cNvSpPr txBox="1"/>
          <p:nvPr/>
        </p:nvSpPr>
        <p:spPr>
          <a:xfrm>
            <a:off x="1546917" y="2850804"/>
            <a:ext cx="770021"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endParaRPr lang="zh-CN" altLang="en-US" sz="2400" dirty="0"/>
          </a:p>
        </p:txBody>
      </p:sp>
      <p:sp>
        <p:nvSpPr>
          <p:cNvPr id="16" name="文本框 15"/>
          <p:cNvSpPr txBox="1"/>
          <p:nvPr/>
        </p:nvSpPr>
        <p:spPr>
          <a:xfrm>
            <a:off x="1546917" y="3997583"/>
            <a:ext cx="770021"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endParaRPr lang="zh-CN" altLang="en-US" sz="2400" dirty="0"/>
          </a:p>
        </p:txBody>
      </p:sp>
      <p:sp>
        <p:nvSpPr>
          <p:cNvPr id="17" name="文本框 16"/>
          <p:cNvSpPr txBox="1"/>
          <p:nvPr/>
        </p:nvSpPr>
        <p:spPr>
          <a:xfrm>
            <a:off x="1546917" y="5144362"/>
            <a:ext cx="770021"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P3</a:t>
            </a:r>
            <a:endParaRPr lang="zh-CN" altLang="en-US" sz="2400" dirty="0"/>
          </a:p>
        </p:txBody>
      </p:sp>
      <p:sp>
        <p:nvSpPr>
          <p:cNvPr id="9" name="矩形 8"/>
          <p:cNvSpPr/>
          <p:nvPr/>
        </p:nvSpPr>
        <p:spPr>
          <a:xfrm>
            <a:off x="2646948" y="5144362"/>
            <a:ext cx="1155031" cy="2453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2400"/>
          </a:p>
        </p:txBody>
      </p:sp>
      <p:sp>
        <p:nvSpPr>
          <p:cNvPr id="19" name="矩形 18"/>
          <p:cNvSpPr/>
          <p:nvPr/>
        </p:nvSpPr>
        <p:spPr>
          <a:xfrm>
            <a:off x="3801979" y="3998476"/>
            <a:ext cx="1155031" cy="2453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2400"/>
          </a:p>
        </p:txBody>
      </p:sp>
      <p:sp>
        <p:nvSpPr>
          <p:cNvPr id="20" name="矩形 19"/>
          <p:cNvSpPr/>
          <p:nvPr/>
        </p:nvSpPr>
        <p:spPr>
          <a:xfrm>
            <a:off x="4957009" y="2880878"/>
            <a:ext cx="696687" cy="244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sz="2400"/>
          </a:p>
        </p:txBody>
      </p:sp>
      <p:sp>
        <p:nvSpPr>
          <p:cNvPr id="21" name="矩形 20"/>
          <p:cNvSpPr/>
          <p:nvPr/>
        </p:nvSpPr>
        <p:spPr>
          <a:xfrm>
            <a:off x="5653695" y="3997583"/>
            <a:ext cx="1920000" cy="2453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2400"/>
          </a:p>
        </p:txBody>
      </p:sp>
      <p:sp>
        <p:nvSpPr>
          <p:cNvPr id="22" name="矩形 21"/>
          <p:cNvSpPr/>
          <p:nvPr/>
        </p:nvSpPr>
        <p:spPr>
          <a:xfrm>
            <a:off x="7573695" y="5142598"/>
            <a:ext cx="1155031" cy="2453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2400"/>
          </a:p>
        </p:txBody>
      </p:sp>
      <p:sp>
        <p:nvSpPr>
          <p:cNvPr id="23" name="矩形 22"/>
          <p:cNvSpPr/>
          <p:nvPr/>
        </p:nvSpPr>
        <p:spPr>
          <a:xfrm>
            <a:off x="8728725" y="2879995"/>
            <a:ext cx="1155031" cy="24532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sz="2400"/>
          </a:p>
        </p:txBody>
      </p:sp>
      <p:sp>
        <p:nvSpPr>
          <p:cNvPr id="24" name="文本框 23"/>
          <p:cNvSpPr txBox="1"/>
          <p:nvPr/>
        </p:nvSpPr>
        <p:spPr>
          <a:xfrm>
            <a:off x="3597776" y="5382624"/>
            <a:ext cx="403347"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a:t>
            </a:r>
            <a:endParaRPr lang="zh-CN" altLang="en-US" sz="2400" dirty="0"/>
          </a:p>
        </p:txBody>
      </p:sp>
      <p:sp>
        <p:nvSpPr>
          <p:cNvPr id="25" name="文本框 24"/>
          <p:cNvSpPr txBox="1"/>
          <p:nvPr/>
        </p:nvSpPr>
        <p:spPr>
          <a:xfrm>
            <a:off x="4755336" y="4201206"/>
            <a:ext cx="403347"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b</a:t>
            </a:r>
            <a:endParaRPr lang="zh-CN" altLang="en-US" sz="2400" dirty="0"/>
          </a:p>
        </p:txBody>
      </p:sp>
      <p:sp>
        <p:nvSpPr>
          <p:cNvPr id="26" name="文本框 25"/>
          <p:cNvSpPr txBox="1"/>
          <p:nvPr/>
        </p:nvSpPr>
        <p:spPr>
          <a:xfrm>
            <a:off x="5461189" y="4201206"/>
            <a:ext cx="403347"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c</a:t>
            </a:r>
            <a:endParaRPr lang="zh-CN" altLang="en-US" sz="2400" dirty="0"/>
          </a:p>
        </p:txBody>
      </p:sp>
      <p:sp>
        <p:nvSpPr>
          <p:cNvPr id="27" name="文本框 26"/>
          <p:cNvSpPr txBox="1"/>
          <p:nvPr/>
        </p:nvSpPr>
        <p:spPr>
          <a:xfrm>
            <a:off x="7369492" y="5382624"/>
            <a:ext cx="403347"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d</a:t>
            </a:r>
            <a:endParaRPr lang="zh-CN" altLang="en-US" sz="2400" dirty="0"/>
          </a:p>
        </p:txBody>
      </p:sp>
      <p:sp>
        <p:nvSpPr>
          <p:cNvPr id="28" name="文本框 27"/>
          <p:cNvSpPr txBox="1"/>
          <p:nvPr/>
        </p:nvSpPr>
        <p:spPr>
          <a:xfrm>
            <a:off x="8527052" y="5382624"/>
            <a:ext cx="403347" cy="460375"/>
          </a:xfrm>
          <a:prstGeom prst="rect">
            <a:avLst/>
          </a:prstGeom>
          <a:noFill/>
        </p:spPr>
        <p:txBody>
          <a:bodyPr wrap="square">
            <a:spAutoFit/>
          </a:bodyPr>
          <a:lstStyle/>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e</a:t>
            </a:r>
            <a:endParaRPr lang="zh-CN" altLang="en-US" sz="2400" dirty="0"/>
          </a:p>
        </p:txBody>
      </p:sp>
      <p:cxnSp>
        <p:nvCxnSpPr>
          <p:cNvPr id="30" name="直接箭头连接符 29"/>
          <p:cNvCxnSpPr>
            <a:stCxn id="9" idx="3"/>
            <a:endCxn id="19" idx="1"/>
          </p:cNvCxnSpPr>
          <p:nvPr/>
        </p:nvCxnSpPr>
        <p:spPr>
          <a:xfrm flipV="1">
            <a:off x="3801979" y="4121140"/>
            <a:ext cx="0" cy="114588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9" idx="3"/>
            <a:endCxn id="20" idx="1"/>
          </p:cNvCxnSpPr>
          <p:nvPr/>
        </p:nvCxnSpPr>
        <p:spPr>
          <a:xfrm flipV="1">
            <a:off x="4957009" y="3003278"/>
            <a:ext cx="0" cy="1117863"/>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20" idx="3"/>
            <a:endCxn id="21" idx="1"/>
          </p:cNvCxnSpPr>
          <p:nvPr/>
        </p:nvCxnSpPr>
        <p:spPr>
          <a:xfrm flipH="1">
            <a:off x="5653695" y="3003278"/>
            <a:ext cx="1" cy="1116969"/>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1" idx="3"/>
            <a:endCxn id="22" idx="1"/>
          </p:cNvCxnSpPr>
          <p:nvPr/>
        </p:nvCxnSpPr>
        <p:spPr>
          <a:xfrm>
            <a:off x="7573695" y="4120247"/>
            <a:ext cx="0" cy="114501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22" idx="3"/>
            <a:endCxn id="23" idx="1"/>
          </p:cNvCxnSpPr>
          <p:nvPr/>
        </p:nvCxnSpPr>
        <p:spPr>
          <a:xfrm flipV="1">
            <a:off x="8728725" y="3002659"/>
            <a:ext cx="0" cy="2262603"/>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5653405" y="2551430"/>
            <a:ext cx="2873375" cy="306705"/>
          </a:xfrm>
          <a:prstGeom prst="rect">
            <a:avLst/>
          </a:prstGeom>
          <a:noFill/>
        </p:spPr>
        <p:txBody>
          <a:bodyPr wrap="square">
            <a:spAutoFit/>
          </a:bodyPr>
          <a:lstStyle/>
          <a:p>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rPr>
              <a:t>执行</a:t>
            </a:r>
            <a:r>
              <a:rPr lang="en-US" altLang="zh-CN" sz="1400" dirty="0">
                <a:latin typeface="Times New Roman" panose="02020503050405090304" pitchFamily="18" charset="0"/>
                <a:ea typeface="微软雅黑" panose="020B0503020204020204" pitchFamily="34" charset="-122"/>
                <a:cs typeface="Times New Roman" panose="02020503050405090304" pitchFamily="18" charset="0"/>
              </a:rPr>
              <a:t>P(mutex)</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rPr>
              <a:t>，临界区占用，</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rPr>
              <a:t>阻塞</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 name="文本框 1"/>
          <p:cNvSpPr txBox="1"/>
          <p:nvPr/>
        </p:nvSpPr>
        <p:spPr>
          <a:xfrm>
            <a:off x="2561590" y="4837430"/>
            <a:ext cx="1299210" cy="306705"/>
          </a:xfrm>
          <a:prstGeom prst="rect">
            <a:avLst/>
          </a:prstGeom>
          <a:noFill/>
        </p:spPr>
        <p:txBody>
          <a:bodyPr wrap="square" rtlCol="0" anchor="t">
            <a:spAutoFit/>
          </a:bodyPr>
          <a:p>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令</a:t>
            </a:r>
            <a:r>
              <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rPr>
              <a:t>P3</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最先执行</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3" name="文本框 2"/>
          <p:cNvSpPr txBox="1"/>
          <p:nvPr/>
        </p:nvSpPr>
        <p:spPr>
          <a:xfrm>
            <a:off x="3840480" y="5087620"/>
            <a:ext cx="3688080" cy="306705"/>
          </a:xfrm>
          <a:prstGeom prst="rect">
            <a:avLst/>
          </a:prstGeom>
          <a:noFill/>
        </p:spPr>
        <p:txBody>
          <a:bodyPr wrap="square" rtlCol="0" anchor="t">
            <a:spAutoFit/>
          </a:bodyPr>
          <a:p>
            <a:pPr algn="ctr"/>
            <a:r>
              <a:rPr 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——P(mutex)</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进入临界区</a:t>
            </a:r>
            <a:r>
              <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rPr>
              <a:t>CS-3——</a:t>
            </a:r>
            <a:endPar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4" name="文本框 3"/>
          <p:cNvSpPr txBox="1"/>
          <p:nvPr/>
        </p:nvSpPr>
        <p:spPr>
          <a:xfrm>
            <a:off x="3737610" y="3683635"/>
            <a:ext cx="1344930" cy="306705"/>
          </a:xfrm>
          <a:prstGeom prst="rect">
            <a:avLst/>
          </a:prstGeom>
          <a:noFill/>
        </p:spPr>
        <p:txBody>
          <a:bodyPr wrap="square" rtlCol="0" anchor="t">
            <a:spAutoFit/>
          </a:bodyPr>
          <a:p>
            <a:r>
              <a:rPr 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P2</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抢占</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处理器</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6" name="文本框 5"/>
          <p:cNvSpPr txBox="1"/>
          <p:nvPr/>
        </p:nvSpPr>
        <p:spPr>
          <a:xfrm>
            <a:off x="3797935" y="2583180"/>
            <a:ext cx="1344930" cy="306705"/>
          </a:xfrm>
          <a:prstGeom prst="rect">
            <a:avLst/>
          </a:prstGeom>
          <a:noFill/>
        </p:spPr>
        <p:txBody>
          <a:bodyPr wrap="square" rtlCol="0" anchor="t">
            <a:spAutoFit/>
          </a:bodyPr>
          <a:p>
            <a:r>
              <a:rPr 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P1</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抢占</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处理器</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7" name="文本框 6"/>
          <p:cNvSpPr txBox="1"/>
          <p:nvPr/>
        </p:nvSpPr>
        <p:spPr>
          <a:xfrm>
            <a:off x="5653405" y="3691890"/>
            <a:ext cx="2085975" cy="306705"/>
          </a:xfrm>
          <a:prstGeom prst="rect">
            <a:avLst/>
          </a:prstGeom>
          <a:noFill/>
        </p:spPr>
        <p:txBody>
          <a:bodyPr wrap="square" rtlCol="0" anchor="t">
            <a:spAutoFit/>
          </a:bodyPr>
          <a:p>
            <a:r>
              <a:rPr 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P2</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继续运行，直到</a:t>
            </a:r>
            <a:r>
              <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rPr>
              <a:t>d</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时刻</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0" name="文本框 9"/>
          <p:cNvSpPr txBox="1"/>
          <p:nvPr/>
        </p:nvSpPr>
        <p:spPr>
          <a:xfrm>
            <a:off x="7573010" y="4832350"/>
            <a:ext cx="1038225" cy="306705"/>
          </a:xfrm>
          <a:prstGeom prst="rect">
            <a:avLst/>
          </a:prstGeom>
          <a:noFill/>
        </p:spPr>
        <p:txBody>
          <a:bodyPr wrap="square" rtlCol="0" anchor="t">
            <a:spAutoFit/>
          </a:bodyPr>
          <a:p>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接着</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运行</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3" name="文本框 12"/>
          <p:cNvSpPr txBox="1"/>
          <p:nvPr/>
        </p:nvSpPr>
        <p:spPr>
          <a:xfrm>
            <a:off x="8728710" y="5111750"/>
            <a:ext cx="1809115" cy="306705"/>
          </a:xfrm>
          <a:prstGeom prst="rect">
            <a:avLst/>
          </a:prstGeom>
          <a:noFill/>
        </p:spPr>
        <p:txBody>
          <a:bodyPr wrap="square" rtlCol="0" anchor="t">
            <a:spAutoFit/>
          </a:bodyPr>
          <a:p>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退出临界区，唤醒</a:t>
            </a:r>
            <a:r>
              <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rPr>
              <a:t>P1</a:t>
            </a:r>
            <a:endPar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9" name="文本框 28"/>
          <p:cNvSpPr txBox="1"/>
          <p:nvPr/>
        </p:nvSpPr>
        <p:spPr>
          <a:xfrm>
            <a:off x="8728710" y="2597150"/>
            <a:ext cx="2011680" cy="306705"/>
          </a:xfrm>
          <a:prstGeom prst="rect">
            <a:avLst/>
          </a:prstGeom>
          <a:noFill/>
        </p:spPr>
        <p:txBody>
          <a:bodyPr wrap="square" rtlCol="0" anchor="t">
            <a:spAutoFit/>
          </a:bodyPr>
          <a:p>
            <a:r>
              <a:rPr lang="en-US" altLang="zh-CN" sz="1400" dirty="0">
                <a:latin typeface="Times New Roman" panose="02020503050405090304" pitchFamily="18" charset="0"/>
                <a:ea typeface="微软雅黑" panose="020B0503020204020204" pitchFamily="34" charset="-122"/>
                <a:cs typeface="Times New Roman" panose="02020503050405090304" pitchFamily="18" charset="0"/>
                <a:sym typeface="+mn-ea"/>
              </a:rPr>
              <a:t>P1</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抢占处理器</a:t>
            </a:r>
            <a:r>
              <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rPr>
              <a:t>开始运行</a:t>
            </a:r>
            <a:endParaRPr lang="zh-CN" altLang="en-US" sz="1400"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32" name="矩形 31"/>
          <p:cNvSpPr/>
          <p:nvPr/>
        </p:nvSpPr>
        <p:spPr>
          <a:xfrm>
            <a:off x="786130" y="5995670"/>
            <a:ext cx="10881360" cy="575310"/>
          </a:xfrm>
          <a:prstGeom prst="rect">
            <a:avLst/>
          </a:prstGeom>
          <a:solidFill>
            <a:srgbClr val="000000">
              <a:alpha val="0"/>
            </a:srgb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800" b="1">
                <a:solidFill>
                  <a:srgbClr val="C00000"/>
                </a:solidFill>
                <a:latin typeface="微软雅黑" panose="020B0503020204020204" pitchFamily="34" charset="-122"/>
                <a:ea typeface="微软雅黑" panose="020B0503020204020204" pitchFamily="34" charset="-122"/>
              </a:rPr>
              <a:t>被延长的时间不可预知或无法限定，不应出现在实时系统中</a:t>
            </a:r>
            <a:endParaRPr lang="zh-CN" altLang="en-US" sz="2800" b="1">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0532" y="991658"/>
            <a:ext cx="11894327" cy="1198880"/>
          </a:xfrm>
          <a:prstGeom prst="rect">
            <a:avLst/>
          </a:prstGeom>
        </p:spPr>
        <p:txBody>
          <a:bodyPr wrap="square">
            <a:spAutoFit/>
          </a:bodyPr>
          <a:lstStyle/>
          <a:p>
            <a:pPr marL="800100" lvl="1" indent="-342900" algn="just">
              <a:lnSpc>
                <a:spcPct val="150000"/>
              </a:lnSpc>
              <a:buFont typeface="Wingdings" panose="05000000000000000000" pitchFamily="2" charset="2"/>
              <a:buChar char="Ø"/>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简单方案：低优先级进程进入临界区后不允许抢占处理机</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实用方法：动态优先级继承，即P3继承P1优先级</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0" y="0"/>
            <a:ext cx="12191365" cy="1442085"/>
          </a:xfrm>
          <a:prstGeom prst="rect">
            <a:avLst/>
          </a:prstGeom>
        </p:spPr>
        <p:txBody>
          <a:bodyPr vert="horz" lIns="121920" tIns="60960" rIns="121920" bIns="60960" rtlCol="0" anchor="ctr">
            <a:normAutofit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4800" b="1" dirty="0">
                <a:latin typeface="微软雅黑" panose="020B0503020204020204" pitchFamily="34" charset="-122"/>
                <a:ea typeface="微软雅黑" panose="020B0503020204020204" pitchFamily="34" charset="-122"/>
              </a:rPr>
              <a:t>3.4.5 </a:t>
            </a:r>
            <a:r>
              <a:rPr lang="zh-CN" altLang="en-US" sz="4800" b="1" dirty="0">
                <a:latin typeface="微软雅黑" panose="020B0503020204020204" pitchFamily="34" charset="-122"/>
                <a:ea typeface="微软雅黑" panose="020B0503020204020204" pitchFamily="34" charset="-122"/>
              </a:rPr>
              <a:t>优先级倒置</a:t>
            </a:r>
            <a:r>
              <a:rPr lang="en-US" altLang="zh-CN" sz="4800" b="1" dirty="0">
                <a:latin typeface="Times New Roman" panose="02020503050405090304" pitchFamily="18" charset="0"/>
                <a:ea typeface="微软雅黑" panose="020B0503020204020204" pitchFamily="34" charset="-122"/>
                <a:cs typeface="Times New Roman" panose="02020503050405090304" pitchFamily="18" charset="0"/>
                <a:sym typeface="+mn-ea"/>
              </a:rPr>
              <a:t>P</a:t>
            </a:r>
            <a:r>
              <a:rPr lang="en-US" altLang="zh-CN" sz="4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sym typeface="+mn-ea"/>
              </a:rPr>
              <a:t>riority Inversion Problem</a:t>
            </a:r>
            <a:endParaRPr lang="en-US" altLang="zh-CN" sz="48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cxnSp>
        <p:nvCxnSpPr>
          <p:cNvPr id="33" name="直接连接符 32"/>
          <p:cNvCxnSpPr/>
          <p:nvPr/>
        </p:nvCxnSpPr>
        <p:spPr>
          <a:xfrm>
            <a:off x="2123976" y="4299397"/>
            <a:ext cx="81312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5" name="直接连接符 34"/>
          <p:cNvCxnSpPr/>
          <p:nvPr/>
        </p:nvCxnSpPr>
        <p:spPr>
          <a:xfrm>
            <a:off x="2123976" y="5416997"/>
            <a:ext cx="81312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6" name="直接连接符 35"/>
          <p:cNvCxnSpPr/>
          <p:nvPr/>
        </p:nvCxnSpPr>
        <p:spPr>
          <a:xfrm>
            <a:off x="2123976" y="3181797"/>
            <a:ext cx="8131200" cy="0"/>
          </a:xfrm>
          <a:prstGeom prst="line">
            <a:avLst/>
          </a:prstGeom>
          <a:ln w="28575"/>
        </p:spPr>
        <p:style>
          <a:lnRef idx="1">
            <a:schemeClr val="dk1"/>
          </a:lnRef>
          <a:fillRef idx="0">
            <a:schemeClr val="dk1"/>
          </a:fillRef>
          <a:effectRef idx="0">
            <a:schemeClr val="dk1"/>
          </a:effectRef>
          <a:fontRef idx="minor">
            <a:schemeClr val="tx1"/>
          </a:fontRef>
        </p:style>
      </p:cxnSp>
      <p:sp>
        <p:nvSpPr>
          <p:cNvPr id="38" name="文本框 37"/>
          <p:cNvSpPr txBox="1"/>
          <p:nvPr/>
        </p:nvSpPr>
        <p:spPr>
          <a:xfrm>
            <a:off x="1418123" y="2878089"/>
            <a:ext cx="770021" cy="460375"/>
          </a:xfrm>
          <a:prstGeom prst="rect">
            <a:avLst/>
          </a:prstGeom>
          <a:noFill/>
        </p:spPr>
        <p:txBody>
          <a:bodyPr wrap="square">
            <a:spAutoFit/>
          </a:bodyPr>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endParaRPr lang="zh-CN" altLang="en-US" sz="2400" dirty="0"/>
          </a:p>
        </p:txBody>
      </p:sp>
      <p:sp>
        <p:nvSpPr>
          <p:cNvPr id="39" name="文本框 38"/>
          <p:cNvSpPr txBox="1"/>
          <p:nvPr/>
        </p:nvSpPr>
        <p:spPr>
          <a:xfrm>
            <a:off x="1418123" y="4024868"/>
            <a:ext cx="770021" cy="460375"/>
          </a:xfrm>
          <a:prstGeom prst="rect">
            <a:avLst/>
          </a:prstGeom>
          <a:noFill/>
        </p:spPr>
        <p:txBody>
          <a:bodyPr wrap="square">
            <a:spAutoFit/>
          </a:bodyPr>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endParaRPr lang="zh-CN" altLang="en-US" sz="2400" dirty="0"/>
          </a:p>
        </p:txBody>
      </p:sp>
      <p:sp>
        <p:nvSpPr>
          <p:cNvPr id="41" name="文本框 40"/>
          <p:cNvSpPr txBox="1"/>
          <p:nvPr/>
        </p:nvSpPr>
        <p:spPr>
          <a:xfrm>
            <a:off x="1418123" y="5171647"/>
            <a:ext cx="770021" cy="460375"/>
          </a:xfrm>
          <a:prstGeom prst="rect">
            <a:avLst/>
          </a:prstGeom>
          <a:noFill/>
        </p:spPr>
        <p:txBody>
          <a:bodyPr wrap="square">
            <a:spAutoFit/>
          </a:bodyPr>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P3</a:t>
            </a:r>
            <a:endParaRPr lang="zh-CN" altLang="en-US" sz="2400" dirty="0"/>
          </a:p>
        </p:txBody>
      </p:sp>
      <p:sp>
        <p:nvSpPr>
          <p:cNvPr id="42" name="矩形 41"/>
          <p:cNvSpPr/>
          <p:nvPr/>
        </p:nvSpPr>
        <p:spPr>
          <a:xfrm>
            <a:off x="2518153" y="5171647"/>
            <a:ext cx="1155031" cy="2453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p>
            <a:pPr algn="ctr"/>
            <a:endParaRPr lang="zh-CN" altLang="en-US" sz="2400"/>
          </a:p>
        </p:txBody>
      </p:sp>
      <p:sp>
        <p:nvSpPr>
          <p:cNvPr id="44" name="矩形 43"/>
          <p:cNvSpPr/>
          <p:nvPr/>
        </p:nvSpPr>
        <p:spPr>
          <a:xfrm>
            <a:off x="3673184" y="4025761"/>
            <a:ext cx="1155031" cy="2453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p>
            <a:pPr algn="ctr"/>
            <a:endParaRPr lang="zh-CN" altLang="en-US" sz="2400"/>
          </a:p>
        </p:txBody>
      </p:sp>
      <p:sp>
        <p:nvSpPr>
          <p:cNvPr id="45" name="矩形 44"/>
          <p:cNvSpPr/>
          <p:nvPr/>
        </p:nvSpPr>
        <p:spPr>
          <a:xfrm>
            <a:off x="4828215" y="2908163"/>
            <a:ext cx="696687" cy="244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sz="2400"/>
          </a:p>
        </p:txBody>
      </p:sp>
      <p:sp>
        <p:nvSpPr>
          <p:cNvPr id="46" name="矩形 45"/>
          <p:cNvSpPr/>
          <p:nvPr/>
        </p:nvSpPr>
        <p:spPr>
          <a:xfrm>
            <a:off x="8325891" y="4034047"/>
            <a:ext cx="1920000" cy="2453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p>
            <a:pPr algn="ctr"/>
            <a:endParaRPr lang="zh-CN" altLang="en-US" sz="2400"/>
          </a:p>
        </p:txBody>
      </p:sp>
      <p:sp>
        <p:nvSpPr>
          <p:cNvPr id="47" name="矩形 46"/>
          <p:cNvSpPr/>
          <p:nvPr/>
        </p:nvSpPr>
        <p:spPr>
          <a:xfrm>
            <a:off x="5534061" y="5142467"/>
            <a:ext cx="1155031" cy="2453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p>
            <a:pPr algn="ctr"/>
            <a:endParaRPr lang="zh-CN" altLang="en-US" sz="2400"/>
          </a:p>
        </p:txBody>
      </p:sp>
      <p:sp>
        <p:nvSpPr>
          <p:cNvPr id="48" name="矩形 47"/>
          <p:cNvSpPr/>
          <p:nvPr/>
        </p:nvSpPr>
        <p:spPr>
          <a:xfrm>
            <a:off x="6689091" y="2915132"/>
            <a:ext cx="1636800" cy="24532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sz="2400"/>
          </a:p>
        </p:txBody>
      </p:sp>
      <p:sp>
        <p:nvSpPr>
          <p:cNvPr id="49" name="文本框 48"/>
          <p:cNvSpPr txBox="1"/>
          <p:nvPr/>
        </p:nvSpPr>
        <p:spPr>
          <a:xfrm>
            <a:off x="3468981" y="5409909"/>
            <a:ext cx="403347" cy="460375"/>
          </a:xfrm>
          <a:prstGeom prst="rect">
            <a:avLst/>
          </a:prstGeom>
          <a:noFill/>
        </p:spPr>
        <p:txBody>
          <a:bodyPr wrap="square">
            <a:spAutoFit/>
          </a:bodyPr>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a:t>
            </a:r>
            <a:endParaRPr lang="zh-CN" altLang="en-US" sz="2400" dirty="0"/>
          </a:p>
        </p:txBody>
      </p:sp>
      <p:sp>
        <p:nvSpPr>
          <p:cNvPr id="50" name="文本框 49"/>
          <p:cNvSpPr txBox="1"/>
          <p:nvPr/>
        </p:nvSpPr>
        <p:spPr>
          <a:xfrm>
            <a:off x="4626541" y="4228491"/>
            <a:ext cx="403347" cy="460375"/>
          </a:xfrm>
          <a:prstGeom prst="rect">
            <a:avLst/>
          </a:prstGeom>
          <a:noFill/>
        </p:spPr>
        <p:txBody>
          <a:bodyPr wrap="square">
            <a:spAutoFit/>
          </a:bodyPr>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b</a:t>
            </a:r>
            <a:endParaRPr lang="zh-CN" altLang="en-US" sz="2400" dirty="0"/>
          </a:p>
        </p:txBody>
      </p:sp>
      <p:sp>
        <p:nvSpPr>
          <p:cNvPr id="51" name="文本框 50"/>
          <p:cNvSpPr txBox="1"/>
          <p:nvPr/>
        </p:nvSpPr>
        <p:spPr>
          <a:xfrm>
            <a:off x="5323228" y="5409909"/>
            <a:ext cx="403347" cy="460375"/>
          </a:xfrm>
          <a:prstGeom prst="rect">
            <a:avLst/>
          </a:prstGeom>
          <a:noFill/>
        </p:spPr>
        <p:txBody>
          <a:bodyPr wrap="square">
            <a:spAutoFit/>
          </a:bodyPr>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c</a:t>
            </a:r>
            <a:endParaRPr lang="zh-CN" altLang="en-US" sz="2400" dirty="0"/>
          </a:p>
        </p:txBody>
      </p:sp>
      <p:sp>
        <p:nvSpPr>
          <p:cNvPr id="52" name="文本框 51"/>
          <p:cNvSpPr txBox="1"/>
          <p:nvPr/>
        </p:nvSpPr>
        <p:spPr>
          <a:xfrm>
            <a:off x="6487417" y="5468752"/>
            <a:ext cx="403347" cy="460375"/>
          </a:xfrm>
          <a:prstGeom prst="rect">
            <a:avLst/>
          </a:prstGeom>
          <a:noFill/>
        </p:spPr>
        <p:txBody>
          <a:bodyPr wrap="square">
            <a:spAutoFit/>
          </a:bodyPr>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d</a:t>
            </a:r>
            <a:endParaRPr lang="zh-CN" altLang="en-US" sz="2400" dirty="0"/>
          </a:p>
        </p:txBody>
      </p:sp>
      <p:sp>
        <p:nvSpPr>
          <p:cNvPr id="53" name="文本框 52"/>
          <p:cNvSpPr txBox="1"/>
          <p:nvPr/>
        </p:nvSpPr>
        <p:spPr>
          <a:xfrm>
            <a:off x="8124216" y="4271089"/>
            <a:ext cx="403347" cy="460375"/>
          </a:xfrm>
          <a:prstGeom prst="rect">
            <a:avLst/>
          </a:prstGeom>
          <a:noFill/>
        </p:spPr>
        <p:txBody>
          <a:bodyPr wrap="square">
            <a:spAutoFit/>
          </a:bodyPr>
          <a:p>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e</a:t>
            </a:r>
            <a:endParaRPr lang="zh-CN" altLang="en-US" sz="2400" dirty="0"/>
          </a:p>
        </p:txBody>
      </p:sp>
      <p:cxnSp>
        <p:nvCxnSpPr>
          <p:cNvPr id="54" name="直接箭头连接符 53"/>
          <p:cNvCxnSpPr>
            <a:stCxn id="42" idx="3"/>
            <a:endCxn id="44" idx="1"/>
          </p:cNvCxnSpPr>
          <p:nvPr/>
        </p:nvCxnSpPr>
        <p:spPr>
          <a:xfrm flipV="1">
            <a:off x="3673184" y="4148425"/>
            <a:ext cx="0" cy="114588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44" idx="3"/>
            <a:endCxn id="45" idx="1"/>
          </p:cNvCxnSpPr>
          <p:nvPr/>
        </p:nvCxnSpPr>
        <p:spPr>
          <a:xfrm flipV="1">
            <a:off x="4828215" y="3030563"/>
            <a:ext cx="0" cy="1117863"/>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45" idx="3"/>
            <a:endCxn id="47" idx="1"/>
          </p:cNvCxnSpPr>
          <p:nvPr/>
        </p:nvCxnSpPr>
        <p:spPr>
          <a:xfrm>
            <a:off x="5524901" y="3030563"/>
            <a:ext cx="9160" cy="2234568"/>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48" idx="3"/>
            <a:endCxn id="46" idx="1"/>
          </p:cNvCxnSpPr>
          <p:nvPr/>
        </p:nvCxnSpPr>
        <p:spPr>
          <a:xfrm>
            <a:off x="8325891" y="3037796"/>
            <a:ext cx="0" cy="111891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47" idx="3"/>
            <a:endCxn id="48" idx="1"/>
          </p:cNvCxnSpPr>
          <p:nvPr/>
        </p:nvCxnSpPr>
        <p:spPr>
          <a:xfrm flipH="1" flipV="1">
            <a:off x="6689091" y="3037796"/>
            <a:ext cx="1" cy="222733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4828215" y="2413149"/>
            <a:ext cx="1989219" cy="460375"/>
          </a:xfrm>
          <a:prstGeom prst="rect">
            <a:avLst/>
          </a:prstGeom>
          <a:noFill/>
        </p:spPr>
        <p:txBody>
          <a:bodyPr wrap="square">
            <a:spAutoFit/>
          </a:bodyPr>
          <a:p>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阻塞</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P(mutex)</a:t>
            </a:r>
            <a:endParaRPr lang="zh-CN" alt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
          <p:cNvSpPr txBox="1"/>
          <p:nvPr/>
        </p:nvSpPr>
        <p:spPr>
          <a:xfrm>
            <a:off x="0" y="259"/>
            <a:ext cx="7242951" cy="1278619"/>
          </a:xfrm>
          <a:prstGeom prst="rect">
            <a:avLst/>
          </a:prstGeom>
          <a:solidFill>
            <a:schemeClr val="bg1"/>
          </a:solidFill>
        </p:spPr>
        <p:txBody>
          <a:bodyPr vert="horz" lIns="121920" tIns="60960" rIns="121920" bIns="609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800" b="1" dirty="0">
                <a:latin typeface="微软雅黑" panose="020B0503020204020204" pitchFamily="34" charset="-122"/>
                <a:ea typeface="微软雅黑" panose="020B0503020204020204" pitchFamily="34" charset="-122"/>
              </a:rPr>
              <a:t>处理机调度与死锁</a:t>
            </a:r>
            <a:endParaRPr lang="zh-CN" altLang="en-US" sz="4800" b="1" dirty="0">
              <a:latin typeface="微软雅黑" panose="020B0503020204020204" pitchFamily="34" charset="-122"/>
              <a:ea typeface="微软雅黑" panose="020B0503020204020204" pitchFamily="34" charset="-122"/>
            </a:endParaRPr>
          </a:p>
        </p:txBody>
      </p:sp>
      <p:sp>
        <p:nvSpPr>
          <p:cNvPr id="14" name="AutoShape 4" descr="“data”的图片搜索结果"/>
          <p:cNvSpPr>
            <a:spLocks noChangeAspect="1" noChangeArrowheads="1"/>
          </p:cNvSpPr>
          <p:nvPr/>
        </p:nvSpPr>
        <p:spPr bwMode="auto">
          <a:xfrm>
            <a:off x="-42332" y="-1325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2" name="图示 1"/>
          <p:cNvGraphicFramePr/>
          <p:nvPr/>
        </p:nvGraphicFramePr>
        <p:xfrm>
          <a:off x="1795145" y="1110615"/>
          <a:ext cx="9239885" cy="547052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星形: 五角 9"/>
          <p:cNvSpPr/>
          <p:nvPr/>
        </p:nvSpPr>
        <p:spPr>
          <a:xfrm>
            <a:off x="9660890" y="1885950"/>
            <a:ext cx="622935" cy="515620"/>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星形: 五角 14"/>
          <p:cNvSpPr/>
          <p:nvPr/>
        </p:nvSpPr>
        <p:spPr>
          <a:xfrm>
            <a:off x="9660890" y="4632325"/>
            <a:ext cx="622935" cy="515620"/>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0" y="33656"/>
            <a:ext cx="10287001"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 </a:t>
            </a:r>
            <a:r>
              <a:rPr lang="zh-CN" altLang="en-US" sz="3900" b="1" dirty="0">
                <a:latin typeface="微软雅黑" panose="020B0503020204020204" pitchFamily="34" charset="-122"/>
                <a:ea typeface="微软雅黑" panose="020B0503020204020204" pitchFamily="34" charset="-122"/>
              </a:rPr>
              <a:t>死锁概述</a:t>
            </a:r>
            <a:endParaRPr lang="zh-CN" altLang="en-US" sz="3900" b="1" dirty="0">
              <a:latin typeface="微软雅黑" panose="020B0503020204020204" pitchFamily="34" charset="-122"/>
              <a:ea typeface="微软雅黑" panose="020B0503020204020204" pitchFamily="34" charset="-122"/>
            </a:endParaRPr>
          </a:p>
        </p:txBody>
      </p:sp>
      <p:pic>
        <p:nvPicPr>
          <p:cNvPr id="29" name="图片 28"/>
          <p:cNvPicPr>
            <a:picLocks noChangeAspect="1"/>
          </p:cNvPicPr>
          <p:nvPr/>
        </p:nvPicPr>
        <p:blipFill>
          <a:blip r:embed="rId1"/>
          <a:stretch>
            <a:fillRect/>
          </a:stretch>
        </p:blipFill>
        <p:spPr>
          <a:xfrm>
            <a:off x="6223002" y="1239151"/>
            <a:ext cx="3714750" cy="5229225"/>
          </a:xfrm>
          <a:prstGeom prst="rect">
            <a:avLst/>
          </a:prstGeom>
        </p:spPr>
      </p:pic>
      <p:sp>
        <p:nvSpPr>
          <p:cNvPr id="32" name="Text Box 3"/>
          <p:cNvSpPr txBox="1">
            <a:spLocks noChangeArrowheads="1"/>
          </p:cNvSpPr>
          <p:nvPr/>
        </p:nvSpPr>
        <p:spPr bwMode="auto">
          <a:xfrm>
            <a:off x="2079626" y="1340769"/>
            <a:ext cx="3889375" cy="5025991"/>
          </a:xfrm>
          <a:prstGeom prst="rect">
            <a:avLst/>
          </a:prstGeom>
          <a:noFill/>
          <a:ln w="28575">
            <a:solidFill>
              <a:srgbClr val="000092"/>
            </a:solidFill>
            <a:miter lim="800000"/>
          </a:ln>
        </p:spPr>
        <p:txBody>
          <a:bodyPr>
            <a:spAutoFit/>
          </a:bodyPr>
          <a:lstStyle>
            <a:lvl1pPr>
              <a:defRPr sz="3200" b="1">
                <a:solidFill>
                  <a:srgbClr val="000000"/>
                </a:solidFill>
                <a:latin typeface="楷体_GB2312" charset="0"/>
                <a:ea typeface="宋体" pitchFamily="2" charset="-122"/>
                <a:cs typeface="Arial" panose="020B0604020202090204" pitchFamily="34" charset="0"/>
              </a:defRPr>
            </a:lvl1pPr>
            <a:lvl2pPr marL="742950" indent="-285750">
              <a:defRPr sz="3200" b="1">
                <a:solidFill>
                  <a:srgbClr val="000000"/>
                </a:solidFill>
                <a:latin typeface="楷体_GB2312" charset="0"/>
                <a:ea typeface="Arial" panose="020B0604020202090204" pitchFamily="34" charset="0"/>
                <a:cs typeface="Arial" panose="020B0604020202090204" pitchFamily="34" charset="0"/>
              </a:defRPr>
            </a:lvl2pPr>
            <a:lvl3pPr marL="1143000" indent="-228600">
              <a:defRPr sz="3200" b="1">
                <a:solidFill>
                  <a:srgbClr val="000000"/>
                </a:solidFill>
                <a:latin typeface="楷体_GB2312" charset="0"/>
                <a:ea typeface="Arial" panose="020B0604020202090204" pitchFamily="34" charset="0"/>
                <a:cs typeface="Arial" panose="020B0604020202090204" pitchFamily="34" charset="0"/>
              </a:defRPr>
            </a:lvl3pPr>
            <a:lvl4pPr marL="1600200" indent="-228600">
              <a:defRPr sz="3200" b="1">
                <a:solidFill>
                  <a:srgbClr val="000000"/>
                </a:solidFill>
                <a:latin typeface="楷体_GB2312" charset="0"/>
                <a:ea typeface="Arial" panose="020B0604020202090204" pitchFamily="34" charset="0"/>
                <a:cs typeface="Arial" panose="020B0604020202090204" pitchFamily="34" charset="0"/>
              </a:defRPr>
            </a:lvl4pPr>
            <a:lvl5pPr marL="2057400" indent="-228600">
              <a:defRPr sz="3200" b="1">
                <a:solidFill>
                  <a:srgbClr val="000000"/>
                </a:solidFill>
                <a:latin typeface="楷体_GB2312" charset="0"/>
                <a:ea typeface="Arial" panose="020B0604020202090204" pitchFamily="34" charset="0"/>
                <a:cs typeface="Arial" panose="020B0604020202090204" pitchFamily="34" charset="0"/>
              </a:defRPr>
            </a:lvl5pPr>
            <a:lvl6pPr marL="2514600" indent="-228600" fontAlgn="base">
              <a:spcBef>
                <a:spcPct val="20000"/>
              </a:spcBef>
              <a:spcAft>
                <a:spcPct val="0"/>
              </a:spcAft>
              <a:buChar char="•"/>
              <a:defRPr sz="3200" b="1">
                <a:solidFill>
                  <a:srgbClr val="000000"/>
                </a:solidFill>
                <a:latin typeface="楷体_GB2312" charset="0"/>
                <a:ea typeface="Arial" panose="020B0604020202090204" pitchFamily="34" charset="0"/>
                <a:cs typeface="Arial" panose="020B0604020202090204" pitchFamily="34" charset="0"/>
              </a:defRPr>
            </a:lvl6pPr>
            <a:lvl7pPr marL="2971800" indent="-228600" fontAlgn="base">
              <a:spcBef>
                <a:spcPct val="20000"/>
              </a:spcBef>
              <a:spcAft>
                <a:spcPct val="0"/>
              </a:spcAft>
              <a:buChar char="•"/>
              <a:defRPr sz="3200" b="1">
                <a:solidFill>
                  <a:srgbClr val="000000"/>
                </a:solidFill>
                <a:latin typeface="楷体_GB2312" charset="0"/>
                <a:ea typeface="Arial" panose="020B0604020202090204" pitchFamily="34" charset="0"/>
                <a:cs typeface="Arial" panose="020B0604020202090204" pitchFamily="34" charset="0"/>
              </a:defRPr>
            </a:lvl7pPr>
            <a:lvl8pPr marL="3429000" indent="-228600" fontAlgn="base">
              <a:spcBef>
                <a:spcPct val="20000"/>
              </a:spcBef>
              <a:spcAft>
                <a:spcPct val="0"/>
              </a:spcAft>
              <a:buChar char="•"/>
              <a:defRPr sz="3200" b="1">
                <a:solidFill>
                  <a:srgbClr val="000000"/>
                </a:solidFill>
                <a:latin typeface="楷体_GB2312" charset="0"/>
                <a:ea typeface="Arial" panose="020B0604020202090204" pitchFamily="34" charset="0"/>
                <a:cs typeface="Arial" panose="020B0604020202090204" pitchFamily="34" charset="0"/>
              </a:defRPr>
            </a:lvl8pPr>
            <a:lvl9pPr marL="3886200" indent="-228600" fontAlgn="base">
              <a:spcBef>
                <a:spcPct val="20000"/>
              </a:spcBef>
              <a:spcAft>
                <a:spcPct val="0"/>
              </a:spcAft>
              <a:buChar char="•"/>
              <a:defRPr sz="3200" b="1">
                <a:solidFill>
                  <a:srgbClr val="000000"/>
                </a:solidFill>
                <a:latin typeface="楷体_GB2312" charset="0"/>
                <a:ea typeface="Arial" panose="020B0604020202090204" pitchFamily="34" charset="0"/>
                <a:cs typeface="Arial" panose="020B0604020202090204" pitchFamily="34" charset="0"/>
              </a:defRPr>
            </a:lvl9pPr>
          </a:lstStyle>
          <a:p>
            <a:pPr>
              <a:lnSpc>
                <a:spcPts val="2160"/>
              </a:lnSpc>
              <a:spcBef>
                <a:spcPts val="600"/>
              </a:spcBef>
            </a:pPr>
            <a:r>
              <a:rPr lang="zh-CN" altLang="en-US" sz="2000" dirty="0">
                <a:solidFill>
                  <a:srgbClr val="800000"/>
                </a:solidFill>
                <a:latin typeface="Times New Roman" panose="02020503050405090304" pitchFamily="18" charset="0"/>
                <a:ea typeface="微软雅黑" panose="020B0503020204020204" pitchFamily="34" charset="-122"/>
                <a:cs typeface="Times New Roman" panose="02020503050405090304" pitchFamily="18" charset="0"/>
              </a:rPr>
              <a:t>哲学家进程</a:t>
            </a:r>
            <a:endParaRPr lang="zh-CN" altLang="en-US" sz="1800" dirty="0">
              <a:solidFill>
                <a:srgbClr val="800000"/>
              </a:solidFill>
              <a:latin typeface="Times New Roman" panose="02020503050405090304" pitchFamily="18" charset="0"/>
              <a:ea typeface="微软雅黑" panose="020B0503020204020204" pitchFamily="34" charset="-122"/>
              <a:cs typeface="Times New Roman" panose="02020503050405090304" pitchFamily="18" charset="0"/>
            </a:endParaRPr>
          </a:p>
          <a:p>
            <a:pPr>
              <a:lnSpc>
                <a:spcPts val="2160"/>
              </a:lnSpc>
              <a:spcBef>
                <a:spcPts val="600"/>
              </a:spcBef>
            </a:pPr>
            <a:r>
              <a:rPr lang="en-US" altLang="zh-CN" sz="1800" dirty="0">
                <a:solidFill>
                  <a:srgbClr val="000092"/>
                </a:solidFill>
                <a:latin typeface="Times New Roman" panose="02020503050405090304" pitchFamily="18" charset="0"/>
                <a:cs typeface="Times New Roman" panose="02020503050405090304" pitchFamily="18" charset="0"/>
              </a:rPr>
              <a:t>#define  N  5</a:t>
            </a:r>
            <a:endParaRPr lang="en-US" altLang="zh-CN" sz="1800" dirty="0">
              <a:solidFill>
                <a:srgbClr val="000092"/>
              </a:solidFill>
              <a:latin typeface="Times New Roman" panose="02020503050405090304" pitchFamily="18" charset="0"/>
              <a:cs typeface="Times New Roman" panose="02020503050405090304" pitchFamily="18" charset="0"/>
            </a:endParaRPr>
          </a:p>
          <a:p>
            <a:pPr>
              <a:lnSpc>
                <a:spcPts val="2160"/>
              </a:lnSpc>
              <a:spcBef>
                <a:spcPts val="600"/>
              </a:spcBef>
            </a:pPr>
            <a:r>
              <a:rPr lang="en-US" altLang="zh-CN" sz="1800" dirty="0">
                <a:solidFill>
                  <a:srgbClr val="000092"/>
                </a:solidFill>
                <a:latin typeface="Times New Roman" panose="02020503050405090304" pitchFamily="18" charset="0"/>
                <a:cs typeface="Times New Roman" panose="02020503050405090304" pitchFamily="18" charset="0"/>
              </a:rPr>
              <a:t>void philosopher(</a:t>
            </a:r>
            <a:r>
              <a:rPr lang="en-US" altLang="zh-CN" sz="1800" dirty="0" err="1">
                <a:solidFill>
                  <a:srgbClr val="000092"/>
                </a:solidFill>
                <a:latin typeface="Times New Roman" panose="02020503050405090304" pitchFamily="18" charset="0"/>
                <a:cs typeface="Times New Roman" panose="02020503050405090304" pitchFamily="18" charset="0"/>
              </a:rPr>
              <a:t>int</a:t>
            </a:r>
            <a:r>
              <a:rPr lang="en-US" altLang="zh-CN" sz="1800" dirty="0">
                <a:solidFill>
                  <a:srgbClr val="000092"/>
                </a:solidFill>
                <a:latin typeface="Times New Roman" panose="02020503050405090304" pitchFamily="18" charset="0"/>
                <a:cs typeface="Times New Roman" panose="02020503050405090304" pitchFamily="18" charset="0"/>
              </a:rPr>
              <a:t> </a:t>
            </a:r>
            <a:r>
              <a:rPr lang="en-US" altLang="zh-CN" sz="1800" dirty="0" err="1">
                <a:solidFill>
                  <a:srgbClr val="000092"/>
                </a:solidFill>
                <a:latin typeface="Times New Roman" panose="02020503050405090304" pitchFamily="18" charset="0"/>
                <a:cs typeface="Times New Roman" panose="02020503050405090304" pitchFamily="18" charset="0"/>
              </a:rPr>
              <a:t>i</a:t>
            </a:r>
            <a:r>
              <a:rPr lang="en-US" altLang="zh-CN" sz="1800" dirty="0">
                <a:solidFill>
                  <a:srgbClr val="000092"/>
                </a:solidFill>
                <a:latin typeface="Times New Roman" panose="02020503050405090304" pitchFamily="18" charset="0"/>
                <a:cs typeface="Times New Roman" panose="02020503050405090304" pitchFamily="18" charset="0"/>
              </a:rPr>
              <a:t>)</a:t>
            </a:r>
            <a:endParaRPr lang="en-US" altLang="zh-CN" sz="1800" dirty="0">
              <a:solidFill>
                <a:srgbClr val="000092"/>
              </a:solidFill>
              <a:latin typeface="Times New Roman" panose="02020503050405090304" pitchFamily="18" charset="0"/>
              <a:cs typeface="Times New Roman" panose="02020503050405090304" pitchFamily="18" charset="0"/>
            </a:endParaRPr>
          </a:p>
          <a:p>
            <a:pPr>
              <a:lnSpc>
                <a:spcPts val="2160"/>
              </a:lnSpc>
              <a:spcBef>
                <a:spcPts val="600"/>
              </a:spcBef>
            </a:pPr>
            <a:r>
              <a:rPr lang="en-US" altLang="zh-CN" sz="1800" dirty="0">
                <a:solidFill>
                  <a:srgbClr val="000092"/>
                </a:solidFill>
                <a:latin typeface="Times New Roman" panose="02020503050405090304" pitchFamily="18" charset="0"/>
                <a:cs typeface="Times New Roman" panose="02020503050405090304" pitchFamily="18" charset="0"/>
              </a:rPr>
              <a:t>{</a:t>
            </a:r>
            <a:endParaRPr lang="en-US" altLang="zh-CN" sz="1800" dirty="0">
              <a:solidFill>
                <a:srgbClr val="000092"/>
              </a:solidFill>
              <a:latin typeface="Times New Roman" panose="02020503050405090304" pitchFamily="18" charset="0"/>
              <a:cs typeface="Times New Roman" panose="02020503050405090304" pitchFamily="18" charset="0"/>
            </a:endParaRPr>
          </a:p>
          <a:p>
            <a:pPr>
              <a:lnSpc>
                <a:spcPts val="2160"/>
              </a:lnSpc>
              <a:spcBef>
                <a:spcPts val="600"/>
              </a:spcBef>
            </a:pPr>
            <a:r>
              <a:rPr lang="en-US" altLang="zh-CN" sz="1800" dirty="0">
                <a:solidFill>
                  <a:srgbClr val="000092"/>
                </a:solidFill>
                <a:latin typeface="Times New Roman" panose="02020503050405090304" pitchFamily="18" charset="0"/>
                <a:cs typeface="Times New Roman" panose="02020503050405090304" pitchFamily="18" charset="0"/>
              </a:rPr>
              <a:t>    While(TRUE)</a:t>
            </a:r>
            <a:endParaRPr lang="en-US" altLang="zh-CN" sz="1800" dirty="0">
              <a:solidFill>
                <a:srgbClr val="000092"/>
              </a:solidFill>
              <a:latin typeface="Times New Roman" panose="02020503050405090304" pitchFamily="18" charset="0"/>
              <a:cs typeface="Times New Roman" panose="02020503050405090304" pitchFamily="18" charset="0"/>
            </a:endParaRPr>
          </a:p>
          <a:p>
            <a:pPr>
              <a:lnSpc>
                <a:spcPts val="2160"/>
              </a:lnSpc>
              <a:spcBef>
                <a:spcPts val="600"/>
              </a:spcBef>
            </a:pPr>
            <a:r>
              <a:rPr lang="en-US" altLang="zh-CN" sz="1800" dirty="0">
                <a:solidFill>
                  <a:srgbClr val="000092"/>
                </a:solidFill>
                <a:latin typeface="Times New Roman" panose="02020503050405090304" pitchFamily="18" charset="0"/>
                <a:cs typeface="Times New Roman" panose="02020503050405090304" pitchFamily="18" charset="0"/>
              </a:rPr>
              <a:t>   {</a:t>
            </a:r>
            <a:endParaRPr lang="en-US" altLang="zh-CN" sz="1800" dirty="0">
              <a:solidFill>
                <a:srgbClr val="000092"/>
              </a:solidFill>
              <a:latin typeface="Times New Roman" panose="02020503050405090304" pitchFamily="18" charset="0"/>
              <a:cs typeface="Times New Roman" panose="02020503050405090304" pitchFamily="18" charset="0"/>
            </a:endParaRPr>
          </a:p>
          <a:p>
            <a:pPr>
              <a:lnSpc>
                <a:spcPts val="2160"/>
              </a:lnSpc>
              <a:spcBef>
                <a:spcPts val="600"/>
              </a:spcBef>
            </a:pPr>
            <a:r>
              <a:rPr lang="en-US" altLang="zh-CN" sz="1800" dirty="0">
                <a:solidFill>
                  <a:srgbClr val="000092"/>
                </a:solidFill>
                <a:latin typeface="Times New Roman" panose="02020503050405090304" pitchFamily="18" charset="0"/>
                <a:cs typeface="Times New Roman" panose="02020503050405090304" pitchFamily="18" charset="0"/>
              </a:rPr>
              <a:t>       think</a:t>
            </a:r>
            <a:r>
              <a:rPr lang="zh-CN" altLang="en-US" sz="1800" dirty="0">
                <a:solidFill>
                  <a:srgbClr val="000092"/>
                </a:solidFill>
                <a:latin typeface="Times New Roman" panose="02020503050405090304" pitchFamily="18" charset="0"/>
                <a:cs typeface="Times New Roman" panose="02020503050405090304" pitchFamily="18" charset="0"/>
              </a:rPr>
              <a:t>（）；</a:t>
            </a:r>
            <a:endParaRPr lang="zh-CN" altLang="en-US" sz="1800" dirty="0">
              <a:solidFill>
                <a:srgbClr val="000092"/>
              </a:solidFill>
              <a:latin typeface="Times New Roman" panose="02020503050405090304" pitchFamily="18" charset="0"/>
              <a:cs typeface="Times New Roman" panose="02020503050405090304" pitchFamily="18" charset="0"/>
            </a:endParaRPr>
          </a:p>
          <a:p>
            <a:pPr>
              <a:lnSpc>
                <a:spcPts val="2160"/>
              </a:lnSpc>
              <a:spcBef>
                <a:spcPts val="600"/>
              </a:spcBef>
            </a:pPr>
            <a:r>
              <a:rPr lang="zh-CN" altLang="en-US" sz="1800" dirty="0">
                <a:solidFill>
                  <a:srgbClr val="000092"/>
                </a:solidFill>
                <a:latin typeface="Times New Roman" panose="02020503050405090304" pitchFamily="18" charset="0"/>
                <a:cs typeface="Times New Roman" panose="02020503050405090304" pitchFamily="18" charset="0"/>
              </a:rPr>
              <a:t>       </a:t>
            </a:r>
            <a:r>
              <a:rPr lang="en-US" altLang="zh-CN" sz="1800" dirty="0" err="1">
                <a:solidFill>
                  <a:srgbClr val="000092"/>
                </a:solidFill>
                <a:latin typeface="Times New Roman" panose="02020503050405090304" pitchFamily="18" charset="0"/>
                <a:cs typeface="Times New Roman" panose="02020503050405090304" pitchFamily="18" charset="0"/>
              </a:rPr>
              <a:t>take_forks</a:t>
            </a:r>
            <a:r>
              <a:rPr lang="en-US" altLang="zh-CN" sz="1800" dirty="0">
                <a:solidFill>
                  <a:srgbClr val="000092"/>
                </a:solidFill>
                <a:latin typeface="Times New Roman" panose="02020503050405090304" pitchFamily="18" charset="0"/>
                <a:cs typeface="Times New Roman" panose="02020503050405090304" pitchFamily="18" charset="0"/>
              </a:rPr>
              <a:t>(</a:t>
            </a:r>
            <a:r>
              <a:rPr lang="en-US" altLang="zh-CN" sz="1800" dirty="0" err="1">
                <a:solidFill>
                  <a:srgbClr val="000092"/>
                </a:solidFill>
                <a:latin typeface="Times New Roman" panose="02020503050405090304" pitchFamily="18" charset="0"/>
                <a:cs typeface="Times New Roman" panose="02020503050405090304" pitchFamily="18" charset="0"/>
              </a:rPr>
              <a:t>i</a:t>
            </a:r>
            <a:r>
              <a:rPr lang="en-US" altLang="zh-CN" sz="1800" dirty="0">
                <a:solidFill>
                  <a:srgbClr val="000092"/>
                </a:solidFill>
                <a:latin typeface="Times New Roman" panose="02020503050405090304" pitchFamily="18" charset="0"/>
                <a:cs typeface="Times New Roman" panose="02020503050405090304" pitchFamily="18" charset="0"/>
              </a:rPr>
              <a:t>);</a:t>
            </a:r>
            <a:endParaRPr lang="en-US" altLang="zh-CN" sz="1800" dirty="0">
              <a:solidFill>
                <a:srgbClr val="000092"/>
              </a:solidFill>
              <a:latin typeface="Times New Roman" panose="02020503050405090304" pitchFamily="18" charset="0"/>
              <a:cs typeface="Times New Roman" panose="02020503050405090304" pitchFamily="18" charset="0"/>
            </a:endParaRPr>
          </a:p>
          <a:p>
            <a:pPr>
              <a:lnSpc>
                <a:spcPts val="2160"/>
              </a:lnSpc>
              <a:spcBef>
                <a:spcPts val="600"/>
              </a:spcBef>
            </a:pPr>
            <a:r>
              <a:rPr lang="en-US" altLang="zh-CN" sz="1800" dirty="0">
                <a:solidFill>
                  <a:srgbClr val="000092"/>
                </a:solidFill>
                <a:latin typeface="Times New Roman" panose="02020503050405090304" pitchFamily="18" charset="0"/>
                <a:cs typeface="Times New Roman" panose="02020503050405090304" pitchFamily="18" charset="0"/>
              </a:rPr>
              <a:t>       </a:t>
            </a:r>
            <a:r>
              <a:rPr lang="en-US" altLang="zh-CN" sz="1800" dirty="0" err="1">
                <a:solidFill>
                  <a:srgbClr val="000092"/>
                </a:solidFill>
                <a:latin typeface="Times New Roman" panose="02020503050405090304" pitchFamily="18" charset="0"/>
                <a:cs typeface="Times New Roman" panose="02020503050405090304" pitchFamily="18" charset="0"/>
              </a:rPr>
              <a:t>take_forks</a:t>
            </a:r>
            <a:r>
              <a:rPr lang="en-US" altLang="zh-CN" sz="1800" dirty="0">
                <a:solidFill>
                  <a:srgbClr val="000092"/>
                </a:solidFill>
                <a:latin typeface="Times New Roman" panose="02020503050405090304" pitchFamily="18" charset="0"/>
                <a:cs typeface="Times New Roman" panose="02020503050405090304" pitchFamily="18" charset="0"/>
              </a:rPr>
              <a:t>((</a:t>
            </a:r>
            <a:r>
              <a:rPr lang="en-US" altLang="zh-CN" sz="1800" dirty="0" err="1">
                <a:solidFill>
                  <a:srgbClr val="000092"/>
                </a:solidFill>
                <a:latin typeface="Times New Roman" panose="02020503050405090304" pitchFamily="18" charset="0"/>
                <a:cs typeface="Times New Roman" panose="02020503050405090304" pitchFamily="18" charset="0"/>
              </a:rPr>
              <a:t>i</a:t>
            </a:r>
            <a:r>
              <a:rPr lang="en-US" altLang="zh-CN" sz="1800" dirty="0">
                <a:solidFill>
                  <a:srgbClr val="000092"/>
                </a:solidFill>
                <a:latin typeface="Times New Roman" panose="02020503050405090304" pitchFamily="18" charset="0"/>
                <a:cs typeface="Times New Roman" panose="02020503050405090304" pitchFamily="18" charset="0"/>
              </a:rPr>
              <a:t> + 1) % N);</a:t>
            </a:r>
            <a:endParaRPr lang="en-US" altLang="zh-CN" sz="1800" dirty="0">
              <a:solidFill>
                <a:srgbClr val="000092"/>
              </a:solidFill>
              <a:latin typeface="Times New Roman" panose="02020503050405090304" pitchFamily="18" charset="0"/>
              <a:cs typeface="Times New Roman" panose="02020503050405090304" pitchFamily="18" charset="0"/>
            </a:endParaRPr>
          </a:p>
          <a:p>
            <a:pPr>
              <a:lnSpc>
                <a:spcPts val="2160"/>
              </a:lnSpc>
              <a:spcBef>
                <a:spcPts val="600"/>
              </a:spcBef>
            </a:pPr>
            <a:r>
              <a:rPr lang="en-US" altLang="zh-CN" sz="1800" dirty="0">
                <a:solidFill>
                  <a:srgbClr val="000092"/>
                </a:solidFill>
                <a:latin typeface="Times New Roman" panose="02020503050405090304" pitchFamily="18" charset="0"/>
                <a:cs typeface="Times New Roman" panose="02020503050405090304" pitchFamily="18" charset="0"/>
              </a:rPr>
              <a:t>       eat(); </a:t>
            </a:r>
            <a:endParaRPr lang="en-US" altLang="zh-CN" sz="1800" dirty="0">
              <a:solidFill>
                <a:srgbClr val="000092"/>
              </a:solidFill>
              <a:latin typeface="Times New Roman" panose="02020503050405090304" pitchFamily="18" charset="0"/>
              <a:cs typeface="Times New Roman" panose="02020503050405090304" pitchFamily="18" charset="0"/>
            </a:endParaRPr>
          </a:p>
          <a:p>
            <a:pPr>
              <a:lnSpc>
                <a:spcPts val="2160"/>
              </a:lnSpc>
              <a:spcBef>
                <a:spcPts val="600"/>
              </a:spcBef>
            </a:pPr>
            <a:r>
              <a:rPr lang="en-US" altLang="zh-CN" sz="1800" dirty="0">
                <a:solidFill>
                  <a:srgbClr val="000092"/>
                </a:solidFill>
                <a:latin typeface="Times New Roman" panose="02020503050405090304" pitchFamily="18" charset="0"/>
                <a:cs typeface="Times New Roman" panose="02020503050405090304" pitchFamily="18" charset="0"/>
              </a:rPr>
              <a:t>       </a:t>
            </a:r>
            <a:r>
              <a:rPr lang="en-US" altLang="zh-CN" sz="1800" dirty="0" err="1">
                <a:solidFill>
                  <a:srgbClr val="000092"/>
                </a:solidFill>
                <a:latin typeface="Times New Roman" panose="02020503050405090304" pitchFamily="18" charset="0"/>
                <a:cs typeface="Times New Roman" panose="02020503050405090304" pitchFamily="18" charset="0"/>
              </a:rPr>
              <a:t>put_forks</a:t>
            </a:r>
            <a:r>
              <a:rPr lang="en-US" altLang="zh-CN" sz="1800" dirty="0">
                <a:solidFill>
                  <a:srgbClr val="000092"/>
                </a:solidFill>
                <a:latin typeface="Times New Roman" panose="02020503050405090304" pitchFamily="18" charset="0"/>
                <a:cs typeface="Times New Roman" panose="02020503050405090304" pitchFamily="18" charset="0"/>
              </a:rPr>
              <a:t>(</a:t>
            </a:r>
            <a:r>
              <a:rPr lang="en-US" altLang="zh-CN" sz="1800" dirty="0" err="1">
                <a:solidFill>
                  <a:srgbClr val="000092"/>
                </a:solidFill>
                <a:latin typeface="Times New Roman" panose="02020503050405090304" pitchFamily="18" charset="0"/>
                <a:cs typeface="Times New Roman" panose="02020503050405090304" pitchFamily="18" charset="0"/>
              </a:rPr>
              <a:t>i</a:t>
            </a:r>
            <a:r>
              <a:rPr lang="en-US" altLang="zh-CN" sz="1800" dirty="0">
                <a:solidFill>
                  <a:srgbClr val="000092"/>
                </a:solidFill>
                <a:latin typeface="Times New Roman" panose="02020503050405090304" pitchFamily="18" charset="0"/>
                <a:cs typeface="Times New Roman" panose="02020503050405090304" pitchFamily="18" charset="0"/>
              </a:rPr>
              <a:t>);</a:t>
            </a:r>
            <a:endParaRPr lang="en-US" altLang="zh-CN" sz="1800" dirty="0">
              <a:solidFill>
                <a:srgbClr val="000092"/>
              </a:solidFill>
              <a:latin typeface="Times New Roman" panose="02020503050405090304" pitchFamily="18" charset="0"/>
              <a:cs typeface="Times New Roman" panose="02020503050405090304" pitchFamily="18" charset="0"/>
            </a:endParaRPr>
          </a:p>
          <a:p>
            <a:pPr>
              <a:lnSpc>
                <a:spcPts val="2160"/>
              </a:lnSpc>
              <a:spcBef>
                <a:spcPts val="600"/>
              </a:spcBef>
            </a:pPr>
            <a:r>
              <a:rPr lang="en-US" altLang="zh-CN" sz="1800" dirty="0">
                <a:solidFill>
                  <a:srgbClr val="000092"/>
                </a:solidFill>
                <a:latin typeface="Times New Roman" panose="02020503050405090304" pitchFamily="18" charset="0"/>
                <a:cs typeface="Times New Roman" panose="02020503050405090304" pitchFamily="18" charset="0"/>
              </a:rPr>
              <a:t>       </a:t>
            </a:r>
            <a:r>
              <a:rPr lang="en-US" altLang="zh-CN" sz="1800" dirty="0" err="1">
                <a:solidFill>
                  <a:srgbClr val="000092"/>
                </a:solidFill>
                <a:latin typeface="Times New Roman" panose="02020503050405090304" pitchFamily="18" charset="0"/>
                <a:cs typeface="Times New Roman" panose="02020503050405090304" pitchFamily="18" charset="0"/>
              </a:rPr>
              <a:t>put_forks</a:t>
            </a:r>
            <a:r>
              <a:rPr lang="en-US" altLang="zh-CN" sz="1800" dirty="0">
                <a:solidFill>
                  <a:srgbClr val="000092"/>
                </a:solidFill>
                <a:latin typeface="Times New Roman" panose="02020503050405090304" pitchFamily="18" charset="0"/>
                <a:cs typeface="Times New Roman" panose="02020503050405090304" pitchFamily="18" charset="0"/>
              </a:rPr>
              <a:t>((</a:t>
            </a:r>
            <a:r>
              <a:rPr lang="en-US" altLang="zh-CN" sz="1800" dirty="0" err="1">
                <a:solidFill>
                  <a:srgbClr val="000092"/>
                </a:solidFill>
                <a:latin typeface="Times New Roman" panose="02020503050405090304" pitchFamily="18" charset="0"/>
                <a:cs typeface="Times New Roman" panose="02020503050405090304" pitchFamily="18" charset="0"/>
              </a:rPr>
              <a:t>i</a:t>
            </a:r>
            <a:r>
              <a:rPr lang="en-US" altLang="zh-CN" sz="1800" dirty="0">
                <a:solidFill>
                  <a:srgbClr val="000092"/>
                </a:solidFill>
                <a:latin typeface="Times New Roman" panose="02020503050405090304" pitchFamily="18" charset="0"/>
                <a:cs typeface="Times New Roman" panose="02020503050405090304" pitchFamily="18" charset="0"/>
              </a:rPr>
              <a:t> + 1) % N);</a:t>
            </a:r>
            <a:endParaRPr lang="en-US" altLang="zh-CN" sz="1800" dirty="0">
              <a:solidFill>
                <a:srgbClr val="000092"/>
              </a:solidFill>
              <a:latin typeface="Times New Roman" panose="02020503050405090304" pitchFamily="18" charset="0"/>
              <a:cs typeface="Times New Roman" panose="02020503050405090304" pitchFamily="18" charset="0"/>
            </a:endParaRPr>
          </a:p>
          <a:p>
            <a:pPr>
              <a:lnSpc>
                <a:spcPts val="2160"/>
              </a:lnSpc>
              <a:spcBef>
                <a:spcPts val="600"/>
              </a:spcBef>
            </a:pPr>
            <a:r>
              <a:rPr lang="en-US" altLang="zh-CN" sz="1800" dirty="0">
                <a:solidFill>
                  <a:srgbClr val="000092"/>
                </a:solidFill>
                <a:latin typeface="Times New Roman" panose="02020503050405090304" pitchFamily="18" charset="0"/>
                <a:cs typeface="Times New Roman" panose="02020503050405090304" pitchFamily="18" charset="0"/>
              </a:rPr>
              <a:t>   }</a:t>
            </a:r>
            <a:endParaRPr lang="en-US" altLang="zh-CN" sz="1800" dirty="0">
              <a:solidFill>
                <a:srgbClr val="000092"/>
              </a:solidFill>
              <a:latin typeface="Times New Roman" panose="02020503050405090304" pitchFamily="18" charset="0"/>
              <a:cs typeface="Times New Roman" panose="02020503050405090304" pitchFamily="18" charset="0"/>
            </a:endParaRPr>
          </a:p>
          <a:p>
            <a:pPr>
              <a:lnSpc>
                <a:spcPts val="2160"/>
              </a:lnSpc>
              <a:spcBef>
                <a:spcPts val="600"/>
              </a:spcBef>
            </a:pPr>
            <a:r>
              <a:rPr lang="en-US" altLang="zh-CN" sz="1800" dirty="0">
                <a:solidFill>
                  <a:srgbClr val="000092"/>
                </a:solidFill>
                <a:latin typeface="Times New Roman" panose="02020503050405090304" pitchFamily="18" charset="0"/>
                <a:cs typeface="Times New Roman" panose="02020503050405090304" pitchFamily="18" charset="0"/>
              </a:rPr>
              <a:t>}</a:t>
            </a:r>
            <a:endParaRPr lang="en-US" altLang="zh-CN" sz="1800" dirty="0">
              <a:solidFill>
                <a:srgbClr val="000092"/>
              </a:solidFill>
              <a:latin typeface="Times New Roman" panose="02020503050405090304" pitchFamily="18" charset="0"/>
              <a:cs typeface="Times New Roman" panose="02020503050405090304" pitchFamily="18" charset="0"/>
            </a:endParaRPr>
          </a:p>
        </p:txBody>
      </p:sp>
      <p:sp>
        <p:nvSpPr>
          <p:cNvPr id="2" name="爆炸形: 8 pt  1"/>
          <p:cNvSpPr/>
          <p:nvPr/>
        </p:nvSpPr>
        <p:spPr>
          <a:xfrm>
            <a:off x="5173886" y="4826169"/>
            <a:ext cx="2098233" cy="1498791"/>
          </a:xfrm>
          <a:prstGeom prst="irregularSeal1">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latin typeface="微软雅黑" panose="020B0503020204020204" pitchFamily="34" charset="-122"/>
                <a:ea typeface="微软雅黑" panose="020B0503020204020204" pitchFamily="34" charset="-122"/>
              </a:rPr>
              <a:t>死锁</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02116" y="896620"/>
            <a:ext cx="11237203" cy="4886531"/>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引起死锁的主要是需要采用互斥访问方法的、不可被抢占的资源，及临界资源（打印机、数据文件）</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charset="0"/>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可重用性资源：用户重复使用多次的资源</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可消耗性资源/临时性资源：进程动态创建和消耗</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可抢占/剥夺性资源</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 不可抢占/剥夺性资源</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44068" y="33656"/>
            <a:ext cx="10242934"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3.5.1</a:t>
            </a:r>
            <a:r>
              <a:rPr lang="zh-CN" altLang="en-US" sz="3900" b="1" dirty="0">
                <a:latin typeface="微软雅黑" panose="020B0503020204020204" pitchFamily="34" charset="-122"/>
                <a:ea typeface="微软雅黑" panose="020B0503020204020204" pitchFamily="34" charset="-122"/>
              </a:rPr>
              <a:t> 资源问题</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79234" y="896621"/>
            <a:ext cx="11463049" cy="5278946"/>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可重用性资源：用户重复使用多次的资源</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每个单元只能分配给一个进程使用</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按照一定顺序：请求资源 </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 </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使用资源 </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 </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释放资源</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a:p>
            <a:pPr marL="800100" lvl="1" indent="-3429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每类资源的单元数目相对固定，进程运行时不能创建或删除</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a:p>
            <a:pPr marL="800100" lvl="1" indent="-3429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对资源请求或释放利用系统调用实现</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a:p>
            <a:pPr marL="1257300" lvl="2" indent="-3429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设备：</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request/release</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a:p>
            <a:pPr marL="1257300" lvl="2" indent="-3429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文件：</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open/close</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a:p>
            <a:pPr marL="1257300" lvl="2" indent="-3429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互斥访问的资源：</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wait/signal</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0" y="33656"/>
            <a:ext cx="10287001"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3.5.1</a:t>
            </a:r>
            <a:r>
              <a:rPr lang="zh-CN" altLang="en-US" sz="3900" b="1" dirty="0">
                <a:latin typeface="微软雅黑" panose="020B0503020204020204" pitchFamily="34" charset="-122"/>
                <a:ea typeface="微软雅黑" panose="020B0503020204020204" pitchFamily="34" charset="-122"/>
              </a:rPr>
              <a:t> 资源问题</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523301" y="896620"/>
            <a:ext cx="11049918" cy="5708742"/>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可消耗性资源</a:t>
            </a: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临时性资源：进程动态创建和消耗</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每一类的单元数目在进程运行期间可变化</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进程运行过程可不断创造可消耗资源单元，放入缓冲区</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进程运行过程可请求若干个可消耗资源单元，并不再返回</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生产者进程创建，消费者进程消费</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典型：用于进程通信的消息 </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32202" y="33656"/>
            <a:ext cx="10154799"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3.5.1</a:t>
            </a:r>
            <a:r>
              <a:rPr lang="zh-CN" altLang="en-US" sz="3900" b="1" dirty="0">
                <a:latin typeface="微软雅黑" panose="020B0503020204020204" pitchFamily="34" charset="-122"/>
                <a:ea typeface="微软雅黑" panose="020B0503020204020204" pitchFamily="34" charset="-122"/>
              </a:rPr>
              <a:t> 资源问题</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56835" y="896621"/>
            <a:ext cx="11413840" cy="5371279"/>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可抢占</a:t>
            </a: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剥夺性资源</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进程在获得这类资源后，该资源可再被其他进程或系统剥夺</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CPU</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和主存均属于可剥夺性资源</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不可抢占</a:t>
            </a: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剥夺性资源</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当系统把这类资源分配给某进程后，再不能强行收回，只能在进程用完后自行释放</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磁带机、打印机属于不可剥夺性资源</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37712" y="33656"/>
            <a:ext cx="1014929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3.5.1</a:t>
            </a:r>
            <a:r>
              <a:rPr lang="zh-CN" altLang="en-US" sz="3900" b="1" dirty="0">
                <a:latin typeface="微软雅黑" panose="020B0503020204020204" pitchFamily="34" charset="-122"/>
                <a:ea typeface="微软雅黑" panose="020B0503020204020204" pitchFamily="34" charset="-122"/>
              </a:rPr>
              <a:t> 资源问题</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661013" y="896621"/>
            <a:ext cx="9997806" cy="4540282"/>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可重用性资源</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可抢占</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剥夺性资源</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algn="just">
              <a:lnSpc>
                <a:spcPct val="150000"/>
              </a:lnSpc>
            </a:pP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导致死锁的原因</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 竞争不可抢占性资源引起死锁</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 竞争可消耗性资源引起死锁</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 进程推进顺序不当引起死锁</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66102" y="33656"/>
            <a:ext cx="102209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3.5.2</a:t>
            </a:r>
            <a:r>
              <a:rPr lang="zh-CN" altLang="en-US" sz="3900" b="1" dirty="0">
                <a:latin typeface="微软雅黑" panose="020B0503020204020204" pitchFamily="34" charset="-122"/>
                <a:ea typeface="微软雅黑" panose="020B0503020204020204" pitchFamily="34" charset="-122"/>
              </a:rPr>
              <a:t> 计算机系统中的死锁</a:t>
            </a:r>
            <a:endParaRPr lang="zh-CN" altLang="en-US" sz="3900" b="1" dirty="0">
              <a:latin typeface="微软雅黑" panose="020B0503020204020204" pitchFamily="34" charset="-122"/>
              <a:ea typeface="微软雅黑" panose="020B0503020204020204" pitchFamily="34" charset="-122"/>
            </a:endParaRPr>
          </a:p>
        </p:txBody>
      </p:sp>
      <p:sp>
        <p:nvSpPr>
          <p:cNvPr id="5" name="矩形 4"/>
          <p:cNvSpPr/>
          <p:nvPr/>
        </p:nvSpPr>
        <p:spPr>
          <a:xfrm>
            <a:off x="6199187" y="896621"/>
            <a:ext cx="5500726" cy="1308628"/>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8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可消耗性资源</a:t>
            </a:r>
            <a:r>
              <a:rPr lang="en-US" altLang="zh-CN" sz="28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8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临时性资源</a:t>
            </a:r>
            <a:endParaRPr lang="en-US" altLang="zh-CN" sz="28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28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不可抢占</a:t>
            </a:r>
            <a:r>
              <a:rPr lang="en-US" altLang="zh-CN" sz="28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8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剥夺性资源</a:t>
            </a:r>
            <a:endParaRPr lang="zh-CN" altLang="en-US" sz="2800" b="1" u="sng"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cxnSp>
        <p:nvCxnSpPr>
          <p:cNvPr id="3" name="直接连接符 2"/>
          <p:cNvCxnSpPr/>
          <p:nvPr/>
        </p:nvCxnSpPr>
        <p:spPr>
          <a:xfrm>
            <a:off x="760165" y="2443326"/>
            <a:ext cx="1017407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08471" y="896620"/>
            <a:ext cx="11413475" cy="510518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竞争不可抢占性资源引起死锁</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系统所配置的</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不可抢占性</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资源由于数量不能满足诸进程运行的需要，会使进程在运行过程中因争夺资源而</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死锁</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系统中只有一台打印机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和一台磁带机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，可供进程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共享。假定</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已占用了打印机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已占用了磁带机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。此时，若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继续要求打印机，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将阻塞；</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若又要求磁带机，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也将阻塞。于是，在</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与</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之间便形成了</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僵局</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，两个进程都在</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等待对方释放出自己所需的资源</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。但它们又都因</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不能继续获得</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自己所需的资源而</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不能继续推进</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，从而也不能释放出自己已占有的资源，以致进入</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死锁状态</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26694" y="33656"/>
            <a:ext cx="10160307"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3.5.2</a:t>
            </a:r>
            <a:r>
              <a:rPr lang="zh-CN" altLang="en-US" sz="3900" b="1" dirty="0">
                <a:latin typeface="微软雅黑" panose="020B0503020204020204" pitchFamily="34" charset="-122"/>
                <a:ea typeface="微软雅黑" panose="020B0503020204020204" pitchFamily="34" charset="-122"/>
              </a:rPr>
              <a:t> 计算机系统中的死锁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26694" y="896621"/>
            <a:ext cx="6072494" cy="5300746"/>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竞争不可抢占性资源引起死锁</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系统中只有一台打印机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R1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和一台磁带机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R2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，可供进程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共享。假定</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已占用了打印机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R1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已占用了磁带机 </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R2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。此时，若 </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继续要求打印机，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将阻塞；</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若又要求磁带机，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也将阻塞。于是，在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与</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之间便形成了</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僵局</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，两个进程都在</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等待对方释放出自己所需的资源</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。但它们又都因</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不能继续获得</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自己所需的资源而</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不能继续推进</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，从而也不能释放出自己已占有的资源，以致进入</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死锁状态</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65254" y="33656"/>
            <a:ext cx="10121748"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3.5.2</a:t>
            </a:r>
            <a:r>
              <a:rPr lang="zh-CN" altLang="en-US" sz="3900" b="1" dirty="0">
                <a:latin typeface="微软雅黑" panose="020B0503020204020204" pitchFamily="34" charset="-122"/>
                <a:ea typeface="微软雅黑" panose="020B0503020204020204" pitchFamily="34" charset="-122"/>
              </a:rPr>
              <a:t> 计算机系统中的死锁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6" name="Object 2"/>
          <p:cNvGraphicFramePr>
            <a:graphicFrameLocks noChangeAspect="1"/>
          </p:cNvGraphicFramePr>
          <p:nvPr/>
        </p:nvGraphicFramePr>
        <p:xfrm>
          <a:off x="6634947" y="1351988"/>
          <a:ext cx="5037424" cy="4624982"/>
        </p:xfrm>
        <a:graphic>
          <a:graphicData uri="http://schemas.openxmlformats.org/presentationml/2006/ole">
            <mc:AlternateContent xmlns:mc="http://schemas.openxmlformats.org/markup-compatibility/2006">
              <mc:Choice xmlns:v="urn:schemas-microsoft-com:vml" Requires="v">
                <p:oleObj spid="_x0000_s2084" name="" r:id="rId1" imgW="6276340" imgH="5937885" progId="Visio.Drawing.11">
                  <p:embed/>
                </p:oleObj>
              </mc:Choice>
              <mc:Fallback>
                <p:oleObj name="" r:id="rId1" imgW="6276340" imgH="593788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4947" y="1351988"/>
                        <a:ext cx="5037424" cy="4624982"/>
                      </a:xfrm>
                      <a:prstGeom prst="rect">
                        <a:avLst/>
                      </a:prstGeom>
                      <a:noFill/>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18641" y="896620"/>
            <a:ext cx="11319831" cy="526003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竞争可消耗资源引起死锁</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由一个进程产生被另一进程使用一短暂时间后便无用的可消耗资源也可能引起死锁。</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是临时性资源。进程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产生</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，从</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接收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产生消息</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，从进程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接收</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产生</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，从</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接收</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如果消息通信按下述两种顺序进行：</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…Release(S1)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Reqaest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(S3)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…Release(S2)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Request(S1)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…Release(S3)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Request(S2)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98304" y="33656"/>
            <a:ext cx="10088697"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3.5.2</a:t>
            </a:r>
            <a:r>
              <a:rPr lang="zh-CN" altLang="en-US" sz="3900" b="1" dirty="0">
                <a:latin typeface="微软雅黑" panose="020B0503020204020204" pitchFamily="34" charset="-122"/>
                <a:ea typeface="微软雅黑" panose="020B0503020204020204" pitchFamily="34" charset="-122"/>
              </a:rPr>
              <a:t> 计算机系统中的死锁</a:t>
            </a:r>
            <a:endParaRPr lang="zh-CN" altLang="en-US" sz="39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961894" y="4866938"/>
            <a:ext cx="4678564" cy="1289712"/>
          </a:xfrm>
          <a:prstGeom prst="rect">
            <a:avLst/>
          </a:prstGeom>
          <a:noFill/>
        </p:spPr>
        <p:txBody>
          <a:bodyPr wrap="square">
            <a:spAutoFit/>
          </a:bodyPr>
          <a:lstStyle/>
          <a:p>
            <a:pPr lvl="1">
              <a:lnSpc>
                <a:spcPct val="150000"/>
              </a:lnSpc>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…Request(S3)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Release(S1)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 P2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…Request(S1)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Release(S2)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 P3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…Request(S2)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Release(S3)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18641" y="896620"/>
            <a:ext cx="11319831" cy="526003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竞争可消耗资源引起死锁</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由一个进程产生被另一进程使用一短暂时间后便无用的可消耗资源也可能引起死锁。</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是临时性资源。进程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产生</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，从</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接收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产生消息</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，从进程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接收</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产生</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，从</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接收</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S1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如果消息通信按下述两种顺序进行：</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…Release(S1)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Reqaest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(S3)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…Release(S2)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Request(S1)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…Release(S3)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Request(S2)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98304" y="33656"/>
            <a:ext cx="10088697"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3.5.2</a:t>
            </a:r>
            <a:r>
              <a:rPr lang="zh-CN" altLang="en-US" sz="3900" b="1" dirty="0">
                <a:latin typeface="微软雅黑" panose="020B0503020204020204" pitchFamily="34" charset="-122"/>
                <a:ea typeface="微软雅黑" panose="020B0503020204020204" pitchFamily="34" charset="-122"/>
              </a:rPr>
              <a:t> 计算机系统中的死锁</a:t>
            </a:r>
            <a:endParaRPr lang="zh-CN" altLang="en-US" sz="39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961894" y="4866938"/>
            <a:ext cx="4678564" cy="1289712"/>
          </a:xfrm>
          <a:prstGeom prst="rect">
            <a:avLst/>
          </a:prstGeom>
          <a:noFill/>
        </p:spPr>
        <p:txBody>
          <a:bodyPr wrap="square">
            <a:spAutoFit/>
          </a:bodyPr>
          <a:lstStyle/>
          <a:p>
            <a:pPr lvl="1">
              <a:lnSpc>
                <a:spcPct val="150000"/>
              </a:lnSpc>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…Request(S3)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Release(S1)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 P2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…Request(S1)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Release(S2)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 P3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…Request(S2)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Release(S3)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3930545" y="896620"/>
            <a:ext cx="4537286" cy="3723609"/>
          </a:xfrm>
          <a:prstGeom prst="rect">
            <a:avLst/>
          </a:prstGeom>
        </p:spPr>
      </p:pic>
      <p:sp>
        <p:nvSpPr>
          <p:cNvPr id="3" name="乘号 2"/>
          <p:cNvSpPr/>
          <p:nvPr/>
        </p:nvSpPr>
        <p:spPr>
          <a:xfrm>
            <a:off x="7309014" y="4324376"/>
            <a:ext cx="2317633" cy="2317633"/>
          </a:xfrm>
          <a:prstGeom prst="mathMultiply">
            <a:avLst>
              <a:gd name="adj1" fmla="val 8984"/>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90252" y="896621"/>
            <a:ext cx="10095246" cy="122719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进程推进顺序不当引起死锁</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进程在运行中具有异步性特征</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66102" y="33656"/>
            <a:ext cx="102209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3.5.2</a:t>
            </a:r>
            <a:r>
              <a:rPr lang="zh-CN" altLang="en-US" sz="3900" b="1" dirty="0">
                <a:latin typeface="微软雅黑" panose="020B0503020204020204" pitchFamily="34" charset="-122"/>
                <a:ea typeface="微软雅黑" panose="020B0503020204020204" pitchFamily="34" charset="-122"/>
              </a:rPr>
              <a:t> 计算机系统中的死锁</a:t>
            </a:r>
            <a:endParaRPr lang="zh-CN" altLang="en-US" sz="3900" b="1" dirty="0">
              <a:latin typeface="微软雅黑" panose="020B0503020204020204" pitchFamily="34" charset="-122"/>
              <a:ea typeface="微软雅黑" panose="020B0503020204020204" pitchFamily="34" charset="-122"/>
            </a:endParaRPr>
          </a:p>
        </p:txBody>
      </p:sp>
      <p:grpSp>
        <p:nvGrpSpPr>
          <p:cNvPr id="10" name="组合 9"/>
          <p:cNvGrpSpPr/>
          <p:nvPr/>
        </p:nvGrpSpPr>
        <p:grpSpPr>
          <a:xfrm>
            <a:off x="2140360" y="2226361"/>
            <a:ext cx="7466687" cy="4463770"/>
            <a:chOff x="410306" y="1353716"/>
            <a:chExt cx="8409844" cy="5027612"/>
          </a:xfrm>
        </p:grpSpPr>
        <p:sp>
          <p:nvSpPr>
            <p:cNvPr id="11" name="Rectangle 3"/>
            <p:cNvSpPr>
              <a:spLocks noChangeArrowheads="1"/>
            </p:cNvSpPr>
            <p:nvPr/>
          </p:nvSpPr>
          <p:spPr bwMode="auto">
            <a:xfrm>
              <a:off x="1763713" y="1917303"/>
              <a:ext cx="6985000" cy="4395787"/>
            </a:xfrm>
            <a:prstGeom prst="rect">
              <a:avLst/>
            </a:prstGeom>
            <a:noFill/>
            <a:ln w="9525">
              <a:noFill/>
              <a:miter lim="800000"/>
            </a:ln>
            <a:effectLst/>
          </p:spPr>
          <p:txBody>
            <a:bodyPr/>
            <a:lstStyle/>
            <a:p>
              <a:pPr marL="342900" indent="-342900" algn="just" latinLnBrk="1">
                <a:lnSpc>
                  <a:spcPct val="110000"/>
                </a:lnSpc>
                <a:buClr>
                  <a:srgbClr val="33CCFF"/>
                </a:buClr>
                <a:buFont typeface="Wingdings" panose="05000000000000000000" pitchFamily="2" charset="2"/>
                <a:buChar char="§"/>
              </a:pPr>
              <a:endParaRPr lang="zh-CN" altLang="en-US" sz="2000">
                <a:solidFill>
                  <a:srgbClr val="000066"/>
                </a:solidFill>
                <a:latin typeface="宋体" pitchFamily="2" charset="-122"/>
                <a:ea typeface="宋体" pitchFamily="2" charset="-122"/>
                <a:cs typeface="Times New Roman" panose="02020503050405090304" pitchFamily="18" charset="0"/>
              </a:endParaRPr>
            </a:p>
          </p:txBody>
        </p:sp>
        <p:sp>
          <p:nvSpPr>
            <p:cNvPr id="12" name="Line 4"/>
            <p:cNvSpPr>
              <a:spLocks noChangeShapeType="1"/>
            </p:cNvSpPr>
            <p:nvPr/>
          </p:nvSpPr>
          <p:spPr bwMode="auto">
            <a:xfrm>
              <a:off x="1908175" y="1629941"/>
              <a:ext cx="0" cy="4751387"/>
            </a:xfrm>
            <a:prstGeom prst="line">
              <a:avLst/>
            </a:prstGeom>
            <a:noFill/>
            <a:ln w="25400">
              <a:solidFill>
                <a:schemeClr val="tx1"/>
              </a:solidFill>
              <a:round/>
            </a:ln>
            <a:effectLst/>
          </p:spPr>
          <p:txBody>
            <a:bodyPr wrap="none"/>
            <a:lstStyle/>
            <a:p>
              <a:endParaRPr lang="zh-CN" altLang="en-US" sz="1600"/>
            </a:p>
          </p:txBody>
        </p:sp>
        <p:sp>
          <p:nvSpPr>
            <p:cNvPr id="13" name="Line 5"/>
            <p:cNvSpPr>
              <a:spLocks noChangeShapeType="1"/>
            </p:cNvSpPr>
            <p:nvPr/>
          </p:nvSpPr>
          <p:spPr bwMode="auto">
            <a:xfrm>
              <a:off x="1116013" y="5733628"/>
              <a:ext cx="7704137" cy="0"/>
            </a:xfrm>
            <a:prstGeom prst="line">
              <a:avLst/>
            </a:prstGeom>
            <a:noFill/>
            <a:ln w="25400">
              <a:solidFill>
                <a:schemeClr val="tx1"/>
              </a:solidFill>
              <a:round/>
            </a:ln>
            <a:effectLst/>
          </p:spPr>
          <p:txBody>
            <a:bodyPr wrap="none"/>
            <a:lstStyle/>
            <a:p>
              <a:endParaRPr lang="zh-CN" altLang="en-US" sz="1600"/>
            </a:p>
          </p:txBody>
        </p:sp>
        <p:sp>
          <p:nvSpPr>
            <p:cNvPr id="15" name="Line 6"/>
            <p:cNvSpPr>
              <a:spLocks noChangeShapeType="1"/>
            </p:cNvSpPr>
            <p:nvPr/>
          </p:nvSpPr>
          <p:spPr bwMode="auto">
            <a:xfrm>
              <a:off x="1908175" y="4077866"/>
              <a:ext cx="5688013" cy="0"/>
            </a:xfrm>
            <a:prstGeom prst="line">
              <a:avLst/>
            </a:prstGeom>
            <a:noFill/>
            <a:ln w="25400">
              <a:solidFill>
                <a:schemeClr val="tx1"/>
              </a:solidFill>
              <a:prstDash val="sysDot"/>
              <a:round/>
            </a:ln>
            <a:effectLst/>
          </p:spPr>
          <p:txBody>
            <a:bodyPr wrap="none"/>
            <a:lstStyle/>
            <a:p>
              <a:endParaRPr lang="zh-CN" altLang="en-US" sz="1600"/>
            </a:p>
          </p:txBody>
        </p:sp>
        <p:sp>
          <p:nvSpPr>
            <p:cNvPr id="16" name="Line 7"/>
            <p:cNvSpPr>
              <a:spLocks noChangeShapeType="1"/>
            </p:cNvSpPr>
            <p:nvPr/>
          </p:nvSpPr>
          <p:spPr bwMode="auto">
            <a:xfrm>
              <a:off x="1908175" y="3212678"/>
              <a:ext cx="6480175" cy="0"/>
            </a:xfrm>
            <a:prstGeom prst="line">
              <a:avLst/>
            </a:prstGeom>
            <a:noFill/>
            <a:ln w="25400">
              <a:solidFill>
                <a:schemeClr val="tx1"/>
              </a:solidFill>
              <a:prstDash val="sysDot"/>
              <a:round/>
            </a:ln>
            <a:effectLst/>
          </p:spPr>
          <p:txBody>
            <a:bodyPr wrap="none"/>
            <a:lstStyle/>
            <a:p>
              <a:endParaRPr lang="zh-CN" altLang="en-US" sz="1600"/>
            </a:p>
          </p:txBody>
        </p:sp>
        <p:sp>
          <p:nvSpPr>
            <p:cNvPr id="17" name="Line 8"/>
            <p:cNvSpPr>
              <a:spLocks noChangeShapeType="1"/>
            </p:cNvSpPr>
            <p:nvPr/>
          </p:nvSpPr>
          <p:spPr bwMode="auto">
            <a:xfrm>
              <a:off x="1908175" y="2564978"/>
              <a:ext cx="215900" cy="0"/>
            </a:xfrm>
            <a:prstGeom prst="line">
              <a:avLst/>
            </a:prstGeom>
            <a:noFill/>
            <a:ln w="25400">
              <a:solidFill>
                <a:schemeClr val="tx1"/>
              </a:solidFill>
              <a:round/>
            </a:ln>
            <a:effectLst/>
          </p:spPr>
          <p:txBody>
            <a:bodyPr wrap="none"/>
            <a:lstStyle/>
            <a:p>
              <a:endParaRPr lang="zh-CN" altLang="en-US" sz="1600"/>
            </a:p>
          </p:txBody>
        </p:sp>
        <p:sp>
          <p:nvSpPr>
            <p:cNvPr id="19" name="Line 9"/>
            <p:cNvSpPr>
              <a:spLocks noChangeShapeType="1"/>
            </p:cNvSpPr>
            <p:nvPr/>
          </p:nvSpPr>
          <p:spPr bwMode="auto">
            <a:xfrm>
              <a:off x="1908175" y="1845841"/>
              <a:ext cx="215900" cy="0"/>
            </a:xfrm>
            <a:prstGeom prst="line">
              <a:avLst/>
            </a:prstGeom>
            <a:noFill/>
            <a:ln w="25400">
              <a:solidFill>
                <a:schemeClr val="tx1"/>
              </a:solidFill>
              <a:round/>
            </a:ln>
            <a:effectLst/>
          </p:spPr>
          <p:txBody>
            <a:bodyPr wrap="none"/>
            <a:lstStyle/>
            <a:p>
              <a:endParaRPr lang="zh-CN" altLang="en-US" sz="1600"/>
            </a:p>
          </p:txBody>
        </p:sp>
        <p:sp>
          <p:nvSpPr>
            <p:cNvPr id="20" name="Line 10"/>
            <p:cNvSpPr>
              <a:spLocks noChangeShapeType="1"/>
            </p:cNvSpPr>
            <p:nvPr/>
          </p:nvSpPr>
          <p:spPr bwMode="auto">
            <a:xfrm flipV="1">
              <a:off x="2266950" y="1845841"/>
              <a:ext cx="0" cy="3959225"/>
            </a:xfrm>
            <a:prstGeom prst="line">
              <a:avLst/>
            </a:prstGeom>
            <a:noFill/>
            <a:ln w="57150">
              <a:solidFill>
                <a:srgbClr val="00A67D"/>
              </a:solidFill>
              <a:round/>
            </a:ln>
            <a:effectLst/>
          </p:spPr>
          <p:txBody>
            <a:bodyPr wrap="none"/>
            <a:lstStyle/>
            <a:p>
              <a:endParaRPr lang="zh-CN" altLang="en-US" sz="1600"/>
            </a:p>
          </p:txBody>
        </p:sp>
        <p:sp>
          <p:nvSpPr>
            <p:cNvPr id="21" name="Line 11"/>
            <p:cNvSpPr>
              <a:spLocks noChangeShapeType="1"/>
            </p:cNvSpPr>
            <p:nvPr/>
          </p:nvSpPr>
          <p:spPr bwMode="auto">
            <a:xfrm>
              <a:off x="2266950" y="1845841"/>
              <a:ext cx="6121400" cy="0"/>
            </a:xfrm>
            <a:prstGeom prst="line">
              <a:avLst/>
            </a:prstGeom>
            <a:noFill/>
            <a:ln w="57150">
              <a:solidFill>
                <a:srgbClr val="00A67D"/>
              </a:solidFill>
              <a:round/>
            </a:ln>
            <a:effectLst/>
          </p:spPr>
          <p:txBody>
            <a:bodyPr wrap="none"/>
            <a:lstStyle/>
            <a:p>
              <a:endParaRPr lang="zh-CN" altLang="en-US" sz="1600"/>
            </a:p>
          </p:txBody>
        </p:sp>
        <p:sp>
          <p:nvSpPr>
            <p:cNvPr id="22" name="Text Box 12"/>
            <p:cNvSpPr txBox="1">
              <a:spLocks noChangeArrowheads="1"/>
            </p:cNvSpPr>
            <p:nvPr/>
          </p:nvSpPr>
          <p:spPr bwMode="auto">
            <a:xfrm>
              <a:off x="4534721" y="1353716"/>
              <a:ext cx="365070" cy="450650"/>
            </a:xfrm>
            <a:prstGeom prst="rect">
              <a:avLst/>
            </a:prstGeom>
            <a:noFill/>
            <a:ln w="9525">
              <a:noFill/>
              <a:miter lim="800000"/>
            </a:ln>
            <a:effectLst/>
          </p:spPr>
          <p:txBody>
            <a:bodyPr wrap="none">
              <a:spAutoFit/>
            </a:bodyPr>
            <a:lstStyle/>
            <a:p>
              <a:pPr algn="ctr">
                <a:spcBef>
                  <a:spcPct val="0"/>
                </a:spcBef>
                <a:buFontTx/>
                <a:buNone/>
              </a:pPr>
              <a:r>
                <a:rPr lang="en-US" altLang="zh-CN" sz="2000">
                  <a:solidFill>
                    <a:srgbClr val="00A67D"/>
                  </a:solidFill>
                  <a:latin typeface="Tahoma" panose="020B0604030504040204" pitchFamily="34" charset="0"/>
                  <a:ea typeface="宋体" pitchFamily="2" charset="-122"/>
                </a:rPr>
                <a:t>2</a:t>
              </a:r>
              <a:endParaRPr lang="en-US" altLang="zh-CN" sz="2000">
                <a:solidFill>
                  <a:srgbClr val="00A67D"/>
                </a:solidFill>
                <a:latin typeface="Tahoma" panose="020B0604030504040204" pitchFamily="34" charset="0"/>
                <a:ea typeface="宋体" pitchFamily="2" charset="-122"/>
              </a:endParaRPr>
            </a:p>
          </p:txBody>
        </p:sp>
        <p:sp>
          <p:nvSpPr>
            <p:cNvPr id="23" name="Line 13"/>
            <p:cNvSpPr>
              <a:spLocks noChangeShapeType="1"/>
            </p:cNvSpPr>
            <p:nvPr/>
          </p:nvSpPr>
          <p:spPr bwMode="auto">
            <a:xfrm flipV="1">
              <a:off x="3348038" y="2925341"/>
              <a:ext cx="0" cy="2879725"/>
            </a:xfrm>
            <a:prstGeom prst="line">
              <a:avLst/>
            </a:prstGeom>
            <a:noFill/>
            <a:ln w="25400">
              <a:solidFill>
                <a:schemeClr val="tx1"/>
              </a:solidFill>
              <a:prstDash val="sysDot"/>
              <a:round/>
            </a:ln>
            <a:effectLst/>
          </p:spPr>
          <p:txBody>
            <a:bodyPr wrap="none"/>
            <a:lstStyle/>
            <a:p>
              <a:endParaRPr lang="zh-CN" altLang="en-US" sz="1600"/>
            </a:p>
          </p:txBody>
        </p:sp>
        <p:sp>
          <p:nvSpPr>
            <p:cNvPr id="24" name="Line 14"/>
            <p:cNvSpPr>
              <a:spLocks noChangeShapeType="1"/>
            </p:cNvSpPr>
            <p:nvPr/>
          </p:nvSpPr>
          <p:spPr bwMode="auto">
            <a:xfrm flipV="1">
              <a:off x="4643438" y="2998366"/>
              <a:ext cx="0" cy="2879725"/>
            </a:xfrm>
            <a:prstGeom prst="line">
              <a:avLst/>
            </a:prstGeom>
            <a:noFill/>
            <a:ln w="25400">
              <a:solidFill>
                <a:schemeClr val="tx1"/>
              </a:solidFill>
              <a:prstDash val="sysDot"/>
              <a:round/>
            </a:ln>
            <a:effectLst/>
          </p:spPr>
          <p:txBody>
            <a:bodyPr wrap="none"/>
            <a:lstStyle/>
            <a:p>
              <a:endParaRPr lang="zh-CN" altLang="en-US" sz="1600"/>
            </a:p>
          </p:txBody>
        </p:sp>
        <p:sp>
          <p:nvSpPr>
            <p:cNvPr id="25" name="Line 15"/>
            <p:cNvSpPr>
              <a:spLocks noChangeShapeType="1"/>
            </p:cNvSpPr>
            <p:nvPr/>
          </p:nvSpPr>
          <p:spPr bwMode="auto">
            <a:xfrm flipV="1">
              <a:off x="6372225" y="5301828"/>
              <a:ext cx="0" cy="576263"/>
            </a:xfrm>
            <a:prstGeom prst="line">
              <a:avLst/>
            </a:prstGeom>
            <a:noFill/>
            <a:ln w="25400">
              <a:solidFill>
                <a:schemeClr val="tx1"/>
              </a:solidFill>
              <a:round/>
            </a:ln>
            <a:effectLst/>
          </p:spPr>
          <p:txBody>
            <a:bodyPr wrap="none"/>
            <a:lstStyle/>
            <a:p>
              <a:endParaRPr lang="zh-CN" altLang="en-US" sz="1600"/>
            </a:p>
          </p:txBody>
        </p:sp>
        <p:sp>
          <p:nvSpPr>
            <p:cNvPr id="26" name="Line 16"/>
            <p:cNvSpPr>
              <a:spLocks noChangeShapeType="1"/>
            </p:cNvSpPr>
            <p:nvPr/>
          </p:nvSpPr>
          <p:spPr bwMode="auto">
            <a:xfrm flipV="1">
              <a:off x="7524750" y="5301828"/>
              <a:ext cx="0" cy="576263"/>
            </a:xfrm>
            <a:prstGeom prst="line">
              <a:avLst/>
            </a:prstGeom>
            <a:noFill/>
            <a:ln w="25400">
              <a:solidFill>
                <a:schemeClr val="tx1"/>
              </a:solidFill>
              <a:round/>
            </a:ln>
            <a:effectLst/>
          </p:spPr>
          <p:txBody>
            <a:bodyPr wrap="none"/>
            <a:lstStyle/>
            <a:p>
              <a:endParaRPr lang="zh-CN" altLang="en-US" sz="1600"/>
            </a:p>
          </p:txBody>
        </p:sp>
        <p:sp>
          <p:nvSpPr>
            <p:cNvPr id="27" name="Line 17"/>
            <p:cNvSpPr>
              <a:spLocks noChangeShapeType="1"/>
            </p:cNvSpPr>
            <p:nvPr/>
          </p:nvSpPr>
          <p:spPr bwMode="auto">
            <a:xfrm>
              <a:off x="2627313" y="5446291"/>
              <a:ext cx="3240087" cy="0"/>
            </a:xfrm>
            <a:prstGeom prst="line">
              <a:avLst/>
            </a:prstGeom>
            <a:noFill/>
            <a:ln w="57150">
              <a:solidFill>
                <a:srgbClr val="0000B0"/>
              </a:solidFill>
              <a:round/>
            </a:ln>
            <a:effectLst/>
          </p:spPr>
          <p:txBody>
            <a:bodyPr wrap="none"/>
            <a:lstStyle/>
            <a:p>
              <a:endParaRPr lang="zh-CN" altLang="en-US" sz="1600"/>
            </a:p>
          </p:txBody>
        </p:sp>
        <p:sp>
          <p:nvSpPr>
            <p:cNvPr id="28" name="Line 18"/>
            <p:cNvSpPr>
              <a:spLocks noChangeShapeType="1"/>
            </p:cNvSpPr>
            <p:nvPr/>
          </p:nvSpPr>
          <p:spPr bwMode="auto">
            <a:xfrm flipV="1">
              <a:off x="5867400" y="4077866"/>
              <a:ext cx="0" cy="1368425"/>
            </a:xfrm>
            <a:prstGeom prst="line">
              <a:avLst/>
            </a:prstGeom>
            <a:noFill/>
            <a:ln w="57150">
              <a:solidFill>
                <a:srgbClr val="0000B0"/>
              </a:solidFill>
              <a:round/>
            </a:ln>
            <a:effectLst/>
          </p:spPr>
          <p:txBody>
            <a:bodyPr wrap="none"/>
            <a:lstStyle/>
            <a:p>
              <a:endParaRPr lang="zh-CN" altLang="en-US" sz="1600"/>
            </a:p>
          </p:txBody>
        </p:sp>
        <p:sp>
          <p:nvSpPr>
            <p:cNvPr id="29" name="Line 19"/>
            <p:cNvSpPr>
              <a:spLocks noChangeShapeType="1"/>
            </p:cNvSpPr>
            <p:nvPr/>
          </p:nvSpPr>
          <p:spPr bwMode="auto">
            <a:xfrm>
              <a:off x="5867400" y="4077866"/>
              <a:ext cx="1728788" cy="0"/>
            </a:xfrm>
            <a:prstGeom prst="line">
              <a:avLst/>
            </a:prstGeom>
            <a:noFill/>
            <a:ln w="57150">
              <a:solidFill>
                <a:srgbClr val="0000B0"/>
              </a:solidFill>
              <a:round/>
            </a:ln>
            <a:effectLst/>
          </p:spPr>
          <p:txBody>
            <a:bodyPr wrap="none"/>
            <a:lstStyle/>
            <a:p>
              <a:endParaRPr lang="zh-CN" altLang="en-US" sz="1600"/>
            </a:p>
          </p:txBody>
        </p:sp>
        <p:sp>
          <p:nvSpPr>
            <p:cNvPr id="30" name="Line 20"/>
            <p:cNvSpPr>
              <a:spLocks noChangeShapeType="1"/>
            </p:cNvSpPr>
            <p:nvPr/>
          </p:nvSpPr>
          <p:spPr bwMode="auto">
            <a:xfrm flipV="1">
              <a:off x="7596188" y="1845841"/>
              <a:ext cx="0" cy="2232025"/>
            </a:xfrm>
            <a:prstGeom prst="line">
              <a:avLst/>
            </a:prstGeom>
            <a:noFill/>
            <a:ln w="57150">
              <a:solidFill>
                <a:srgbClr val="0000B0"/>
              </a:solidFill>
              <a:round/>
            </a:ln>
            <a:effectLst/>
          </p:spPr>
          <p:txBody>
            <a:bodyPr wrap="none"/>
            <a:lstStyle/>
            <a:p>
              <a:endParaRPr lang="zh-CN" altLang="en-US" sz="1600"/>
            </a:p>
          </p:txBody>
        </p:sp>
        <p:sp>
          <p:nvSpPr>
            <p:cNvPr id="31" name="Text Box 21"/>
            <p:cNvSpPr txBox="1">
              <a:spLocks noChangeArrowheads="1"/>
            </p:cNvSpPr>
            <p:nvPr/>
          </p:nvSpPr>
          <p:spPr bwMode="auto">
            <a:xfrm>
              <a:off x="7949433" y="3430166"/>
              <a:ext cx="365070" cy="450650"/>
            </a:xfrm>
            <a:prstGeom prst="rect">
              <a:avLst/>
            </a:prstGeom>
            <a:noFill/>
            <a:ln w="9525">
              <a:noFill/>
              <a:miter lim="800000"/>
            </a:ln>
            <a:effectLst/>
          </p:spPr>
          <p:txBody>
            <a:bodyPr wrap="none">
              <a:spAutoFit/>
            </a:bodyPr>
            <a:lstStyle/>
            <a:p>
              <a:pPr algn="ctr">
                <a:spcBef>
                  <a:spcPct val="0"/>
                </a:spcBef>
                <a:buFontTx/>
                <a:buNone/>
              </a:pPr>
              <a:r>
                <a:rPr lang="en-US" altLang="zh-CN" sz="2000">
                  <a:solidFill>
                    <a:srgbClr val="FF9900"/>
                  </a:solidFill>
                  <a:latin typeface="Tahoma" panose="020B0604030504040204" pitchFamily="34" charset="0"/>
                  <a:ea typeface="宋体" pitchFamily="2" charset="-122"/>
                </a:rPr>
                <a:t>1</a:t>
              </a:r>
              <a:endParaRPr lang="en-US" altLang="zh-CN" sz="2000">
                <a:solidFill>
                  <a:srgbClr val="FF9900"/>
                </a:solidFill>
                <a:latin typeface="Tahoma" panose="020B0604030504040204" pitchFamily="34" charset="0"/>
                <a:ea typeface="宋体" pitchFamily="2" charset="-122"/>
              </a:endParaRPr>
            </a:p>
          </p:txBody>
        </p:sp>
        <p:sp>
          <p:nvSpPr>
            <p:cNvPr id="32" name="Text Box 22"/>
            <p:cNvSpPr txBox="1">
              <a:spLocks noChangeArrowheads="1"/>
            </p:cNvSpPr>
            <p:nvPr/>
          </p:nvSpPr>
          <p:spPr bwMode="auto">
            <a:xfrm>
              <a:off x="6693721" y="3646066"/>
              <a:ext cx="365070" cy="450650"/>
            </a:xfrm>
            <a:prstGeom prst="rect">
              <a:avLst/>
            </a:prstGeom>
            <a:noFill/>
            <a:ln w="9525">
              <a:noFill/>
              <a:miter lim="800000"/>
            </a:ln>
            <a:effectLst/>
          </p:spPr>
          <p:txBody>
            <a:bodyPr wrap="none">
              <a:spAutoFit/>
            </a:bodyPr>
            <a:lstStyle/>
            <a:p>
              <a:pPr algn="ctr">
                <a:spcBef>
                  <a:spcPct val="0"/>
                </a:spcBef>
                <a:buFontTx/>
                <a:buNone/>
              </a:pPr>
              <a:r>
                <a:rPr lang="en-US" altLang="zh-CN" sz="2000">
                  <a:solidFill>
                    <a:srgbClr val="0000B0"/>
                  </a:solidFill>
                  <a:latin typeface="Tahoma" panose="020B0604030504040204" pitchFamily="34" charset="0"/>
                  <a:ea typeface="宋体" pitchFamily="2" charset="-122"/>
                </a:rPr>
                <a:t>3</a:t>
              </a:r>
              <a:endParaRPr lang="en-US" altLang="zh-CN" sz="2000">
                <a:solidFill>
                  <a:srgbClr val="0000B0"/>
                </a:solidFill>
                <a:latin typeface="Tahoma" panose="020B0604030504040204" pitchFamily="34" charset="0"/>
                <a:ea typeface="宋体" pitchFamily="2" charset="-122"/>
              </a:endParaRPr>
            </a:p>
          </p:txBody>
        </p:sp>
        <p:sp>
          <p:nvSpPr>
            <p:cNvPr id="33" name="Line 23"/>
            <p:cNvSpPr>
              <a:spLocks noChangeShapeType="1"/>
            </p:cNvSpPr>
            <p:nvPr/>
          </p:nvSpPr>
          <p:spPr bwMode="auto">
            <a:xfrm flipV="1">
              <a:off x="2627313" y="4581103"/>
              <a:ext cx="0" cy="865188"/>
            </a:xfrm>
            <a:prstGeom prst="line">
              <a:avLst/>
            </a:prstGeom>
            <a:noFill/>
            <a:ln w="57150">
              <a:solidFill>
                <a:srgbClr val="FF3300"/>
              </a:solidFill>
              <a:round/>
            </a:ln>
            <a:effectLst/>
          </p:spPr>
          <p:txBody>
            <a:bodyPr wrap="none"/>
            <a:lstStyle/>
            <a:p>
              <a:endParaRPr lang="zh-CN" altLang="en-US" sz="1600"/>
            </a:p>
          </p:txBody>
        </p:sp>
        <p:sp>
          <p:nvSpPr>
            <p:cNvPr id="34" name="Line 24"/>
            <p:cNvSpPr>
              <a:spLocks noChangeShapeType="1"/>
            </p:cNvSpPr>
            <p:nvPr/>
          </p:nvSpPr>
          <p:spPr bwMode="auto">
            <a:xfrm>
              <a:off x="2627313" y="4581103"/>
              <a:ext cx="1223962" cy="0"/>
            </a:xfrm>
            <a:prstGeom prst="line">
              <a:avLst/>
            </a:prstGeom>
            <a:noFill/>
            <a:ln w="57150">
              <a:solidFill>
                <a:srgbClr val="FF3300"/>
              </a:solidFill>
              <a:round/>
            </a:ln>
            <a:effectLst/>
          </p:spPr>
          <p:txBody>
            <a:bodyPr wrap="none"/>
            <a:lstStyle/>
            <a:p>
              <a:endParaRPr lang="zh-CN" altLang="en-US" sz="1600"/>
            </a:p>
          </p:txBody>
        </p:sp>
        <p:sp>
          <p:nvSpPr>
            <p:cNvPr id="35" name="Line 25"/>
            <p:cNvSpPr>
              <a:spLocks noChangeShapeType="1"/>
            </p:cNvSpPr>
            <p:nvPr/>
          </p:nvSpPr>
          <p:spPr bwMode="auto">
            <a:xfrm flipV="1">
              <a:off x="3851275" y="3573041"/>
              <a:ext cx="0" cy="1008062"/>
            </a:xfrm>
            <a:prstGeom prst="line">
              <a:avLst/>
            </a:prstGeom>
            <a:noFill/>
            <a:ln w="57150">
              <a:solidFill>
                <a:srgbClr val="FF3300"/>
              </a:solidFill>
              <a:round/>
            </a:ln>
            <a:effectLst/>
          </p:spPr>
          <p:txBody>
            <a:bodyPr wrap="none"/>
            <a:lstStyle/>
            <a:p>
              <a:endParaRPr lang="zh-CN" altLang="en-US" sz="1600"/>
            </a:p>
          </p:txBody>
        </p:sp>
        <p:sp>
          <p:nvSpPr>
            <p:cNvPr id="36" name="Text Box 26"/>
            <p:cNvSpPr txBox="1">
              <a:spLocks noChangeArrowheads="1"/>
            </p:cNvSpPr>
            <p:nvPr/>
          </p:nvSpPr>
          <p:spPr bwMode="auto">
            <a:xfrm>
              <a:off x="4009242" y="3514303"/>
              <a:ext cx="404791" cy="450650"/>
            </a:xfrm>
            <a:prstGeom prst="rect">
              <a:avLst/>
            </a:prstGeom>
            <a:noFill/>
            <a:ln w="9525">
              <a:noFill/>
              <a:miter lim="800000"/>
            </a:ln>
            <a:effectLst/>
          </p:spPr>
          <p:txBody>
            <a:bodyPr wrap="none">
              <a:spAutoFit/>
            </a:bodyPr>
            <a:lstStyle/>
            <a:p>
              <a:pPr algn="ctr">
                <a:spcBef>
                  <a:spcPct val="0"/>
                </a:spcBef>
                <a:buFontTx/>
                <a:buNone/>
              </a:pPr>
              <a:r>
                <a:rPr lang="en-US" altLang="zh-CN" sz="2000">
                  <a:latin typeface="Tahoma" panose="020B0604030504040204" pitchFamily="34" charset="0"/>
                  <a:ea typeface="宋体" pitchFamily="2" charset="-122"/>
                </a:rPr>
                <a:t>D</a:t>
              </a:r>
              <a:endParaRPr lang="en-US" altLang="zh-CN" sz="2000">
                <a:latin typeface="Tahoma" panose="020B0604030504040204" pitchFamily="34" charset="0"/>
                <a:ea typeface="宋体" pitchFamily="2" charset="-122"/>
              </a:endParaRPr>
            </a:p>
          </p:txBody>
        </p:sp>
        <p:sp>
          <p:nvSpPr>
            <p:cNvPr id="37" name="Text Box 27"/>
            <p:cNvSpPr txBox="1">
              <a:spLocks noChangeArrowheads="1"/>
            </p:cNvSpPr>
            <p:nvPr/>
          </p:nvSpPr>
          <p:spPr bwMode="auto">
            <a:xfrm>
              <a:off x="413478" y="3788941"/>
              <a:ext cx="1535242" cy="450650"/>
            </a:xfrm>
            <a:prstGeom prst="rect">
              <a:avLst/>
            </a:prstGeom>
            <a:noFill/>
            <a:ln w="9525">
              <a:noFill/>
              <a:miter lim="800000"/>
            </a:ln>
            <a:effectLst/>
          </p:spPr>
          <p:txBody>
            <a:bodyPr wrap="none">
              <a:spAutoFit/>
            </a:bodyPr>
            <a:lstStyle/>
            <a:p>
              <a:pPr algn="ctr">
                <a:spcBef>
                  <a:spcPct val="0"/>
                </a:spcBef>
                <a:buFontTx/>
                <a:buNone/>
              </a:pPr>
              <a:r>
                <a:rPr lang="en-US" altLang="zh-CN" sz="2000" dirty="0">
                  <a:latin typeface="Tahoma" panose="020B0604030504040204" pitchFamily="34" charset="0"/>
                  <a:ea typeface="宋体" pitchFamily="2" charset="-122"/>
                </a:rPr>
                <a:t>P</a:t>
              </a:r>
              <a:r>
                <a:rPr lang="en-US" altLang="zh-CN" dirty="0">
                  <a:latin typeface="Tahoma" panose="020B0604030504040204" pitchFamily="34" charset="0"/>
                  <a:ea typeface="宋体" pitchFamily="2" charset="-122"/>
                </a:rPr>
                <a:t>2</a:t>
              </a:r>
              <a:r>
                <a:rPr lang="en-US" altLang="zh-CN" sz="2000" dirty="0">
                  <a:latin typeface="Tahoma" panose="020B0604030504040204" pitchFamily="34" charset="0"/>
                  <a:ea typeface="宋体" pitchFamily="2" charset="-122"/>
                </a:rPr>
                <a:t>Req(R</a:t>
              </a:r>
              <a:r>
                <a:rPr lang="en-US" altLang="zh-CN" dirty="0">
                  <a:latin typeface="Tahoma" panose="020B0604030504040204" pitchFamily="34" charset="0"/>
                  <a:ea typeface="宋体" pitchFamily="2" charset="-122"/>
                </a:rPr>
                <a:t>2</a:t>
              </a:r>
              <a:r>
                <a:rPr lang="en-US" altLang="zh-CN" sz="2000" dirty="0">
                  <a:latin typeface="Tahoma" panose="020B0604030504040204" pitchFamily="34" charset="0"/>
                  <a:ea typeface="宋体" pitchFamily="2" charset="-122"/>
                </a:rPr>
                <a:t>)</a:t>
              </a:r>
              <a:endParaRPr lang="en-US" altLang="zh-CN" sz="2000" dirty="0">
                <a:latin typeface="Tahoma" panose="020B0604030504040204" pitchFamily="34" charset="0"/>
                <a:ea typeface="宋体" pitchFamily="2" charset="-122"/>
              </a:endParaRPr>
            </a:p>
          </p:txBody>
        </p:sp>
        <p:sp>
          <p:nvSpPr>
            <p:cNvPr id="38" name="Text Box 28"/>
            <p:cNvSpPr txBox="1">
              <a:spLocks noChangeArrowheads="1"/>
            </p:cNvSpPr>
            <p:nvPr/>
          </p:nvSpPr>
          <p:spPr bwMode="auto">
            <a:xfrm>
              <a:off x="413478" y="3069803"/>
              <a:ext cx="1535242" cy="450650"/>
            </a:xfrm>
            <a:prstGeom prst="rect">
              <a:avLst/>
            </a:prstGeom>
            <a:noFill/>
            <a:ln w="9525">
              <a:noFill/>
              <a:miter lim="800000"/>
            </a:ln>
            <a:effectLst/>
          </p:spPr>
          <p:txBody>
            <a:bodyPr wrap="none">
              <a:spAutoFit/>
            </a:bodyPr>
            <a:lstStyle/>
            <a:p>
              <a:pPr algn="ctr">
                <a:spcBef>
                  <a:spcPct val="0"/>
                </a:spcBef>
                <a:buFontTx/>
                <a:buNone/>
              </a:pPr>
              <a:r>
                <a:rPr lang="en-US" altLang="zh-CN" sz="2000">
                  <a:latin typeface="Tahoma" panose="020B0604030504040204" pitchFamily="34" charset="0"/>
                  <a:ea typeface="宋体" pitchFamily="2" charset="-122"/>
                </a:rPr>
                <a:t>P</a:t>
              </a:r>
              <a:r>
                <a:rPr lang="en-US" altLang="zh-CN">
                  <a:latin typeface="Tahoma" panose="020B0604030504040204" pitchFamily="34" charset="0"/>
                  <a:ea typeface="宋体" pitchFamily="2" charset="-122"/>
                </a:rPr>
                <a:t>2</a:t>
              </a:r>
              <a:r>
                <a:rPr lang="en-US" altLang="zh-CN" sz="2000">
                  <a:latin typeface="Tahoma" panose="020B0604030504040204" pitchFamily="34" charset="0"/>
                  <a:ea typeface="宋体" pitchFamily="2" charset="-122"/>
                </a:rPr>
                <a:t>Req(R</a:t>
              </a:r>
              <a:r>
                <a:rPr lang="en-US" altLang="zh-CN">
                  <a:latin typeface="Tahoma" panose="020B0604030504040204" pitchFamily="34" charset="0"/>
                  <a:ea typeface="宋体" pitchFamily="2" charset="-122"/>
                </a:rPr>
                <a:t>1</a:t>
              </a:r>
              <a:r>
                <a:rPr lang="en-US" altLang="zh-CN" sz="2000">
                  <a:latin typeface="Tahoma" panose="020B0604030504040204" pitchFamily="34" charset="0"/>
                  <a:ea typeface="宋体" pitchFamily="2" charset="-122"/>
                </a:rPr>
                <a:t>)</a:t>
              </a:r>
              <a:endParaRPr lang="en-US" altLang="zh-CN" sz="2000">
                <a:latin typeface="Tahoma" panose="020B0604030504040204" pitchFamily="34" charset="0"/>
                <a:ea typeface="宋体" pitchFamily="2" charset="-122"/>
              </a:endParaRPr>
            </a:p>
          </p:txBody>
        </p:sp>
        <p:sp>
          <p:nvSpPr>
            <p:cNvPr id="39" name="Text Box 29"/>
            <p:cNvSpPr txBox="1">
              <a:spLocks noChangeArrowheads="1"/>
            </p:cNvSpPr>
            <p:nvPr/>
          </p:nvSpPr>
          <p:spPr bwMode="auto">
            <a:xfrm>
              <a:off x="2502628" y="5805066"/>
              <a:ext cx="1535242" cy="450650"/>
            </a:xfrm>
            <a:prstGeom prst="rect">
              <a:avLst/>
            </a:prstGeom>
            <a:noFill/>
            <a:ln w="9525">
              <a:noFill/>
              <a:miter lim="800000"/>
            </a:ln>
            <a:effectLst/>
          </p:spPr>
          <p:txBody>
            <a:bodyPr wrap="none">
              <a:spAutoFit/>
            </a:bodyPr>
            <a:lstStyle/>
            <a:p>
              <a:pPr algn="ctr">
                <a:spcBef>
                  <a:spcPct val="0"/>
                </a:spcBef>
                <a:buFontTx/>
                <a:buNone/>
              </a:pPr>
              <a:r>
                <a:rPr lang="en-US" altLang="zh-CN" sz="2000">
                  <a:latin typeface="Tahoma" panose="020B0604030504040204" pitchFamily="34" charset="0"/>
                  <a:ea typeface="宋体" pitchFamily="2" charset="-122"/>
                </a:rPr>
                <a:t>P</a:t>
              </a:r>
              <a:r>
                <a:rPr lang="en-US" altLang="zh-CN">
                  <a:latin typeface="Tahoma" panose="020B0604030504040204" pitchFamily="34" charset="0"/>
                  <a:ea typeface="宋体" pitchFamily="2" charset="-122"/>
                </a:rPr>
                <a:t>1</a:t>
              </a:r>
              <a:r>
                <a:rPr lang="en-US" altLang="zh-CN" sz="2000">
                  <a:latin typeface="Tahoma" panose="020B0604030504040204" pitchFamily="34" charset="0"/>
                  <a:ea typeface="宋体" pitchFamily="2" charset="-122"/>
                </a:rPr>
                <a:t>Req(R</a:t>
              </a:r>
              <a:r>
                <a:rPr lang="en-US" altLang="zh-CN">
                  <a:latin typeface="Tahoma" panose="020B0604030504040204" pitchFamily="34" charset="0"/>
                  <a:ea typeface="宋体" pitchFamily="2" charset="-122"/>
                </a:rPr>
                <a:t>1</a:t>
              </a:r>
              <a:r>
                <a:rPr lang="en-US" altLang="zh-CN" sz="2000">
                  <a:latin typeface="Tahoma" panose="020B0604030504040204" pitchFamily="34" charset="0"/>
                  <a:ea typeface="宋体" pitchFamily="2" charset="-122"/>
                </a:rPr>
                <a:t>)</a:t>
              </a:r>
              <a:endParaRPr lang="en-US" altLang="zh-CN" sz="2000">
                <a:latin typeface="Tahoma" panose="020B0604030504040204" pitchFamily="34" charset="0"/>
                <a:ea typeface="宋体" pitchFamily="2" charset="-122"/>
              </a:endParaRPr>
            </a:p>
          </p:txBody>
        </p:sp>
        <p:sp>
          <p:nvSpPr>
            <p:cNvPr id="40" name="Text Box 30"/>
            <p:cNvSpPr txBox="1">
              <a:spLocks noChangeArrowheads="1"/>
            </p:cNvSpPr>
            <p:nvPr/>
          </p:nvSpPr>
          <p:spPr bwMode="auto">
            <a:xfrm>
              <a:off x="4084572" y="5805066"/>
              <a:ext cx="1535242" cy="450650"/>
            </a:xfrm>
            <a:prstGeom prst="rect">
              <a:avLst/>
            </a:prstGeom>
            <a:noFill/>
            <a:ln w="9525">
              <a:noFill/>
              <a:miter lim="800000"/>
            </a:ln>
            <a:effectLst/>
          </p:spPr>
          <p:txBody>
            <a:bodyPr wrap="none">
              <a:spAutoFit/>
            </a:bodyPr>
            <a:lstStyle/>
            <a:p>
              <a:pPr algn="ctr">
                <a:spcBef>
                  <a:spcPct val="0"/>
                </a:spcBef>
                <a:buFontTx/>
                <a:buNone/>
              </a:pPr>
              <a:r>
                <a:rPr lang="en-US" altLang="zh-CN" sz="2000">
                  <a:latin typeface="Tahoma" panose="020B0604030504040204" pitchFamily="34" charset="0"/>
                  <a:ea typeface="宋体" pitchFamily="2" charset="-122"/>
                </a:rPr>
                <a:t>P</a:t>
              </a:r>
              <a:r>
                <a:rPr lang="en-US" altLang="zh-CN">
                  <a:latin typeface="Tahoma" panose="020B0604030504040204" pitchFamily="34" charset="0"/>
                  <a:ea typeface="宋体" pitchFamily="2" charset="-122"/>
                </a:rPr>
                <a:t>1</a:t>
              </a:r>
              <a:r>
                <a:rPr lang="en-US" altLang="zh-CN" sz="2000">
                  <a:latin typeface="Tahoma" panose="020B0604030504040204" pitchFamily="34" charset="0"/>
                  <a:ea typeface="宋体" pitchFamily="2" charset="-122"/>
                </a:rPr>
                <a:t>Req(R</a:t>
              </a:r>
              <a:r>
                <a:rPr lang="en-US" altLang="zh-CN">
                  <a:latin typeface="Tahoma" panose="020B0604030504040204" pitchFamily="34" charset="0"/>
                  <a:ea typeface="宋体" pitchFamily="2" charset="-122"/>
                </a:rPr>
                <a:t>2</a:t>
              </a:r>
              <a:r>
                <a:rPr lang="en-US" altLang="zh-CN" sz="2000">
                  <a:latin typeface="Tahoma" panose="020B0604030504040204" pitchFamily="34" charset="0"/>
                  <a:ea typeface="宋体" pitchFamily="2" charset="-122"/>
                </a:rPr>
                <a:t>)</a:t>
              </a:r>
              <a:endParaRPr lang="en-US" altLang="zh-CN" sz="2000">
                <a:latin typeface="Tahoma" panose="020B0604030504040204" pitchFamily="34" charset="0"/>
                <a:ea typeface="宋体" pitchFamily="2" charset="-122"/>
              </a:endParaRPr>
            </a:p>
          </p:txBody>
        </p:sp>
        <p:sp>
          <p:nvSpPr>
            <p:cNvPr id="41" name="Text Box 31"/>
            <p:cNvSpPr txBox="1">
              <a:spLocks noChangeArrowheads="1"/>
            </p:cNvSpPr>
            <p:nvPr/>
          </p:nvSpPr>
          <p:spPr bwMode="auto">
            <a:xfrm>
              <a:off x="458725" y="2349078"/>
              <a:ext cx="1443162" cy="450650"/>
            </a:xfrm>
            <a:prstGeom prst="rect">
              <a:avLst/>
            </a:prstGeom>
            <a:noFill/>
            <a:ln w="9525">
              <a:noFill/>
              <a:miter lim="800000"/>
            </a:ln>
            <a:effectLst/>
          </p:spPr>
          <p:txBody>
            <a:bodyPr wrap="none">
              <a:spAutoFit/>
            </a:bodyPr>
            <a:lstStyle/>
            <a:p>
              <a:pPr algn="ctr">
                <a:spcBef>
                  <a:spcPct val="0"/>
                </a:spcBef>
                <a:buFontTx/>
                <a:buNone/>
              </a:pPr>
              <a:r>
                <a:rPr lang="en-US" altLang="zh-CN" sz="2000">
                  <a:latin typeface="Tahoma" panose="020B0604030504040204" pitchFamily="34" charset="0"/>
                  <a:ea typeface="宋体" pitchFamily="2" charset="-122"/>
                </a:rPr>
                <a:t>P</a:t>
              </a:r>
              <a:r>
                <a:rPr lang="en-US" altLang="zh-CN">
                  <a:latin typeface="Tahoma" panose="020B0604030504040204" pitchFamily="34" charset="0"/>
                  <a:ea typeface="宋体" pitchFamily="2" charset="-122"/>
                </a:rPr>
                <a:t>2</a:t>
              </a:r>
              <a:r>
                <a:rPr lang="en-US" altLang="zh-CN" sz="2000">
                  <a:latin typeface="Tahoma" panose="020B0604030504040204" pitchFamily="34" charset="0"/>
                  <a:ea typeface="宋体" pitchFamily="2" charset="-122"/>
                </a:rPr>
                <a:t>Rel(R</a:t>
              </a:r>
              <a:r>
                <a:rPr lang="en-US" altLang="zh-CN">
                  <a:latin typeface="Tahoma" panose="020B0604030504040204" pitchFamily="34" charset="0"/>
                  <a:ea typeface="宋体" pitchFamily="2" charset="-122"/>
                </a:rPr>
                <a:t>2</a:t>
              </a:r>
              <a:r>
                <a:rPr lang="en-US" altLang="zh-CN" sz="2000">
                  <a:latin typeface="Tahoma" panose="020B0604030504040204" pitchFamily="34" charset="0"/>
                  <a:ea typeface="宋体" pitchFamily="2" charset="-122"/>
                </a:rPr>
                <a:t>)</a:t>
              </a:r>
              <a:endParaRPr lang="en-US" altLang="zh-CN" sz="2000">
                <a:latin typeface="Tahoma" panose="020B0604030504040204" pitchFamily="34" charset="0"/>
                <a:ea typeface="宋体" pitchFamily="2" charset="-122"/>
              </a:endParaRPr>
            </a:p>
          </p:txBody>
        </p:sp>
        <p:sp>
          <p:nvSpPr>
            <p:cNvPr id="42" name="Text Box 32"/>
            <p:cNvSpPr txBox="1">
              <a:spLocks noChangeArrowheads="1"/>
            </p:cNvSpPr>
            <p:nvPr/>
          </p:nvSpPr>
          <p:spPr bwMode="auto">
            <a:xfrm>
              <a:off x="410306" y="1701378"/>
              <a:ext cx="1443162" cy="450650"/>
            </a:xfrm>
            <a:prstGeom prst="rect">
              <a:avLst/>
            </a:prstGeom>
            <a:noFill/>
            <a:ln w="9525">
              <a:noFill/>
              <a:miter lim="800000"/>
            </a:ln>
            <a:effectLst/>
          </p:spPr>
          <p:txBody>
            <a:bodyPr wrap="none">
              <a:spAutoFit/>
            </a:bodyPr>
            <a:lstStyle/>
            <a:p>
              <a:pPr algn="ctr">
                <a:spcBef>
                  <a:spcPct val="0"/>
                </a:spcBef>
                <a:buFontTx/>
                <a:buNone/>
              </a:pPr>
              <a:r>
                <a:rPr lang="en-US" altLang="zh-CN" sz="2000" dirty="0">
                  <a:latin typeface="Tahoma" panose="020B0604030504040204" pitchFamily="34" charset="0"/>
                  <a:ea typeface="宋体" pitchFamily="2" charset="-122"/>
                </a:rPr>
                <a:t>P</a:t>
              </a:r>
              <a:r>
                <a:rPr lang="en-US" altLang="zh-CN" dirty="0">
                  <a:latin typeface="Tahoma" panose="020B0604030504040204" pitchFamily="34" charset="0"/>
                  <a:ea typeface="宋体" pitchFamily="2" charset="-122"/>
                </a:rPr>
                <a:t>2</a:t>
              </a:r>
              <a:r>
                <a:rPr lang="en-US" altLang="zh-CN" sz="2000" dirty="0">
                  <a:latin typeface="Tahoma" panose="020B0604030504040204" pitchFamily="34" charset="0"/>
                  <a:ea typeface="宋体" pitchFamily="2" charset="-122"/>
                </a:rPr>
                <a:t>Rel(R</a:t>
              </a:r>
              <a:r>
                <a:rPr lang="en-US" altLang="zh-CN" dirty="0">
                  <a:latin typeface="Tahoma" panose="020B0604030504040204" pitchFamily="34" charset="0"/>
                  <a:ea typeface="宋体" pitchFamily="2" charset="-122"/>
                </a:rPr>
                <a:t>1</a:t>
              </a:r>
              <a:r>
                <a:rPr lang="en-US" altLang="zh-CN" sz="2000" dirty="0">
                  <a:latin typeface="Tahoma" panose="020B0604030504040204" pitchFamily="34" charset="0"/>
                  <a:ea typeface="宋体" pitchFamily="2" charset="-122"/>
                </a:rPr>
                <a:t>)</a:t>
              </a:r>
              <a:endParaRPr lang="en-US" altLang="zh-CN" sz="2000" dirty="0">
                <a:latin typeface="Tahoma" panose="020B0604030504040204" pitchFamily="34" charset="0"/>
                <a:ea typeface="宋体" pitchFamily="2" charset="-122"/>
              </a:endParaRPr>
            </a:p>
          </p:txBody>
        </p:sp>
        <p:sp>
          <p:nvSpPr>
            <p:cNvPr id="43" name="Text Box 33"/>
            <p:cNvSpPr txBox="1">
              <a:spLocks noChangeArrowheads="1"/>
            </p:cNvSpPr>
            <p:nvPr/>
          </p:nvSpPr>
          <p:spPr bwMode="auto">
            <a:xfrm>
              <a:off x="5595081" y="5805066"/>
              <a:ext cx="1443162" cy="450650"/>
            </a:xfrm>
            <a:prstGeom prst="rect">
              <a:avLst/>
            </a:prstGeom>
            <a:noFill/>
            <a:ln w="9525">
              <a:noFill/>
              <a:miter lim="800000"/>
            </a:ln>
            <a:effectLst/>
          </p:spPr>
          <p:txBody>
            <a:bodyPr wrap="none">
              <a:spAutoFit/>
            </a:bodyPr>
            <a:lstStyle/>
            <a:p>
              <a:pPr algn="ctr">
                <a:spcBef>
                  <a:spcPct val="0"/>
                </a:spcBef>
                <a:buFontTx/>
                <a:buNone/>
              </a:pPr>
              <a:r>
                <a:rPr lang="en-US" altLang="zh-CN" sz="2000">
                  <a:latin typeface="Tahoma" panose="020B0604030504040204" pitchFamily="34" charset="0"/>
                  <a:ea typeface="宋体" pitchFamily="2" charset="-122"/>
                </a:rPr>
                <a:t>P</a:t>
              </a:r>
              <a:r>
                <a:rPr lang="en-US" altLang="zh-CN">
                  <a:latin typeface="Tahoma" panose="020B0604030504040204" pitchFamily="34" charset="0"/>
                  <a:ea typeface="宋体" pitchFamily="2" charset="-122"/>
                </a:rPr>
                <a:t>1</a:t>
              </a:r>
              <a:r>
                <a:rPr lang="en-US" altLang="zh-CN" sz="2000">
                  <a:latin typeface="Tahoma" panose="020B0604030504040204" pitchFamily="34" charset="0"/>
                  <a:ea typeface="宋体" pitchFamily="2" charset="-122"/>
                </a:rPr>
                <a:t>Rel(R</a:t>
              </a:r>
              <a:r>
                <a:rPr lang="en-US" altLang="zh-CN">
                  <a:latin typeface="Tahoma" panose="020B0604030504040204" pitchFamily="34" charset="0"/>
                  <a:ea typeface="宋体" pitchFamily="2" charset="-122"/>
                </a:rPr>
                <a:t>1</a:t>
              </a:r>
              <a:r>
                <a:rPr lang="en-US" altLang="zh-CN" sz="2000">
                  <a:latin typeface="Tahoma" panose="020B0604030504040204" pitchFamily="34" charset="0"/>
                  <a:ea typeface="宋体" pitchFamily="2" charset="-122"/>
                </a:rPr>
                <a:t>)</a:t>
              </a:r>
              <a:endParaRPr lang="en-US" altLang="zh-CN" sz="2000">
                <a:latin typeface="Tahoma" panose="020B0604030504040204" pitchFamily="34" charset="0"/>
                <a:ea typeface="宋体" pitchFamily="2" charset="-122"/>
              </a:endParaRPr>
            </a:p>
          </p:txBody>
        </p:sp>
        <p:sp>
          <p:nvSpPr>
            <p:cNvPr id="44" name="Text Box 34"/>
            <p:cNvSpPr txBox="1">
              <a:spLocks noChangeArrowheads="1"/>
            </p:cNvSpPr>
            <p:nvPr/>
          </p:nvSpPr>
          <p:spPr bwMode="auto">
            <a:xfrm>
              <a:off x="7107175" y="5805066"/>
              <a:ext cx="1443162" cy="450650"/>
            </a:xfrm>
            <a:prstGeom prst="rect">
              <a:avLst/>
            </a:prstGeom>
            <a:noFill/>
            <a:ln w="9525">
              <a:noFill/>
              <a:miter lim="800000"/>
            </a:ln>
            <a:effectLst/>
          </p:spPr>
          <p:txBody>
            <a:bodyPr wrap="none">
              <a:spAutoFit/>
            </a:bodyPr>
            <a:lstStyle/>
            <a:p>
              <a:pPr algn="ctr">
                <a:spcBef>
                  <a:spcPct val="0"/>
                </a:spcBef>
                <a:buFontTx/>
                <a:buNone/>
              </a:pPr>
              <a:r>
                <a:rPr lang="en-US" altLang="zh-CN" sz="2000">
                  <a:latin typeface="Tahoma" panose="020B0604030504040204" pitchFamily="34" charset="0"/>
                  <a:ea typeface="宋体" pitchFamily="2" charset="-122"/>
                </a:rPr>
                <a:t>P</a:t>
              </a:r>
              <a:r>
                <a:rPr lang="en-US" altLang="zh-CN">
                  <a:latin typeface="Tahoma" panose="020B0604030504040204" pitchFamily="34" charset="0"/>
                  <a:ea typeface="宋体" pitchFamily="2" charset="-122"/>
                </a:rPr>
                <a:t>1</a:t>
              </a:r>
              <a:r>
                <a:rPr lang="en-US" altLang="zh-CN" sz="2000">
                  <a:latin typeface="Tahoma" panose="020B0604030504040204" pitchFamily="34" charset="0"/>
                  <a:ea typeface="宋体" pitchFamily="2" charset="-122"/>
                </a:rPr>
                <a:t>Rel(R</a:t>
              </a:r>
              <a:r>
                <a:rPr lang="en-US" altLang="zh-CN">
                  <a:latin typeface="Tahoma" panose="020B0604030504040204" pitchFamily="34" charset="0"/>
                  <a:ea typeface="宋体" pitchFamily="2" charset="-122"/>
                </a:rPr>
                <a:t>2</a:t>
              </a:r>
              <a:r>
                <a:rPr lang="en-US" altLang="zh-CN" sz="2000">
                  <a:latin typeface="Tahoma" panose="020B0604030504040204" pitchFamily="34" charset="0"/>
                  <a:ea typeface="宋体" pitchFamily="2" charset="-122"/>
                </a:rPr>
                <a:t>)</a:t>
              </a:r>
              <a:endParaRPr lang="en-US" altLang="zh-CN" sz="2000">
                <a:latin typeface="Tahoma" panose="020B0604030504040204" pitchFamily="34" charset="0"/>
                <a:ea typeface="宋体" pitchFamily="2" charset="-122"/>
              </a:endParaRPr>
            </a:p>
          </p:txBody>
        </p:sp>
        <p:sp>
          <p:nvSpPr>
            <p:cNvPr id="45" name="Text Box 35"/>
            <p:cNvSpPr txBox="1">
              <a:spLocks noChangeArrowheads="1"/>
            </p:cNvSpPr>
            <p:nvPr/>
          </p:nvSpPr>
          <p:spPr bwMode="auto">
            <a:xfrm>
              <a:off x="3382196" y="4006428"/>
              <a:ext cx="365070" cy="450650"/>
            </a:xfrm>
            <a:prstGeom prst="rect">
              <a:avLst/>
            </a:prstGeom>
            <a:noFill/>
            <a:ln w="9525">
              <a:noFill/>
              <a:miter lim="800000"/>
            </a:ln>
            <a:effectLst/>
          </p:spPr>
          <p:txBody>
            <a:bodyPr wrap="none">
              <a:spAutoFit/>
            </a:bodyPr>
            <a:lstStyle/>
            <a:p>
              <a:pPr algn="ctr">
                <a:spcBef>
                  <a:spcPct val="0"/>
                </a:spcBef>
                <a:buFontTx/>
                <a:buNone/>
              </a:pPr>
              <a:r>
                <a:rPr lang="en-US" altLang="zh-CN" sz="2000">
                  <a:solidFill>
                    <a:srgbClr val="FF3300"/>
                  </a:solidFill>
                  <a:latin typeface="Tahoma" panose="020B0604030504040204" pitchFamily="34" charset="0"/>
                  <a:ea typeface="宋体" pitchFamily="2" charset="-122"/>
                </a:rPr>
                <a:t>4</a:t>
              </a:r>
              <a:endParaRPr lang="en-US" altLang="zh-CN" sz="2000">
                <a:solidFill>
                  <a:srgbClr val="FF3300"/>
                </a:solidFill>
                <a:latin typeface="Tahoma" panose="020B0604030504040204" pitchFamily="34" charset="0"/>
                <a:ea typeface="宋体" pitchFamily="2" charset="-122"/>
              </a:endParaRPr>
            </a:p>
          </p:txBody>
        </p:sp>
        <p:sp>
          <p:nvSpPr>
            <p:cNvPr id="46" name="Line 36"/>
            <p:cNvSpPr>
              <a:spLocks noChangeShapeType="1"/>
            </p:cNvSpPr>
            <p:nvPr/>
          </p:nvSpPr>
          <p:spPr bwMode="auto">
            <a:xfrm>
              <a:off x="2124075" y="5589166"/>
              <a:ext cx="6192838" cy="0"/>
            </a:xfrm>
            <a:prstGeom prst="line">
              <a:avLst/>
            </a:prstGeom>
            <a:noFill/>
            <a:ln w="57150">
              <a:solidFill>
                <a:srgbClr val="FF9900"/>
              </a:solidFill>
              <a:round/>
            </a:ln>
            <a:effectLst/>
          </p:spPr>
          <p:txBody>
            <a:bodyPr wrap="none"/>
            <a:lstStyle/>
            <a:p>
              <a:endParaRPr lang="zh-CN" altLang="en-US" sz="1600"/>
            </a:p>
          </p:txBody>
        </p:sp>
        <p:sp>
          <p:nvSpPr>
            <p:cNvPr id="47" name="Line 37"/>
            <p:cNvSpPr>
              <a:spLocks noChangeShapeType="1"/>
            </p:cNvSpPr>
            <p:nvPr/>
          </p:nvSpPr>
          <p:spPr bwMode="auto">
            <a:xfrm flipV="1">
              <a:off x="8316913" y="1845841"/>
              <a:ext cx="0" cy="3743325"/>
            </a:xfrm>
            <a:prstGeom prst="line">
              <a:avLst/>
            </a:prstGeom>
            <a:noFill/>
            <a:ln w="57150">
              <a:solidFill>
                <a:srgbClr val="FF9900"/>
              </a:solidFill>
              <a:round/>
            </a:ln>
            <a:effectLst/>
          </p:spPr>
          <p:txBody>
            <a:bodyPr wrap="none"/>
            <a:lstStyle/>
            <a:p>
              <a:endParaRPr lang="zh-CN" altLang="en-US" sz="1600"/>
            </a:p>
          </p:txBody>
        </p:sp>
      </p:grpSp>
      <p:sp>
        <p:nvSpPr>
          <p:cNvPr id="2" name="矩形 1"/>
          <p:cNvSpPr/>
          <p:nvPr/>
        </p:nvSpPr>
        <p:spPr>
          <a:xfrm>
            <a:off x="4748628" y="3876843"/>
            <a:ext cx="1150119" cy="768153"/>
          </a:xfrm>
          <a:prstGeom prst="rect">
            <a:avLst/>
          </a:prstGeom>
          <a:solidFill>
            <a:schemeClr val="accent6">
              <a:alpha val="50000"/>
            </a:schemeClr>
          </a:solidFill>
          <a:ln>
            <a:solidFill>
              <a:srgbClr val="FF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0" y="896620"/>
            <a:ext cx="12019402" cy="6829049"/>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进程推进顺序不当引起死锁</a:t>
            </a:r>
            <a:endPar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进程推进顺序合法</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：在进程</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并发执行时，按照上图曲线①②③所示顺序推进时，两进程会顺利完成</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进程推进顺序非法</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：若按曲线④的顺序推进时，进入</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不安全区</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D</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内</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，两进程再推进会产生死锁。</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44068" y="33656"/>
            <a:ext cx="10242934"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3.5.2</a:t>
            </a:r>
            <a:r>
              <a:rPr lang="zh-CN" altLang="en-US" sz="3900" b="1" dirty="0">
                <a:latin typeface="微软雅黑" panose="020B0503020204020204" pitchFamily="34" charset="-122"/>
                <a:ea typeface="微软雅黑" panose="020B0503020204020204" pitchFamily="34" charset="-122"/>
              </a:rPr>
              <a:t> 计算机系统中的死锁</a:t>
            </a:r>
            <a:endParaRPr lang="zh-CN" altLang="en-US" sz="39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118349" y="2920487"/>
            <a:ext cx="6615230" cy="2242858"/>
          </a:xfrm>
          <a:prstGeom prst="rect">
            <a:avLst/>
          </a:prstGeom>
          <a:noFill/>
        </p:spPr>
        <p:txBody>
          <a:bodyPr wrap="square">
            <a:spAutoFit/>
          </a:bodyPr>
          <a:lstStyle/>
          <a:p>
            <a:pPr lvl="1">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Request(R1)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Request(R2)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err="1">
                <a:latin typeface="Times New Roman" panose="02020503050405090304" pitchFamily="18" charset="0"/>
                <a:ea typeface="微软雅黑" panose="020B0503020204020204" pitchFamily="34" charset="-122"/>
                <a:cs typeface="Times New Roman" panose="02020503050405090304" pitchFamily="18" charset="0"/>
              </a:rPr>
              <a:t>Releast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Release(R2)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Request(R2)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Request(R1)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Release(R2)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Release(R1)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7" name="矩形 6"/>
          <p:cNvSpPr/>
          <p:nvPr/>
        </p:nvSpPr>
        <p:spPr>
          <a:xfrm>
            <a:off x="1" y="896620"/>
            <a:ext cx="11837624" cy="2981522"/>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死锁（</a:t>
            </a: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deadlock</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）的定义</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指多个进程因</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竞争共享资源</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而造成的一种僵局，若无外力作用，这些进程都将永远不能再向前推进。</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定义：</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一组进程中，每个进程都无限等待被该组进程中另一进程所</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占有的资源</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，因而永远无法得到的资源，这种现象称为进程</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死锁</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，这一组进程就称为</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死锁进程</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9" name="Group 3"/>
          <p:cNvGrpSpPr/>
          <p:nvPr/>
        </p:nvGrpSpPr>
        <p:grpSpPr bwMode="auto">
          <a:xfrm>
            <a:off x="2460230" y="3991989"/>
            <a:ext cx="3087396" cy="2686398"/>
            <a:chOff x="-908" y="1033"/>
            <a:chExt cx="2910" cy="2222"/>
          </a:xfrm>
        </p:grpSpPr>
        <p:graphicFrame>
          <p:nvGraphicFramePr>
            <p:cNvPr id="10" name="Object 4"/>
            <p:cNvGraphicFramePr>
              <a:graphicFrameLocks noChangeAspect="1"/>
            </p:cNvGraphicFramePr>
            <p:nvPr/>
          </p:nvGraphicFramePr>
          <p:xfrm>
            <a:off x="-220" y="1033"/>
            <a:ext cx="2222" cy="2222"/>
          </p:xfrm>
          <a:graphic>
            <a:graphicData uri="http://schemas.openxmlformats.org/presentationml/2006/ole">
              <mc:AlternateContent xmlns:mc="http://schemas.openxmlformats.org/markup-compatibility/2006">
                <mc:Choice xmlns:v="urn:schemas-microsoft-com:vml" Requires="v">
                  <p:oleObj spid="_x0000_s2084" name="" r:id="rId1" imgW="3905885" imgH="3905885" progId="Visio.Drawing.11">
                    <p:embed/>
                  </p:oleObj>
                </mc:Choice>
                <mc:Fallback>
                  <p:oleObj name="" r:id="rId1" imgW="3905885" imgH="390588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 y="1033"/>
                          <a:ext cx="2222" cy="2222"/>
                        </a:xfrm>
                        <a:prstGeom prst="rect">
                          <a:avLst/>
                        </a:prstGeom>
                        <a:noFill/>
                        <a:effectLst/>
                      </p:spPr>
                    </p:pic>
                  </p:oleObj>
                </mc:Fallback>
              </mc:AlternateContent>
            </a:graphicData>
          </a:graphic>
        </p:graphicFrame>
        <p:sp>
          <p:nvSpPr>
            <p:cNvPr id="11" name="Rectangle 5"/>
            <p:cNvSpPr>
              <a:spLocks noChangeArrowheads="1"/>
            </p:cNvSpPr>
            <p:nvPr/>
          </p:nvSpPr>
          <p:spPr bwMode="auto">
            <a:xfrm>
              <a:off x="-908" y="1215"/>
              <a:ext cx="520" cy="1858"/>
            </a:xfrm>
            <a:prstGeom prst="rect">
              <a:avLst/>
            </a:prstGeom>
            <a:noFill/>
            <a:ln w="9525">
              <a:noFill/>
              <a:miter lim="800000"/>
            </a:ln>
            <a:effectLst/>
          </p:spPr>
          <p:txBody>
            <a:bodyPr wrap="square">
              <a:spAutoFit/>
            </a:bodyPr>
            <a:lstStyle/>
            <a:p>
              <a:pPr latinLnBrk="1">
                <a:spcBef>
                  <a:spcPct val="0"/>
                </a:spcBef>
                <a:defRPr/>
              </a:pPr>
              <a:r>
                <a:rPr lang="zh-CN" altLang="en-US" sz="2000" b="1" kern="0" dirty="0">
                  <a:solidFill>
                    <a:srgbClr val="002060"/>
                  </a:solidFill>
                  <a:latin typeface="楷体" panose="02010609060101010101" pitchFamily="49" charset="-122"/>
                  <a:ea typeface="楷体" panose="02010609060101010101" pitchFamily="49" charset="-122"/>
                </a:rPr>
                <a:t>可能会发生死锁</a:t>
              </a:r>
              <a:endParaRPr lang="zh-CN" altLang="en-US" sz="2000" b="1" kern="0" dirty="0">
                <a:solidFill>
                  <a:srgbClr val="002060"/>
                </a:solidFill>
                <a:latin typeface="楷体" panose="02010609060101010101" pitchFamily="49" charset="-122"/>
                <a:ea typeface="楷体" panose="02010609060101010101" pitchFamily="49" charset="-122"/>
              </a:endParaRPr>
            </a:p>
          </p:txBody>
        </p:sp>
      </p:grpSp>
      <p:grpSp>
        <p:nvGrpSpPr>
          <p:cNvPr id="12" name="Group 6"/>
          <p:cNvGrpSpPr/>
          <p:nvPr/>
        </p:nvGrpSpPr>
        <p:grpSpPr bwMode="auto">
          <a:xfrm>
            <a:off x="6825595" y="3889042"/>
            <a:ext cx="3069077" cy="2709770"/>
            <a:chOff x="-438" y="0"/>
            <a:chExt cx="2669" cy="2232"/>
          </a:xfrm>
        </p:grpSpPr>
        <p:graphicFrame>
          <p:nvGraphicFramePr>
            <p:cNvPr id="13" name="Object 7"/>
            <p:cNvGraphicFramePr>
              <a:graphicFrameLocks noChangeAspect="1"/>
            </p:cNvGraphicFramePr>
            <p:nvPr/>
          </p:nvGraphicFramePr>
          <p:xfrm>
            <a:off x="0" y="0"/>
            <a:ext cx="2231" cy="2232"/>
          </p:xfrm>
          <a:graphic>
            <a:graphicData uri="http://schemas.openxmlformats.org/presentationml/2006/ole">
              <mc:AlternateContent xmlns:mc="http://schemas.openxmlformats.org/markup-compatibility/2006">
                <mc:Choice xmlns:v="urn:schemas-microsoft-com:vml" Requires="v">
                  <p:oleObj spid="_x0000_s2" name="" r:id="rId3" imgW="3939540" imgH="3939540" progId="Visio.Drawing.11">
                    <p:embed/>
                  </p:oleObj>
                </mc:Choice>
                <mc:Fallback>
                  <p:oleObj name="" r:id="rId3" imgW="3939540" imgH="3939540"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231" cy="2232"/>
                        </a:xfrm>
                        <a:prstGeom prst="rect">
                          <a:avLst/>
                        </a:prstGeom>
                        <a:noFill/>
                        <a:effectLst/>
                      </p:spPr>
                    </p:pic>
                  </p:oleObj>
                </mc:Fallback>
              </mc:AlternateContent>
            </a:graphicData>
          </a:graphic>
        </p:graphicFrame>
        <p:sp>
          <p:nvSpPr>
            <p:cNvPr id="15" name="Rectangle 8"/>
            <p:cNvSpPr>
              <a:spLocks noChangeArrowheads="1"/>
            </p:cNvSpPr>
            <p:nvPr/>
          </p:nvSpPr>
          <p:spPr bwMode="auto">
            <a:xfrm>
              <a:off x="-438" y="317"/>
              <a:ext cx="340" cy="1597"/>
            </a:xfrm>
            <a:prstGeom prst="rect">
              <a:avLst/>
            </a:prstGeom>
            <a:noFill/>
            <a:ln w="9525">
              <a:noFill/>
              <a:miter lim="800000"/>
            </a:ln>
            <a:effectLst/>
          </p:spPr>
          <p:txBody>
            <a:bodyPr wrap="square">
              <a:spAutoFit/>
            </a:bodyPr>
            <a:lstStyle/>
            <a:p>
              <a:pPr>
                <a:defRPr/>
              </a:pPr>
              <a:r>
                <a:rPr lang="zh-CN" altLang="en-US" sz="2000" b="1" kern="0" dirty="0">
                  <a:solidFill>
                    <a:srgbClr val="002060"/>
                  </a:solidFill>
                  <a:latin typeface="楷体" panose="02010609060101010101" pitchFamily="49" charset="-122"/>
                  <a:ea typeface="楷体" panose="02010609060101010101" pitchFamily="49" charset="-122"/>
                </a:rPr>
                <a:t>已经发生死锁</a:t>
              </a:r>
              <a:endParaRPr lang="zh-CN" altLang="en-US" sz="2000" b="1" kern="0" dirty="0">
                <a:solidFill>
                  <a:srgbClr val="002060"/>
                </a:solidFill>
                <a:latin typeface="楷体" panose="02010609060101010101" pitchFamily="49" charset="-122"/>
                <a:ea typeface="楷体" panose="02010609060101010101" pitchFamily="49" charset="-122"/>
              </a:endParaRPr>
            </a:p>
          </p:txBody>
        </p:sp>
      </p:grpSp>
      <p:sp>
        <p:nvSpPr>
          <p:cNvPr id="16" name="标题 1"/>
          <p:cNvSpPr txBox="1"/>
          <p:nvPr/>
        </p:nvSpPr>
        <p:spPr>
          <a:xfrm>
            <a:off x="82628" y="33656"/>
            <a:ext cx="10204374"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3.5.3</a:t>
            </a:r>
            <a:r>
              <a:rPr lang="zh-CN" altLang="en-US" sz="3900" b="1" dirty="0">
                <a:latin typeface="微软雅黑" panose="020B0503020204020204" pitchFamily="34" charset="-122"/>
                <a:ea typeface="微软雅黑" panose="020B0503020204020204" pitchFamily="34" charset="-122"/>
              </a:rPr>
              <a:t> 死锁定义、必要条件和处理方法</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7" name="矩形 6"/>
          <p:cNvSpPr/>
          <p:nvPr/>
        </p:nvSpPr>
        <p:spPr>
          <a:xfrm>
            <a:off x="220337" y="896620"/>
            <a:ext cx="11971663" cy="1873526"/>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基本概念</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指多个进程因</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竞争共享资源</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而造成的一种僵局，若无外力作用，这些进程都将永远不能再向前推进。</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6" name="Rectangle 3"/>
          <p:cNvSpPr txBox="1">
            <a:spLocks noChangeArrowheads="1"/>
          </p:cNvSpPr>
          <p:nvPr/>
        </p:nvSpPr>
        <p:spPr>
          <a:xfrm>
            <a:off x="3257826" y="2837953"/>
            <a:ext cx="6000760" cy="4451361"/>
          </a:xfrm>
          <a:prstGeom prst="rect">
            <a:avLst/>
          </a:prstGeom>
          <a:noFill/>
        </p:spPr>
        <p:txBody>
          <a:bodyPr/>
          <a:lstStyle/>
          <a:p>
            <a:pPr marL="342900" indent="-342900" eaLnBrk="0" fontAlgn="base" latinLnBrk="1" hangingPunct="0">
              <a:spcBef>
                <a:spcPct val="20000"/>
              </a:spcBef>
              <a:spcAft>
                <a:spcPct val="0"/>
              </a:spcAft>
              <a:defRPr/>
            </a:pPr>
            <a:r>
              <a:rPr kumimoji="1" lang="zh-CN" altLang="en-US" sz="2000" b="1" kern="0" dirty="0">
                <a:latin typeface="微软雅黑" panose="020B0503020204020204" pitchFamily="34" charset="-122"/>
                <a:ea typeface="微软雅黑" panose="020B0503020204020204" pitchFamily="34" charset="-122"/>
              </a:rPr>
              <a:t>可分配空间为</a:t>
            </a:r>
            <a:r>
              <a:rPr kumimoji="1" lang="en-US" altLang="zh-CN" sz="2000" b="1" kern="0" dirty="0">
                <a:latin typeface="微软雅黑" panose="020B0503020204020204" pitchFamily="34" charset="-122"/>
                <a:ea typeface="微软雅黑" panose="020B0503020204020204" pitchFamily="34" charset="-122"/>
              </a:rPr>
              <a:t>200K</a:t>
            </a:r>
            <a:endParaRPr lang="en-US" altLang="zh-CN" sz="2000" b="1" kern="0" dirty="0">
              <a:latin typeface="微软雅黑" panose="020B0503020204020204" pitchFamily="34" charset="-122"/>
              <a:ea typeface="微软雅黑" panose="020B0503020204020204" pitchFamily="34" charset="-122"/>
            </a:endParaRPr>
          </a:p>
          <a:p>
            <a:pPr marL="342900" indent="-342900" eaLnBrk="0" fontAlgn="base" latinLnBrk="1" hangingPunct="0">
              <a:spcBef>
                <a:spcPct val="20000"/>
              </a:spcBef>
              <a:spcAft>
                <a:spcPct val="0"/>
              </a:spcAft>
              <a:buFontTx/>
              <a:buChar char="•"/>
              <a:defRPr/>
            </a:pPr>
            <a:endParaRPr kumimoji="1" lang="en-US" altLang="zh-CN" sz="2000" b="1" kern="0" dirty="0">
              <a:latin typeface="微软雅黑" panose="020B0503020204020204" pitchFamily="34" charset="-122"/>
              <a:ea typeface="微软雅黑" panose="020B0503020204020204" pitchFamily="34" charset="-122"/>
            </a:endParaRPr>
          </a:p>
          <a:p>
            <a:pPr marL="342900" indent="-342900" eaLnBrk="0" fontAlgn="base" latinLnBrk="1" hangingPunct="0">
              <a:spcBef>
                <a:spcPct val="20000"/>
              </a:spcBef>
              <a:spcAft>
                <a:spcPct val="0"/>
              </a:spcAft>
              <a:buFontTx/>
              <a:buChar char="•"/>
              <a:defRPr/>
            </a:pPr>
            <a:endParaRPr kumimoji="1" lang="zh-CN" altLang="en-US" sz="2000" b="1" kern="0" dirty="0">
              <a:latin typeface="微软雅黑" panose="020B0503020204020204" pitchFamily="34" charset="-122"/>
              <a:ea typeface="微软雅黑" panose="020B0503020204020204" pitchFamily="34" charset="-122"/>
            </a:endParaRPr>
          </a:p>
          <a:p>
            <a:pPr marL="342900" indent="-342900" eaLnBrk="0" fontAlgn="base" latinLnBrk="1" hangingPunct="0">
              <a:spcBef>
                <a:spcPct val="20000"/>
              </a:spcBef>
              <a:spcAft>
                <a:spcPct val="0"/>
              </a:spcAft>
              <a:buFontTx/>
              <a:buChar char="•"/>
              <a:defRPr/>
            </a:pPr>
            <a:endParaRPr kumimoji="1" lang="zh-CN" altLang="en-US" sz="2000" b="1" kern="0" dirty="0">
              <a:latin typeface="微软雅黑" panose="020B0503020204020204" pitchFamily="34" charset="-122"/>
              <a:ea typeface="微软雅黑" panose="020B0503020204020204" pitchFamily="34" charset="-122"/>
            </a:endParaRPr>
          </a:p>
          <a:p>
            <a:pPr marL="342900" indent="-342900" eaLnBrk="0" fontAlgn="base" latinLnBrk="1" hangingPunct="0">
              <a:spcBef>
                <a:spcPct val="20000"/>
              </a:spcBef>
              <a:spcAft>
                <a:spcPct val="0"/>
              </a:spcAft>
              <a:buFontTx/>
              <a:buChar char="•"/>
              <a:defRPr/>
            </a:pPr>
            <a:endParaRPr kumimoji="1" lang="zh-CN" altLang="en-US" sz="2000" b="1" kern="0" dirty="0">
              <a:latin typeface="微软雅黑" panose="020B0503020204020204" pitchFamily="34" charset="-122"/>
              <a:ea typeface="微软雅黑" panose="020B0503020204020204" pitchFamily="34" charset="-122"/>
            </a:endParaRPr>
          </a:p>
          <a:p>
            <a:pPr marL="342900" indent="-342900" eaLnBrk="0" fontAlgn="base" latinLnBrk="1" hangingPunct="0">
              <a:spcBef>
                <a:spcPct val="20000"/>
              </a:spcBef>
              <a:spcAft>
                <a:spcPct val="0"/>
              </a:spcAft>
              <a:buFontTx/>
              <a:buChar char="•"/>
              <a:defRPr/>
            </a:pPr>
            <a:endParaRPr kumimoji="1" lang="zh-CN" altLang="en-US" sz="2000" b="1" kern="0" dirty="0">
              <a:latin typeface="微软雅黑" panose="020B0503020204020204" pitchFamily="34" charset="-122"/>
              <a:ea typeface="微软雅黑" panose="020B0503020204020204" pitchFamily="34" charset="-122"/>
            </a:endParaRPr>
          </a:p>
          <a:p>
            <a:pPr marL="342900" indent="-342900" eaLnBrk="0" fontAlgn="base" latinLnBrk="1" hangingPunct="0">
              <a:spcBef>
                <a:spcPct val="20000"/>
              </a:spcBef>
              <a:spcAft>
                <a:spcPct val="0"/>
              </a:spcAft>
              <a:buFontTx/>
              <a:buChar char="•"/>
              <a:defRPr/>
            </a:pPr>
            <a:endParaRPr kumimoji="1" lang="zh-CN" altLang="en-US" sz="2000" b="1" kern="0" dirty="0">
              <a:latin typeface="微软雅黑" panose="020B0503020204020204" pitchFamily="34" charset="-122"/>
              <a:ea typeface="微软雅黑" panose="020B0503020204020204" pitchFamily="34" charset="-122"/>
            </a:endParaRPr>
          </a:p>
          <a:p>
            <a:pPr marL="342900" indent="-342900" eaLnBrk="0" fontAlgn="base" latinLnBrk="1" hangingPunct="0">
              <a:spcBef>
                <a:spcPct val="20000"/>
              </a:spcBef>
              <a:spcAft>
                <a:spcPct val="0"/>
              </a:spcAft>
              <a:buFontTx/>
              <a:buChar char="•"/>
              <a:defRPr/>
            </a:pPr>
            <a:endParaRPr kumimoji="1" lang="zh-CN" altLang="en-US" sz="2000" b="1" kern="0" dirty="0">
              <a:latin typeface="微软雅黑" panose="020B0503020204020204" pitchFamily="34" charset="-122"/>
              <a:ea typeface="微软雅黑" panose="020B0503020204020204" pitchFamily="34" charset="-122"/>
            </a:endParaRPr>
          </a:p>
          <a:p>
            <a:pPr eaLnBrk="0" fontAlgn="base" latinLnBrk="1" hangingPunct="0">
              <a:spcBef>
                <a:spcPct val="20000"/>
              </a:spcBef>
              <a:spcAft>
                <a:spcPct val="0"/>
              </a:spcAft>
              <a:defRPr/>
            </a:pPr>
            <a:endParaRPr kumimoji="1" lang="zh-CN" altLang="en-US" sz="2000" b="1" kern="0" dirty="0">
              <a:latin typeface="微软雅黑" panose="020B0503020204020204" pitchFamily="34" charset="-122"/>
              <a:ea typeface="微软雅黑" panose="020B0503020204020204" pitchFamily="34" charset="-122"/>
            </a:endParaRPr>
          </a:p>
          <a:p>
            <a:pPr marL="342900" indent="-342900" eaLnBrk="0" fontAlgn="base" latinLnBrk="1" hangingPunct="0">
              <a:spcBef>
                <a:spcPct val="20000"/>
              </a:spcBef>
              <a:spcAft>
                <a:spcPct val="0"/>
              </a:spcAft>
              <a:defRPr/>
            </a:pPr>
            <a:r>
              <a:rPr kumimoji="1" lang="zh-CN" altLang="en-US" sz="2000" b="1" kern="0" dirty="0">
                <a:latin typeface="微软雅黑" panose="020B0503020204020204" pitchFamily="34" charset="-122"/>
                <a:ea typeface="微软雅黑" panose="020B0503020204020204" pitchFamily="34" charset="-122"/>
              </a:rPr>
              <a:t>当两个进程都执行第二次空间请求时，发生死锁</a:t>
            </a:r>
            <a:endParaRPr kumimoji="1" lang="zh-CN" altLang="en-US" sz="2000" b="1" kern="0" dirty="0">
              <a:latin typeface="微软雅黑" panose="020B0503020204020204" pitchFamily="34" charset="-122"/>
              <a:ea typeface="微软雅黑" panose="020B0503020204020204" pitchFamily="34" charset="-122"/>
            </a:endParaRPr>
          </a:p>
        </p:txBody>
      </p:sp>
      <p:graphicFrame>
        <p:nvGraphicFramePr>
          <p:cNvPr id="17" name="Group 4"/>
          <p:cNvGraphicFramePr>
            <a:graphicFrameLocks noGrp="1"/>
          </p:cNvGraphicFramePr>
          <p:nvPr/>
        </p:nvGraphicFramePr>
        <p:xfrm>
          <a:off x="3455928" y="3381818"/>
          <a:ext cx="5357850" cy="2500330"/>
        </p:xfrm>
        <a:graphic>
          <a:graphicData uri="http://schemas.openxmlformats.org/drawingml/2006/table">
            <a:tbl>
              <a:tblPr/>
              <a:tblGrid>
                <a:gridCol w="2622381"/>
                <a:gridCol w="2735469"/>
              </a:tblGrid>
              <a:tr h="2500330">
                <a:tc>
                  <a:txBody>
                    <a:bodyPr/>
                    <a:lstStyle>
                      <a:defPPr>
                        <a:defRPr lang="zh-TW"/>
                      </a:defPPr>
                      <a:lvl1pPr marL="0" algn="l" defTabSz="914400" rtl="0" eaLnBrk="1" latinLnBrk="0" hangingPunct="1">
                        <a:defRPr sz="1800" kern="1200">
                          <a:solidFill>
                            <a:schemeClr val="tx1"/>
                          </a:solidFill>
                          <a:latin typeface="Comic Sans MS" panose="030F0902030302020204"/>
                          <a:ea typeface="宋体" pitchFamily="2" charset="-122"/>
                        </a:defRPr>
                      </a:lvl1pPr>
                      <a:lvl2pPr marL="457200" algn="l" defTabSz="914400" rtl="0" eaLnBrk="1" latinLnBrk="0" hangingPunct="1">
                        <a:defRPr sz="1800" kern="1200">
                          <a:solidFill>
                            <a:schemeClr val="tx1"/>
                          </a:solidFill>
                          <a:latin typeface="Comic Sans MS" panose="030F0902030302020204"/>
                          <a:ea typeface="宋体" pitchFamily="2" charset="-122"/>
                        </a:defRPr>
                      </a:lvl2pPr>
                      <a:lvl3pPr marL="914400" algn="l" defTabSz="914400" rtl="0" eaLnBrk="1" latinLnBrk="0" hangingPunct="1">
                        <a:defRPr sz="1800" kern="1200">
                          <a:solidFill>
                            <a:schemeClr val="tx1"/>
                          </a:solidFill>
                          <a:latin typeface="Comic Sans MS" panose="030F0902030302020204"/>
                          <a:ea typeface="宋体" pitchFamily="2" charset="-122"/>
                        </a:defRPr>
                      </a:lvl3pPr>
                      <a:lvl4pPr marL="1371600" algn="l" defTabSz="914400" rtl="0" eaLnBrk="1" latinLnBrk="0" hangingPunct="1">
                        <a:defRPr sz="1800" kern="1200">
                          <a:solidFill>
                            <a:schemeClr val="tx1"/>
                          </a:solidFill>
                          <a:latin typeface="Comic Sans MS" panose="030F0902030302020204"/>
                          <a:ea typeface="宋体" pitchFamily="2" charset="-122"/>
                        </a:defRPr>
                      </a:lvl4pPr>
                      <a:lvl5pPr marL="1828800" algn="l" defTabSz="914400" rtl="0" eaLnBrk="1" latinLnBrk="0" hangingPunct="1">
                        <a:defRPr sz="1800" kern="1200">
                          <a:solidFill>
                            <a:schemeClr val="tx1"/>
                          </a:solidFill>
                          <a:latin typeface="Comic Sans MS" panose="030F0902030302020204"/>
                          <a:ea typeface="宋体" pitchFamily="2" charset="-122"/>
                        </a:defRPr>
                      </a:lvl5pPr>
                      <a:lvl6pPr marL="2286000" algn="l" defTabSz="914400" rtl="0" eaLnBrk="1" latinLnBrk="0" hangingPunct="1">
                        <a:defRPr sz="1800" kern="1200">
                          <a:solidFill>
                            <a:schemeClr val="tx1"/>
                          </a:solidFill>
                          <a:latin typeface="Comic Sans MS" panose="030F0902030302020204"/>
                          <a:ea typeface="宋体" pitchFamily="2" charset="-122"/>
                        </a:defRPr>
                      </a:lvl6pPr>
                      <a:lvl7pPr marL="2743200" algn="l" defTabSz="914400" rtl="0" eaLnBrk="1" latinLnBrk="0" hangingPunct="1">
                        <a:defRPr sz="1800" kern="1200">
                          <a:solidFill>
                            <a:schemeClr val="tx1"/>
                          </a:solidFill>
                          <a:latin typeface="Comic Sans MS" panose="030F0902030302020204"/>
                          <a:ea typeface="宋体" pitchFamily="2" charset="-122"/>
                        </a:defRPr>
                      </a:lvl7pPr>
                      <a:lvl8pPr marL="3200400" algn="l" defTabSz="914400" rtl="0" eaLnBrk="1" latinLnBrk="0" hangingPunct="1">
                        <a:defRPr sz="1800" kern="1200">
                          <a:solidFill>
                            <a:schemeClr val="tx1"/>
                          </a:solidFill>
                          <a:latin typeface="Comic Sans MS" panose="030F0902030302020204"/>
                          <a:ea typeface="宋体" pitchFamily="2" charset="-122"/>
                        </a:defRPr>
                      </a:lvl8pPr>
                      <a:lvl9pPr marL="3657600" algn="l" defTabSz="914400" rtl="0" eaLnBrk="1" latinLnBrk="0" hangingPunct="1">
                        <a:defRPr sz="1800" kern="1200">
                          <a:solidFill>
                            <a:schemeClr val="tx1"/>
                          </a:solidFill>
                          <a:latin typeface="Comic Sans MS" panose="030F0902030302020204"/>
                          <a:ea typeface="宋体" pitchFamily="2" charset="-122"/>
                        </a:defRPr>
                      </a:lvl9pPr>
                    </a:lstStyle>
                    <a:p>
                      <a:pPr marL="0" marR="0" lvl="0" indent="0" algn="l" defTabSz="914400" rtl="0" eaLnBrk="1" fontAlgn="base" latinLnBrk="1" hangingPunct="1">
                        <a:lnSpc>
                          <a:spcPct val="140000"/>
                        </a:lnSpc>
                        <a:spcBef>
                          <a:spcPct val="20000"/>
                        </a:spcBef>
                        <a:spcAft>
                          <a:spcPct val="0"/>
                        </a:spcAft>
                        <a:buClr>
                          <a:srgbClr val="33CCFF"/>
                        </a:buClr>
                        <a:buSzTx/>
                        <a:buFont typeface="Wingdings" panose="05000000000000000000" pitchFamily="2" charset="2"/>
                        <a:buNone/>
                      </a:pPr>
                      <a:r>
                        <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P1:</a:t>
                      </a:r>
                      <a:endPar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base" latinLnBrk="1" hangingPunct="1">
                        <a:lnSpc>
                          <a:spcPct val="140000"/>
                        </a:lnSpc>
                        <a:spcBef>
                          <a:spcPct val="20000"/>
                        </a:spcBef>
                        <a:spcAft>
                          <a:spcPct val="0"/>
                        </a:spcAft>
                        <a:buClr>
                          <a:srgbClr val="33CCFF"/>
                        </a:buClr>
                        <a:buSzTx/>
                        <a:buFont typeface="Wingdings" panose="05000000000000000000" pitchFamily="2" charset="2"/>
                        <a:buNone/>
                      </a:pPr>
                      <a:r>
                        <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base" latinLnBrk="1" hangingPunct="1">
                        <a:lnSpc>
                          <a:spcPct val="140000"/>
                        </a:lnSpc>
                        <a:spcBef>
                          <a:spcPct val="20000"/>
                        </a:spcBef>
                        <a:spcAft>
                          <a:spcPct val="0"/>
                        </a:spcAft>
                        <a:buClr>
                          <a:srgbClr val="33CCFF"/>
                        </a:buClr>
                        <a:buSzTx/>
                        <a:buFont typeface="Wingdings" panose="05000000000000000000" pitchFamily="2" charset="2"/>
                        <a:buNone/>
                      </a:pPr>
                      <a:r>
                        <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Request 80K bytes</a:t>
                      </a:r>
                      <a:r>
                        <a:rPr kumimoji="0" 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t>
                      </a:r>
                      <a:endParaRPr kumimoji="0" 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base" latinLnBrk="1" hangingPunct="1">
                        <a:lnSpc>
                          <a:spcPct val="140000"/>
                        </a:lnSpc>
                        <a:spcBef>
                          <a:spcPct val="20000"/>
                        </a:spcBef>
                        <a:spcAft>
                          <a:spcPct val="0"/>
                        </a:spcAft>
                        <a:buClr>
                          <a:srgbClr val="33CCFF"/>
                        </a:buClr>
                        <a:buSzTx/>
                        <a:buFont typeface="Wingdings" panose="05000000000000000000" pitchFamily="2" charset="2"/>
                        <a:buNone/>
                      </a:pPr>
                      <a:r>
                        <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base" latinLnBrk="1" hangingPunct="1">
                        <a:lnSpc>
                          <a:spcPct val="140000"/>
                        </a:lnSpc>
                        <a:spcBef>
                          <a:spcPct val="20000"/>
                        </a:spcBef>
                        <a:spcAft>
                          <a:spcPct val="0"/>
                        </a:spcAft>
                        <a:buClr>
                          <a:srgbClr val="33CCFF"/>
                        </a:buClr>
                        <a:buSzTx/>
                        <a:buFont typeface="Wingdings" panose="05000000000000000000" pitchFamily="2" charset="2"/>
                        <a:buNone/>
                      </a:pPr>
                      <a:r>
                        <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Request 60K bytes</a:t>
                      </a:r>
                      <a:r>
                        <a:rPr kumimoji="0" 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t>
                      </a:r>
                      <a:endParaRPr kumimoji="0" 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rgbClr val="003300"/>
                      </a:solidFill>
                      <a:prstDash val="solid"/>
                      <a:round/>
                      <a:headEnd type="none" w="med" len="med"/>
                      <a:tailEnd type="none" w="med" len="med"/>
                    </a:lnL>
                    <a:lnR w="12700" cap="flat" cmpd="sng" algn="ctr">
                      <a:solidFill>
                        <a:srgbClr val="003300"/>
                      </a:solidFill>
                      <a:prstDash val="solid"/>
                      <a:round/>
                      <a:headEnd type="none" w="med" len="med"/>
                      <a:tailEnd type="none" w="med" len="med"/>
                    </a:lnR>
                    <a:lnT w="28575" cap="flat" cmpd="sng" algn="ctr">
                      <a:solidFill>
                        <a:srgbClr val="003300"/>
                      </a:solidFill>
                      <a:prstDash val="solid"/>
                      <a:round/>
                      <a:headEnd type="none" w="med" len="med"/>
                      <a:tailEnd type="none" w="med" len="med"/>
                    </a:lnT>
                    <a:lnB w="28575" cap="flat" cmpd="sng" algn="ctr">
                      <a:solidFill>
                        <a:srgbClr val="003300"/>
                      </a:solidFill>
                      <a:prstDash val="solid"/>
                      <a:round/>
                      <a:headEnd type="none" w="med" len="med"/>
                      <a:tailEnd type="none" w="med" len="med"/>
                    </a:lnB>
                    <a:lnTlToBr>
                      <a:noFill/>
                    </a:lnTlToBr>
                    <a:lnBlToTr>
                      <a:noFill/>
                    </a:lnBlToTr>
                    <a:noFill/>
                  </a:tcPr>
                </a:tc>
                <a:tc>
                  <a:txBody>
                    <a:bodyPr/>
                    <a:lstStyle>
                      <a:defPPr>
                        <a:defRPr lang="zh-TW"/>
                      </a:defPPr>
                      <a:lvl1pPr marL="0" algn="l" defTabSz="914400" rtl="0" eaLnBrk="1" latinLnBrk="0" hangingPunct="1">
                        <a:defRPr sz="1800" kern="1200">
                          <a:solidFill>
                            <a:schemeClr val="tx1"/>
                          </a:solidFill>
                          <a:latin typeface="Comic Sans MS" panose="030F0902030302020204"/>
                          <a:ea typeface="宋体" pitchFamily="2" charset="-122"/>
                        </a:defRPr>
                      </a:lvl1pPr>
                      <a:lvl2pPr marL="457200" algn="l" defTabSz="914400" rtl="0" eaLnBrk="1" latinLnBrk="0" hangingPunct="1">
                        <a:defRPr sz="1800" kern="1200">
                          <a:solidFill>
                            <a:schemeClr val="tx1"/>
                          </a:solidFill>
                          <a:latin typeface="Comic Sans MS" panose="030F0902030302020204"/>
                          <a:ea typeface="宋体" pitchFamily="2" charset="-122"/>
                        </a:defRPr>
                      </a:lvl2pPr>
                      <a:lvl3pPr marL="914400" algn="l" defTabSz="914400" rtl="0" eaLnBrk="1" latinLnBrk="0" hangingPunct="1">
                        <a:defRPr sz="1800" kern="1200">
                          <a:solidFill>
                            <a:schemeClr val="tx1"/>
                          </a:solidFill>
                          <a:latin typeface="Comic Sans MS" panose="030F0902030302020204"/>
                          <a:ea typeface="宋体" pitchFamily="2" charset="-122"/>
                        </a:defRPr>
                      </a:lvl3pPr>
                      <a:lvl4pPr marL="1371600" algn="l" defTabSz="914400" rtl="0" eaLnBrk="1" latinLnBrk="0" hangingPunct="1">
                        <a:defRPr sz="1800" kern="1200">
                          <a:solidFill>
                            <a:schemeClr val="tx1"/>
                          </a:solidFill>
                          <a:latin typeface="Comic Sans MS" panose="030F0902030302020204"/>
                          <a:ea typeface="宋体" pitchFamily="2" charset="-122"/>
                        </a:defRPr>
                      </a:lvl4pPr>
                      <a:lvl5pPr marL="1828800" algn="l" defTabSz="914400" rtl="0" eaLnBrk="1" latinLnBrk="0" hangingPunct="1">
                        <a:defRPr sz="1800" kern="1200">
                          <a:solidFill>
                            <a:schemeClr val="tx1"/>
                          </a:solidFill>
                          <a:latin typeface="Comic Sans MS" panose="030F0902030302020204"/>
                          <a:ea typeface="宋体" pitchFamily="2" charset="-122"/>
                        </a:defRPr>
                      </a:lvl5pPr>
                      <a:lvl6pPr marL="2286000" algn="l" defTabSz="914400" rtl="0" eaLnBrk="1" latinLnBrk="0" hangingPunct="1">
                        <a:defRPr sz="1800" kern="1200">
                          <a:solidFill>
                            <a:schemeClr val="tx1"/>
                          </a:solidFill>
                          <a:latin typeface="Comic Sans MS" panose="030F0902030302020204"/>
                          <a:ea typeface="宋体" pitchFamily="2" charset="-122"/>
                        </a:defRPr>
                      </a:lvl6pPr>
                      <a:lvl7pPr marL="2743200" algn="l" defTabSz="914400" rtl="0" eaLnBrk="1" latinLnBrk="0" hangingPunct="1">
                        <a:defRPr sz="1800" kern="1200">
                          <a:solidFill>
                            <a:schemeClr val="tx1"/>
                          </a:solidFill>
                          <a:latin typeface="Comic Sans MS" panose="030F0902030302020204"/>
                          <a:ea typeface="宋体" pitchFamily="2" charset="-122"/>
                        </a:defRPr>
                      </a:lvl7pPr>
                      <a:lvl8pPr marL="3200400" algn="l" defTabSz="914400" rtl="0" eaLnBrk="1" latinLnBrk="0" hangingPunct="1">
                        <a:defRPr sz="1800" kern="1200">
                          <a:solidFill>
                            <a:schemeClr val="tx1"/>
                          </a:solidFill>
                          <a:latin typeface="Comic Sans MS" panose="030F0902030302020204"/>
                          <a:ea typeface="宋体" pitchFamily="2" charset="-122"/>
                        </a:defRPr>
                      </a:lvl8pPr>
                      <a:lvl9pPr marL="3657600" algn="l" defTabSz="914400" rtl="0" eaLnBrk="1" latinLnBrk="0" hangingPunct="1">
                        <a:defRPr sz="1800" kern="1200">
                          <a:solidFill>
                            <a:schemeClr val="tx1"/>
                          </a:solidFill>
                          <a:latin typeface="Comic Sans MS" panose="030F0902030302020204"/>
                          <a:ea typeface="宋体" pitchFamily="2" charset="-122"/>
                        </a:defRPr>
                      </a:lvl9pPr>
                    </a:lstStyle>
                    <a:p>
                      <a:pPr marL="0" marR="0" lvl="0" indent="0" algn="l" defTabSz="914400" rtl="0" eaLnBrk="1" fontAlgn="base" latinLnBrk="1" hangingPunct="1">
                        <a:lnSpc>
                          <a:spcPct val="140000"/>
                        </a:lnSpc>
                        <a:spcBef>
                          <a:spcPct val="20000"/>
                        </a:spcBef>
                        <a:spcAft>
                          <a:spcPct val="0"/>
                        </a:spcAft>
                        <a:buClr>
                          <a:srgbClr val="33CCFF"/>
                        </a:buClr>
                        <a:buSzTx/>
                        <a:buFont typeface="Wingdings" panose="05000000000000000000" pitchFamily="2" charset="2"/>
                        <a:buNone/>
                      </a:pPr>
                      <a:r>
                        <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P2:</a:t>
                      </a:r>
                      <a:endPar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base" latinLnBrk="1" hangingPunct="1">
                        <a:lnSpc>
                          <a:spcPct val="140000"/>
                        </a:lnSpc>
                        <a:spcBef>
                          <a:spcPct val="20000"/>
                        </a:spcBef>
                        <a:spcAft>
                          <a:spcPct val="0"/>
                        </a:spcAft>
                        <a:buClr>
                          <a:srgbClr val="33CCFF"/>
                        </a:buClr>
                        <a:buSzTx/>
                        <a:buFont typeface="Wingdings" panose="05000000000000000000" pitchFamily="2" charset="2"/>
                        <a:buNone/>
                      </a:pPr>
                      <a:r>
                        <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base" latinLnBrk="1" hangingPunct="1">
                        <a:lnSpc>
                          <a:spcPct val="140000"/>
                        </a:lnSpc>
                        <a:spcBef>
                          <a:spcPct val="20000"/>
                        </a:spcBef>
                        <a:spcAft>
                          <a:spcPct val="0"/>
                        </a:spcAft>
                        <a:buClr>
                          <a:srgbClr val="33CCFF"/>
                        </a:buClr>
                        <a:buSzTx/>
                        <a:buFont typeface="Wingdings" panose="05000000000000000000" pitchFamily="2" charset="2"/>
                        <a:buNone/>
                      </a:pPr>
                      <a:r>
                        <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Request 70K bytes</a:t>
                      </a:r>
                      <a:r>
                        <a:rPr kumimoji="0" 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t>
                      </a:r>
                      <a:endParaRPr kumimoji="0" 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base" latinLnBrk="1" hangingPunct="1">
                        <a:lnSpc>
                          <a:spcPct val="140000"/>
                        </a:lnSpc>
                        <a:spcBef>
                          <a:spcPct val="20000"/>
                        </a:spcBef>
                        <a:spcAft>
                          <a:spcPct val="0"/>
                        </a:spcAft>
                        <a:buClr>
                          <a:srgbClr val="33CCFF"/>
                        </a:buClr>
                        <a:buSzTx/>
                        <a:buFont typeface="Wingdings" panose="05000000000000000000" pitchFamily="2" charset="2"/>
                        <a:buNone/>
                      </a:pPr>
                      <a:r>
                        <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base" latinLnBrk="1" hangingPunct="1">
                        <a:lnSpc>
                          <a:spcPct val="140000"/>
                        </a:lnSpc>
                        <a:spcBef>
                          <a:spcPct val="20000"/>
                        </a:spcBef>
                        <a:spcAft>
                          <a:spcPct val="0"/>
                        </a:spcAft>
                        <a:buClr>
                          <a:srgbClr val="33CCFF"/>
                        </a:buClr>
                        <a:buSzTx/>
                        <a:buFont typeface="Wingdings" panose="05000000000000000000" pitchFamily="2" charset="2"/>
                        <a:buNone/>
                      </a:pPr>
                      <a:r>
                        <a:rPr kumimoji="0" lang="en-US" alt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Request 80K bytes</a:t>
                      </a:r>
                      <a:r>
                        <a:rPr kumimoji="0" 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t>
                      </a:r>
                      <a:endParaRPr kumimoji="0" lang="zh-CN" sz="18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rgbClr val="003300"/>
                      </a:solidFill>
                      <a:prstDash val="solid"/>
                      <a:round/>
                      <a:headEnd type="none" w="med" len="med"/>
                      <a:tailEnd type="none" w="med" len="med"/>
                    </a:lnL>
                    <a:lnR w="28575" cap="flat" cmpd="sng" algn="ctr">
                      <a:solidFill>
                        <a:srgbClr val="003300"/>
                      </a:solidFill>
                      <a:prstDash val="solid"/>
                      <a:round/>
                      <a:headEnd type="none" w="med" len="med"/>
                      <a:tailEnd type="none" w="med" len="med"/>
                    </a:lnR>
                    <a:lnT w="28575" cap="flat" cmpd="sng" algn="ctr">
                      <a:solidFill>
                        <a:srgbClr val="003300"/>
                      </a:solidFill>
                      <a:prstDash val="solid"/>
                      <a:round/>
                      <a:headEnd type="none" w="med" len="med"/>
                      <a:tailEnd type="none" w="med" len="med"/>
                    </a:lnT>
                    <a:lnB w="28575" cap="flat" cmpd="sng" algn="ctr">
                      <a:solidFill>
                        <a:srgbClr val="003300"/>
                      </a:solidFill>
                      <a:prstDash val="solid"/>
                      <a:round/>
                      <a:headEnd type="none" w="med" len="med"/>
                      <a:tailEnd type="none" w="med" len="med"/>
                    </a:lnB>
                    <a:lnTlToBr>
                      <a:noFill/>
                    </a:lnTlToBr>
                    <a:lnBlToTr>
                      <a:noFill/>
                    </a:lnBlToTr>
                    <a:noFill/>
                  </a:tcPr>
                </a:tc>
              </a:tr>
            </a:tbl>
          </a:graphicData>
        </a:graphic>
      </p:graphicFrame>
      <p:sp>
        <p:nvSpPr>
          <p:cNvPr id="9" name="标题 1"/>
          <p:cNvSpPr txBox="1"/>
          <p:nvPr/>
        </p:nvSpPr>
        <p:spPr>
          <a:xfrm>
            <a:off x="137712" y="33656"/>
            <a:ext cx="1014929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3.5.3</a:t>
            </a:r>
            <a:r>
              <a:rPr lang="zh-CN" altLang="en-US" sz="3900" b="1" dirty="0">
                <a:latin typeface="微软雅黑" panose="020B0503020204020204" pitchFamily="34" charset="-122"/>
                <a:ea typeface="微软雅黑" panose="020B0503020204020204" pitchFamily="34" charset="-122"/>
              </a:rPr>
              <a:t> 死锁定义、必要条件和处理方法</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7" name="矩形 6"/>
          <p:cNvSpPr/>
          <p:nvPr/>
        </p:nvSpPr>
        <p:spPr>
          <a:xfrm>
            <a:off x="468217" y="896621"/>
            <a:ext cx="10945258" cy="5255862"/>
          </a:xfrm>
          <a:prstGeom prst="rect">
            <a:avLst/>
          </a:prstGeom>
        </p:spPr>
        <p:txBody>
          <a:bodyPr wrap="square">
            <a:spAutoFit/>
          </a:bodyPr>
          <a:lstStyle/>
          <a:p>
            <a:pPr marL="285750" indent="-285750" algn="just">
              <a:lnSpc>
                <a:spcPct val="20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相关结论</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参与死锁的进程最少是两个    </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参与死锁的进程至少有两个已经占有资源</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参与死锁的所有进程都在等待资源</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参与死锁的进程是当前系统中所有进程的子集</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如果死锁发生，会浪费大量系统资源，甚至导致系统崩溃</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66102" y="33656"/>
            <a:ext cx="102209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3.5.3</a:t>
            </a:r>
            <a:r>
              <a:rPr lang="zh-CN" altLang="en-US" sz="3900" b="1" dirty="0">
                <a:latin typeface="微软雅黑" panose="020B0503020204020204" pitchFamily="34" charset="-122"/>
                <a:ea typeface="微软雅黑" panose="020B0503020204020204" pitchFamily="34" charset="-122"/>
              </a:rPr>
              <a:t> 死锁定义、必要条件和处理方法</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14829" y="896620"/>
            <a:ext cx="11650337" cy="572389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产生死锁的必要条件</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a:t>
            </a:r>
            <a:r>
              <a:rPr lang="en-US" altLang="zh-CN" sz="2800" b="1" dirty="0">
                <a:solidFill>
                  <a:srgbClr val="C00000"/>
                </a:solidFill>
                <a:latin typeface="Arial" panose="020B0604020202090204" pitchFamily="34" charset="0"/>
                <a:ea typeface="微软雅黑" panose="020B0503020204020204" pitchFamily="34" charset="-122"/>
                <a:cs typeface="Arial" panose="020B0604020202090204" pitchFamily="34" charset="0"/>
              </a:rPr>
              <a:t>→</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死锁的发生必须同时具备下列四个必要条件</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互斥条件：</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指进程对所分配到的资源进行排它性使用，即在一段时间内某资源只由一个进程占用</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请求和保持条件：</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指进程已经保持了至少一个资源，但又提出了新的资源请求，而该资源又已被其它进程占有，此时请求进程阻塞，但又对自己已获得的其它资源保持不放 </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不剥夺条件：</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指进程已获得的资源，在未使用完之前，不能被剥夺，只能在使用完时由自己释放。</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循环等待条件：</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发生死锁时必然存在进程资源的环形链</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54236" y="33656"/>
            <a:ext cx="1013276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3.5.3</a:t>
            </a:r>
            <a:r>
              <a:rPr lang="zh-CN" altLang="en-US" sz="3900" b="1" dirty="0">
                <a:latin typeface="微软雅黑" panose="020B0503020204020204" pitchFamily="34" charset="-122"/>
                <a:ea typeface="微软雅黑" panose="020B0503020204020204" pitchFamily="34" charset="-122"/>
              </a:rPr>
              <a:t> 死锁定义、必要条件和处理方法</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91947" y="896621"/>
            <a:ext cx="11490593" cy="5751511"/>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处理死锁的基本方法</a:t>
            </a:r>
            <a:endPar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预防死锁</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（较简单和直观的事先预防方法）：通过设置某些限制条件，去</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破坏</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产生死锁的四个</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必要条件</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中的一个或几个条件，来预防发生死锁</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避免死锁</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（事先预防的策略）：在资源的动态分配过程中，用某种方法去防止系统进入不安全状态</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检测死锁：</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通过系统所设置的检测机构及时地检测出死锁的发生，并精确地确定与死锁有关的进程和资源，采取适当措施，从系统中将已发生的死锁清除掉。</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解除死锁</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（与检测死锁相配套）：撤消或挂起一些进程，以便回收一些资源，再将这些资源分配给已处于阻塞状态的进程，使之转为就绪状态，以继续运行。</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20338" y="33656"/>
            <a:ext cx="10066664"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3.5.3</a:t>
            </a:r>
            <a:r>
              <a:rPr lang="zh-CN" altLang="en-US" sz="3900" b="1" dirty="0">
                <a:latin typeface="微软雅黑" panose="020B0503020204020204" pitchFamily="34" charset="-122"/>
                <a:ea typeface="微软雅黑" panose="020B0503020204020204" pitchFamily="34" charset="-122"/>
              </a:rPr>
              <a:t> 死锁定义、必要条件和处理方法</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2" name="图示 1"/>
          <p:cNvGraphicFramePr/>
          <p:nvPr/>
        </p:nvGraphicFramePr>
        <p:xfrm>
          <a:off x="1167788" y="982971"/>
          <a:ext cx="9986789" cy="57598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8" name="标题 1"/>
          <p:cNvSpPr txBox="1"/>
          <p:nvPr/>
        </p:nvSpPr>
        <p:spPr>
          <a:xfrm>
            <a:off x="225847" y="24007"/>
            <a:ext cx="6730368" cy="958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b="1" dirty="0">
                <a:latin typeface="微软雅黑" panose="020B0503020204020204" pitchFamily="34" charset="-122"/>
                <a:ea typeface="微软雅黑" panose="020B0503020204020204" pitchFamily="34" charset="-122"/>
              </a:rPr>
              <a:t>处理机调度与死锁</a:t>
            </a:r>
            <a:endParaRPr lang="zh-CN" altLang="en-US" b="1" dirty="0">
              <a:latin typeface="微软雅黑" panose="020B0503020204020204" pitchFamily="34" charset="-122"/>
              <a:ea typeface="微软雅黑" panose="020B0503020204020204" pitchFamily="34" charset="-122"/>
            </a:endParaRPr>
          </a:p>
        </p:txBody>
      </p:sp>
      <p:sp>
        <p:nvSpPr>
          <p:cNvPr id="10" name="星形: 五角 9"/>
          <p:cNvSpPr/>
          <p:nvPr/>
        </p:nvSpPr>
        <p:spPr>
          <a:xfrm>
            <a:off x="8777580" y="2638029"/>
            <a:ext cx="535754" cy="500776"/>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星形: 五角 14"/>
          <p:cNvSpPr/>
          <p:nvPr/>
        </p:nvSpPr>
        <p:spPr>
          <a:xfrm>
            <a:off x="8805520" y="4722523"/>
            <a:ext cx="535754" cy="500776"/>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2" name="图示 1"/>
          <p:cNvGraphicFramePr/>
          <p:nvPr/>
        </p:nvGraphicFramePr>
        <p:xfrm>
          <a:off x="1112704" y="1115029"/>
          <a:ext cx="10449498" cy="562774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8" name="标题 1"/>
          <p:cNvSpPr txBox="1"/>
          <p:nvPr/>
        </p:nvSpPr>
        <p:spPr>
          <a:xfrm>
            <a:off x="198305" y="24007"/>
            <a:ext cx="6757910" cy="958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b="1" dirty="0">
                <a:latin typeface="微软雅黑" panose="020B0503020204020204" pitchFamily="34" charset="-122"/>
                <a:ea typeface="微软雅黑" panose="020B0503020204020204" pitchFamily="34" charset="-122"/>
              </a:rPr>
              <a:t>处理机调度与死锁</a:t>
            </a:r>
            <a:endParaRPr lang="zh-CN" altLang="en-US" b="1" dirty="0">
              <a:latin typeface="微软雅黑" panose="020B0503020204020204" pitchFamily="34" charset="-122"/>
              <a:ea typeface="微软雅黑" panose="020B0503020204020204" pitchFamily="34" charset="-122"/>
            </a:endParaRPr>
          </a:p>
        </p:txBody>
      </p:sp>
      <p:sp>
        <p:nvSpPr>
          <p:cNvPr id="10" name="星形: 五角 9"/>
          <p:cNvSpPr/>
          <p:nvPr/>
        </p:nvSpPr>
        <p:spPr>
          <a:xfrm>
            <a:off x="8777580" y="2638029"/>
            <a:ext cx="535754" cy="500776"/>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星形: 五角 14"/>
          <p:cNvSpPr/>
          <p:nvPr/>
        </p:nvSpPr>
        <p:spPr>
          <a:xfrm>
            <a:off x="8805520" y="4722523"/>
            <a:ext cx="535754" cy="500776"/>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a:off x="1112704" y="1083917"/>
            <a:ext cx="10449498" cy="3563710"/>
          </a:xfrm>
          <a:prstGeom prst="roundRect">
            <a:avLst>
              <a:gd name="adj" fmla="val 2312"/>
            </a:avLst>
          </a:prstGeom>
          <a:solidFill>
            <a:prstClr val="white"/>
          </a:solidFill>
          <a:ln w="12700" cap="flat" cmpd="sng" algn="ctr">
            <a:solidFill>
              <a:srgbClr val="C00000"/>
            </a:solidFill>
            <a:prstDash val="solid"/>
            <a:miter lim="800000"/>
          </a:ln>
          <a:effectLst/>
        </p:spPr>
        <p:txBody>
          <a:bodyPr spcFirstLastPara="0" vert="horz" wrap="square" lIns="558556" tIns="83820" rIns="83820" bIns="83820" numCol="1" spcCol="1270" anchor="ctr" anchorCtr="0">
            <a:noAutofit/>
          </a:bodyPr>
          <a:lstStyle/>
          <a:p>
            <a:pPr defTabSz="1466850">
              <a:lnSpc>
                <a:spcPct val="90000"/>
              </a:lnSpc>
              <a:spcBef>
                <a:spcPct val="0"/>
              </a:spcBef>
              <a:spcAft>
                <a:spcPct val="35000"/>
              </a:spcAft>
            </a:pPr>
            <a:endParaRPr lang="zh-CN" altLang="en-US" sz="3200" b="1" dirty="0">
              <a:solidFill>
                <a:srgbClr val="C00000"/>
              </a:solidFill>
              <a:latin typeface="微软雅黑" panose="020B0503020204020204" pitchFamily="34" charset="-122"/>
              <a:ea typeface="微软雅黑" panose="020B0503020204020204" pitchFamily="34" charset="-122"/>
            </a:endParaRPr>
          </a:p>
        </p:txBody>
      </p:sp>
      <p:graphicFrame>
        <p:nvGraphicFramePr>
          <p:cNvPr id="17" name="图示 16"/>
          <p:cNvGraphicFramePr/>
          <p:nvPr/>
        </p:nvGraphicFramePr>
        <p:xfrm>
          <a:off x="1531345" y="1195329"/>
          <a:ext cx="9650775" cy="338354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600419" y="896620"/>
            <a:ext cx="11275764" cy="5208414"/>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破坏必要条件</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在系统设计时确定资源分配算法，保证不发生死锁。具体的做法是破坏产生死锁的四个必要条件之一</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破坏“请求和保持”条件</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资源一次性分配</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破坏请求和保持条件</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破坏“不可抢占”条件</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可剥夺资源</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即当某进程新的资源未满足时，释放已占有的资源，破坏不可剥夺条件</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破坏“循环等待”条件</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资源有序分配法</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系统给每类资源赋予一个编号，每一个进程按编号递增的顺序请求资源，释放则相反，破坏环路等待条件</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70762" y="33656"/>
            <a:ext cx="1011624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3.6 </a:t>
            </a:r>
            <a:r>
              <a:rPr lang="zh-CN" altLang="en-US" sz="3900" b="1" dirty="0">
                <a:latin typeface="微软雅黑" panose="020B0503020204020204" pitchFamily="34" charset="-122"/>
                <a:ea typeface="微软雅黑" panose="020B0503020204020204" pitchFamily="34" charset="-122"/>
              </a:rPr>
              <a:t>预防死锁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507817" y="896621"/>
            <a:ext cx="11318790" cy="5751511"/>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第一种协议</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系统要求所有进程要</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一次性</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的</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申请</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在整个运行过程所需要得</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全部资源，</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在整个运行期间，再不会提出资源要求，从而摒弃了请求条件</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优点：</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简单、易于实现、安全</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缺点：</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资源严重浪费，进程延迟运行，使进程经常发生饥饿现象</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第二种协议</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允许一个进程</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只获得</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允许</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初期所需资源</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后便开始运行，允许过程成再</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逐步释放</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已分配给自己、且已用毕的全部</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资源，</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然后再请求新的所需资源</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优点：</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进程可更快完成任务、提高设备利用率、减少进程饥饿的机率</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09320" y="33656"/>
            <a:ext cx="10077681"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3.6.1 </a:t>
            </a:r>
            <a:r>
              <a:rPr lang="zh-CN" altLang="en-US" sz="3900" b="1" dirty="0">
                <a:latin typeface="微软雅黑" panose="020B0503020204020204" pitchFamily="34" charset="-122"/>
                <a:ea typeface="微软雅黑" panose="020B0503020204020204" pitchFamily="34" charset="-122"/>
              </a:rPr>
              <a:t>破坏“请求和保持”条件</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58048" y="896620"/>
            <a:ext cx="11325340" cy="5659178"/>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破坏“不可抢占”条件</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进程在需要资源时才提出请求，一个已经保持了某些资源的进程当它再提出新的资源要求而不能立即得到满足时，必须释放它已经保持的所有资源待以后需要时再申请，也就是认为资源被剥夺了</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缺点</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实施复杂、代价大</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反复申请和释放资源使进程的执行无限地推迟</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延长了进程的周转时间</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增加了系统开销</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降低了系统吞吐量</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48728" y="33656"/>
            <a:ext cx="10138273"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3.6.1 </a:t>
            </a:r>
            <a:r>
              <a:rPr lang="zh-CN" altLang="en-US" sz="3900" b="1" dirty="0">
                <a:latin typeface="微软雅黑" panose="020B0503020204020204" pitchFamily="34" charset="-122"/>
                <a:ea typeface="微软雅黑" panose="020B0503020204020204" pitchFamily="34" charset="-122"/>
              </a:rPr>
              <a:t>破坏“不可抢占”条件</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62708" y="896620"/>
            <a:ext cx="11677880" cy="510518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破坏“循环等待”条件</a:t>
            </a:r>
            <a:endPar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系统将所有资源按类型进行线性排队，并赋予不同的序号，所有进程对资源的请求必须严格按资源序号递增的次序提出，在资源分配图中不可能再出现环路</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优点</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资源利用率和系统吞吐量提高</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缺点</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资源序号必须相对稳定，新设备类型增加难</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进程使用资源的顺序与系统规定的顺序不同造成资源浪费</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限制用户简单、自主编程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47880" y="33656"/>
            <a:ext cx="10039121"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3.6.1 </a:t>
            </a:r>
            <a:r>
              <a:rPr lang="zh-CN" altLang="en-US" sz="3900" b="1" dirty="0">
                <a:latin typeface="微软雅黑" panose="020B0503020204020204" pitchFamily="34" charset="-122"/>
                <a:ea typeface="微软雅黑" panose="020B0503020204020204" pitchFamily="34" charset="-122"/>
              </a:rPr>
              <a:t>破坏“循环等待”条件</a:t>
            </a:r>
            <a:endParaRPr lang="zh-CN" altLang="en-US" sz="3900" b="1" dirty="0">
              <a:latin typeface="微软雅黑" panose="020B0503020204020204" pitchFamily="34" charset="-122"/>
              <a:ea typeface="微软雅黑" panose="020B0503020204020204" pitchFamily="34" charset="-122"/>
            </a:endParaRPr>
          </a:p>
        </p:txBody>
      </p:sp>
      <p:sp>
        <p:nvSpPr>
          <p:cNvPr id="5" name="矩形 4"/>
          <p:cNvSpPr/>
          <p:nvPr/>
        </p:nvSpPr>
        <p:spPr>
          <a:xfrm>
            <a:off x="8348166" y="2990229"/>
            <a:ext cx="3043936" cy="1741932"/>
          </a:xfrm>
          <a:prstGeom prst="rect">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r>
              <a:rPr kumimoji="1"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F(tape drive)=1;</a:t>
            </a:r>
            <a:endParaRPr kumimoji="1"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r>
              <a:rPr kumimoji="1"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F(disk drive)=5;</a:t>
            </a:r>
            <a:endParaRPr kumimoji="1"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r>
              <a:rPr kumimoji="1"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F(printer)=12;</a:t>
            </a:r>
            <a:endParaRPr kumimoji="1"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7018282" y="207525"/>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2" name="图示 1"/>
          <p:cNvGraphicFramePr/>
          <p:nvPr/>
        </p:nvGraphicFramePr>
        <p:xfrm>
          <a:off x="1151263" y="1115029"/>
          <a:ext cx="10058400" cy="56277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标题 1"/>
          <p:cNvSpPr txBox="1"/>
          <p:nvPr/>
        </p:nvSpPr>
        <p:spPr>
          <a:xfrm>
            <a:off x="187287" y="24007"/>
            <a:ext cx="6768927" cy="958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b="1" dirty="0">
                <a:latin typeface="微软雅黑" panose="020B0503020204020204" pitchFamily="34" charset="-122"/>
                <a:ea typeface="微软雅黑" panose="020B0503020204020204" pitchFamily="34" charset="-122"/>
              </a:rPr>
              <a:t>处理机调度与死锁</a:t>
            </a:r>
            <a:endParaRPr lang="zh-CN" altLang="en-US" b="1" dirty="0">
              <a:latin typeface="微软雅黑" panose="020B0503020204020204" pitchFamily="34" charset="-122"/>
              <a:ea typeface="微软雅黑" panose="020B0503020204020204" pitchFamily="34" charset="-122"/>
            </a:endParaRPr>
          </a:p>
        </p:txBody>
      </p:sp>
      <p:sp>
        <p:nvSpPr>
          <p:cNvPr id="10" name="星形: 五角 9"/>
          <p:cNvSpPr/>
          <p:nvPr/>
        </p:nvSpPr>
        <p:spPr>
          <a:xfrm>
            <a:off x="8777580" y="2638029"/>
            <a:ext cx="535754" cy="500776"/>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星形: 五角 14"/>
          <p:cNvSpPr/>
          <p:nvPr/>
        </p:nvSpPr>
        <p:spPr>
          <a:xfrm>
            <a:off x="8805520" y="4722523"/>
            <a:ext cx="535754" cy="500776"/>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2" name="图示 1"/>
          <p:cNvGraphicFramePr/>
          <p:nvPr/>
        </p:nvGraphicFramePr>
        <p:xfrm>
          <a:off x="930924" y="870333"/>
          <a:ext cx="10603735" cy="58724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8" name="标题 1"/>
          <p:cNvSpPr txBox="1"/>
          <p:nvPr/>
        </p:nvSpPr>
        <p:spPr>
          <a:xfrm>
            <a:off x="126695" y="24007"/>
            <a:ext cx="6829520" cy="958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b="1" dirty="0">
                <a:latin typeface="微软雅黑" panose="020B0503020204020204" pitchFamily="34" charset="-122"/>
                <a:ea typeface="微软雅黑" panose="020B0503020204020204" pitchFamily="34" charset="-122"/>
              </a:rPr>
              <a:t>处理机调度与死锁</a:t>
            </a:r>
            <a:endParaRPr lang="zh-CN" altLang="en-US" b="1" dirty="0">
              <a:latin typeface="微软雅黑" panose="020B0503020204020204" pitchFamily="34" charset="-122"/>
              <a:ea typeface="微软雅黑" panose="020B0503020204020204" pitchFamily="34" charset="-122"/>
            </a:endParaRPr>
          </a:p>
        </p:txBody>
      </p:sp>
      <p:sp>
        <p:nvSpPr>
          <p:cNvPr id="10" name="星形: 五角 9"/>
          <p:cNvSpPr/>
          <p:nvPr/>
        </p:nvSpPr>
        <p:spPr>
          <a:xfrm>
            <a:off x="8777580" y="2638029"/>
            <a:ext cx="535754" cy="500776"/>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星形: 五角 14"/>
          <p:cNvSpPr/>
          <p:nvPr/>
        </p:nvSpPr>
        <p:spPr>
          <a:xfrm>
            <a:off x="8805520" y="4722523"/>
            <a:ext cx="535754" cy="500776"/>
          </a:xfrm>
          <a:prstGeom prst="star5">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5"/>
          <p:cNvSpPr/>
          <p:nvPr/>
        </p:nvSpPr>
        <p:spPr>
          <a:xfrm>
            <a:off x="930924" y="919909"/>
            <a:ext cx="10603735" cy="4303390"/>
          </a:xfrm>
          <a:prstGeom prst="roundRect">
            <a:avLst>
              <a:gd name="adj" fmla="val 2312"/>
            </a:avLst>
          </a:prstGeom>
          <a:solidFill>
            <a:prstClr val="white"/>
          </a:solidFill>
          <a:ln w="12700" cap="flat" cmpd="sng" algn="ctr">
            <a:solidFill>
              <a:srgbClr val="C00000"/>
            </a:solidFill>
            <a:prstDash val="solid"/>
            <a:miter lim="800000"/>
          </a:ln>
          <a:effectLst/>
        </p:spPr>
        <p:txBody>
          <a:bodyPr spcFirstLastPara="0" vert="horz" wrap="square" lIns="558556" tIns="83820" rIns="83820" bIns="83820" numCol="1" spcCol="1270" anchor="ctr" anchorCtr="0">
            <a:noAutofit/>
          </a:bodyPr>
          <a:lstStyle/>
          <a:p>
            <a:pPr defTabSz="1466850">
              <a:lnSpc>
                <a:spcPct val="90000"/>
              </a:lnSpc>
              <a:spcBef>
                <a:spcPct val="0"/>
              </a:spcBef>
              <a:spcAft>
                <a:spcPct val="35000"/>
              </a:spcAft>
            </a:pPr>
            <a:endParaRPr lang="zh-CN" altLang="en-US" sz="3200" b="1" dirty="0">
              <a:solidFill>
                <a:srgbClr val="C00000"/>
              </a:solidFill>
              <a:latin typeface="微软雅黑" panose="020B0503020204020204" pitchFamily="34" charset="-122"/>
              <a:ea typeface="微软雅黑" panose="020B0503020204020204" pitchFamily="34" charset="-122"/>
            </a:endParaRPr>
          </a:p>
        </p:txBody>
      </p:sp>
      <p:graphicFrame>
        <p:nvGraphicFramePr>
          <p:cNvPr id="19" name="图示 18"/>
          <p:cNvGraphicFramePr/>
          <p:nvPr/>
        </p:nvGraphicFramePr>
        <p:xfrm>
          <a:off x="1327168" y="1460918"/>
          <a:ext cx="9813623" cy="358474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97455" y="896621"/>
            <a:ext cx="11672372" cy="2693623"/>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安全状态</a:t>
            </a:r>
            <a:endPar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只要系统始终处于</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安全状态</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，便可</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避免死锁</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系统资源分配前先</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计算系统安全性</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，若此次分配不会导致系统进入不安全状态，便将资源分配给进程，否则进程等待</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60594" y="33656"/>
            <a:ext cx="10226408"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3.7.1 </a:t>
            </a:r>
            <a:r>
              <a:rPr lang="zh-CN" altLang="en-US" sz="3900" b="1" dirty="0">
                <a:latin typeface="微软雅黑" panose="020B0503020204020204" pitchFamily="34" charset="-122"/>
                <a:ea typeface="微软雅黑" panose="020B0503020204020204" pitchFamily="34" charset="-122"/>
              </a:rPr>
              <a:t>系统的安全状态</a:t>
            </a:r>
            <a:endParaRPr lang="zh-CN" altLang="en-US" sz="3900" b="1" dirty="0">
              <a:latin typeface="微软雅黑" panose="020B0503020204020204" pitchFamily="34" charset="-122"/>
              <a:ea typeface="微软雅黑" panose="020B0503020204020204" pitchFamily="34" charset="-122"/>
            </a:endParaRPr>
          </a:p>
        </p:txBody>
      </p:sp>
      <p:pic>
        <p:nvPicPr>
          <p:cNvPr id="5" name="Picture 18" descr="C:\Program Files\Common Files\Microsoft Shared\Clipart\cagcat50\PE01561_.wmf"/>
          <p:cNvPicPr>
            <a:picLocks noChangeAspect="1"/>
          </p:cNvPicPr>
          <p:nvPr/>
        </p:nvPicPr>
        <p:blipFill>
          <a:blip r:embed="rId1"/>
          <a:stretch>
            <a:fillRect/>
          </a:stretch>
        </p:blipFill>
        <p:spPr>
          <a:xfrm>
            <a:off x="6951643" y="3694946"/>
            <a:ext cx="4933821" cy="2929456"/>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70761" y="896621"/>
            <a:ext cx="11672372" cy="5669309"/>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安全状态定义</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指系统按某种顺序</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&lt;P1</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err="1">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Pn</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&gt;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，来为每个进程分配其所需资源，直至最大需求，使每个进程都可顺序完成。</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安全序列</a:t>
            </a:r>
            <a:endPar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一个进程序列</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&lt;P1</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err="1">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Pn</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&gt;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是安全的，如果对于每一个进程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Pi(1≤i≤n</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），它以后尚需要的资源量不超过系统当前剩余资源量与所有进程</a:t>
            </a:r>
            <a:r>
              <a:rPr lang="en-US" altLang="zh-CN" sz="2000" b="1" dirty="0" err="1">
                <a:latin typeface="Times New Roman" panose="02020503050405090304" pitchFamily="18" charset="0"/>
                <a:ea typeface="微软雅黑" panose="020B0503020204020204" pitchFamily="34" charset="-122"/>
                <a:cs typeface="Times New Roman" panose="02020503050405090304" pitchFamily="18" charset="0"/>
              </a:rPr>
              <a:t>Pj</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(j&lt;</a:t>
            </a:r>
            <a:r>
              <a:rPr lang="en-US" altLang="zh-CN" sz="20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当前占有资源量之和，系统处于安全状态</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如果系统不存在</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安全序列</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，则称系统处于不安全状态</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并非所有不安全状态都是死锁状态，但当系统进入不安全状态后，便可能进入死锁状态</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只要系统处于安全状态，便可</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避免</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死锁状态</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避免死锁的</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实质</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是使系统</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不进入不安全状态</a:t>
            </a:r>
            <a:endPar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38560" y="33656"/>
            <a:ext cx="10248442"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3.7.1 </a:t>
            </a:r>
            <a:r>
              <a:rPr lang="zh-CN" altLang="en-US" sz="3900" b="1" dirty="0">
                <a:latin typeface="微软雅黑" panose="020B0503020204020204" pitchFamily="34" charset="-122"/>
                <a:ea typeface="微软雅黑" panose="020B0503020204020204" pitchFamily="34" charset="-122"/>
              </a:rPr>
              <a:t>系统的安全状态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52733" y="896620"/>
            <a:ext cx="11274722" cy="433832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安全状态之例</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系统有三个进程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 P2, 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台磁带机。</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9</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台磁带机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分别要求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4</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设</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分别获得</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台，尚有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4</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台空闲未分</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54236" y="33656"/>
            <a:ext cx="1013276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3.7.1 </a:t>
            </a:r>
            <a:r>
              <a:rPr lang="zh-CN" altLang="en-US" sz="3900" b="1" dirty="0">
                <a:latin typeface="微软雅黑" panose="020B0503020204020204" pitchFamily="34" charset="-122"/>
                <a:ea typeface="微软雅黑" panose="020B0503020204020204" pitchFamily="34" charset="-122"/>
              </a:rPr>
              <a:t>系统的安全状态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nvGraphicFramePr>
        <p:xfrm>
          <a:off x="2680970" y="3166507"/>
          <a:ext cx="6096000" cy="2108200"/>
        </p:xfrm>
        <a:graphic>
          <a:graphicData uri="http://schemas.openxmlformats.org/drawingml/2006/table">
            <a:tbl>
              <a:tblPr/>
              <a:tblGrid>
                <a:gridCol w="1524000"/>
                <a:gridCol w="1524000"/>
                <a:gridCol w="1524000"/>
                <a:gridCol w="1524000"/>
              </a:tblGrid>
              <a:tr h="527050">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最大需求</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已分配</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可用</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7050">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9</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rowSpan="3">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4</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nchor="ctr">
                    <a:lnL w="12700" cap="flat" cmpd="sng">
                      <a:solidFill>
                        <a:schemeClr val="tx1"/>
                      </a:solidFill>
                      <a:prstDash val="solid"/>
                      <a:miter/>
                      <a:headEnd type="none" w="med" len="med"/>
                      <a:tailEnd type="none" w="med" len="med"/>
                    </a:lnL>
                    <a:lnR w="28575" cap="flat" cmpd="sng" algn="ctr">
                      <a:solidFill>
                        <a:schemeClr val="tx1"/>
                      </a:solidFill>
                      <a:prstDash val="solid"/>
                      <a:miter lim="800000"/>
                      <a:headEnd type="none" w="med" len="med"/>
                      <a:tailEnd type="none" w="med" len="med"/>
                    </a:lnR>
                    <a:lnT w="12700" cap="flat" cmpd="sng">
                      <a:solidFill>
                        <a:schemeClr val="tx1"/>
                      </a:solidFill>
                      <a:prstDash val="solid"/>
                      <a:miter/>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r h="527050">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4</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vMerge="1">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7050">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3</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11</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5</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vMerge="1">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
        <p:nvSpPr>
          <p:cNvPr id="6" name="矩形 5"/>
          <p:cNvSpPr/>
          <p:nvPr/>
        </p:nvSpPr>
        <p:spPr>
          <a:xfrm>
            <a:off x="2680970" y="5551425"/>
            <a:ext cx="6096000" cy="942847"/>
          </a:xfrm>
          <a:prstGeom prst="rect">
            <a:avLst/>
          </a:prstGeom>
          <a:solidFill>
            <a:srgbClr val="C00000"/>
          </a:solidFill>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kumimoji="1" lang="zh-CN" altLang="en-US" sz="36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是否存在安全序列？</a:t>
            </a:r>
            <a:endParaRPr kumimoji="1" lang="en-US" altLang="zh-CN" sz="36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567369" y="896620"/>
            <a:ext cx="11121527" cy="6647974"/>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安全状态之例</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系统有三个进程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 P2, 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台磁带机。</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9</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台磁带机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分别要求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4</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设</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分别获得</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台，尚有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台空闲未分</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经分析发现：在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时刻是安全的，因为存在安全序列</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&lt;P2, P3, P1&gt;</a:t>
            </a:r>
            <a:endPar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只要系统按安全序列分配资源，每个进程便可顺利完成</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26694" y="33656"/>
            <a:ext cx="10160307"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3.7.1 </a:t>
            </a:r>
            <a:r>
              <a:rPr lang="zh-CN" altLang="en-US" sz="3900" b="1" dirty="0">
                <a:latin typeface="微软雅黑" panose="020B0503020204020204" pitchFamily="34" charset="-122"/>
                <a:ea typeface="微软雅黑" panose="020B0503020204020204" pitchFamily="34" charset="-122"/>
              </a:rPr>
              <a:t>系统的安全状态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nvGraphicFramePr>
        <p:xfrm>
          <a:off x="2680970" y="3166507"/>
          <a:ext cx="6096000" cy="2108200"/>
        </p:xfrm>
        <a:graphic>
          <a:graphicData uri="http://schemas.openxmlformats.org/drawingml/2006/table">
            <a:tbl>
              <a:tblPr/>
              <a:tblGrid>
                <a:gridCol w="1524000"/>
                <a:gridCol w="1524000"/>
                <a:gridCol w="1524000"/>
                <a:gridCol w="1524000"/>
              </a:tblGrid>
              <a:tr h="527050">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最大需求</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已分配</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可用</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7050">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9</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rowSpan="3">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4</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nchor="ctr">
                    <a:lnL w="12700" cap="flat" cmpd="sng">
                      <a:solidFill>
                        <a:schemeClr val="tx1"/>
                      </a:solidFill>
                      <a:prstDash val="solid"/>
                      <a:miter/>
                      <a:headEnd type="none" w="med" len="med"/>
                      <a:tailEnd type="none" w="med" len="med"/>
                    </a:lnL>
                    <a:lnR w="28575" cap="flat" cmpd="sng" algn="ctr">
                      <a:solidFill>
                        <a:schemeClr val="tx1"/>
                      </a:solidFill>
                      <a:prstDash val="solid"/>
                      <a:miter lim="800000"/>
                      <a:headEnd type="none" w="med" len="med"/>
                      <a:tailEnd type="none" w="med" len="med"/>
                    </a:lnR>
                    <a:lnT w="12700" cap="flat" cmpd="sng">
                      <a:solidFill>
                        <a:schemeClr val="tx1"/>
                      </a:solidFill>
                      <a:prstDash val="solid"/>
                      <a:miter/>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r h="527050">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4</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vMerge="1">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7050">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3</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11</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5</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vMerge="1">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02964" y="896620"/>
            <a:ext cx="11248222" cy="5208414"/>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由安全状态向不安全状态转换</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系统有三个进程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 P2, 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台磁带机。</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9</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台磁带机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分别要求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4</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设</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分别获得</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台，尚有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台空闲未分</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如果不按照安全序列</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&lt;P2, P3, P1&gt;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分配资源，则系统可能会由安全状态向不安全状态转换</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66102" y="33656"/>
            <a:ext cx="102209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3.7.1 </a:t>
            </a:r>
            <a:r>
              <a:rPr lang="zh-CN" altLang="en-US" sz="3900" b="1" dirty="0">
                <a:latin typeface="微软雅黑" panose="020B0503020204020204" pitchFamily="34" charset="-122"/>
                <a:ea typeface="微软雅黑" panose="020B0503020204020204" pitchFamily="34" charset="-122"/>
              </a:rPr>
              <a:t>系统的安全状态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nvGraphicFramePr>
        <p:xfrm>
          <a:off x="2680970" y="3166507"/>
          <a:ext cx="6096000" cy="2108200"/>
        </p:xfrm>
        <a:graphic>
          <a:graphicData uri="http://schemas.openxmlformats.org/drawingml/2006/table">
            <a:tbl>
              <a:tblPr/>
              <a:tblGrid>
                <a:gridCol w="1524000"/>
                <a:gridCol w="1524000"/>
                <a:gridCol w="1524000"/>
                <a:gridCol w="1524000"/>
              </a:tblGrid>
              <a:tr h="527050">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最大需求</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已分配</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可用</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7050">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9</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rowSpan="3">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4</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nchor="ctr">
                    <a:lnL w="12700" cap="flat" cmpd="sng">
                      <a:solidFill>
                        <a:schemeClr val="tx1"/>
                      </a:solidFill>
                      <a:prstDash val="solid"/>
                      <a:miter/>
                      <a:headEnd type="none" w="med" len="med"/>
                      <a:tailEnd type="none" w="med" len="med"/>
                    </a:lnL>
                    <a:lnR w="28575" cap="flat" cmpd="sng" algn="ctr">
                      <a:solidFill>
                        <a:schemeClr val="tx1"/>
                      </a:solidFill>
                      <a:prstDash val="solid"/>
                      <a:miter lim="800000"/>
                      <a:headEnd type="none" w="med" len="med"/>
                      <a:tailEnd type="none" w="med" len="med"/>
                    </a:lnR>
                    <a:lnT w="12700" cap="flat" cmpd="sng">
                      <a:solidFill>
                        <a:schemeClr val="tx1"/>
                      </a:solidFill>
                      <a:prstDash val="solid"/>
                      <a:miter/>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r h="527050">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4</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vMerge="1">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7050">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3</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11</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5</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vMerge="1">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75421" y="896620"/>
            <a:ext cx="11452033" cy="433965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由安全状态向不安全状态转换</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系统有三个进程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 P2, 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台磁带机。</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9</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台磁带机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分别要求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4</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设</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分别获得</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台，尚有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台空闲未分</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时刻以后，</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又请求</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台磁带机，若此时系统把剩余</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4</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台中的</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台分配给</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。把其余的</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台分配给</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完成后释放出</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台，不能满足</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均尚需</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6</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台的要求，致使它们彼此都在等待对方释放资源</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死锁</a:t>
            </a:r>
            <a:endPar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a:t>
            </a:r>
            <a:endPar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203812" y="33656"/>
            <a:ext cx="10083189"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3.7.1 </a:t>
            </a:r>
            <a:r>
              <a:rPr lang="zh-CN" altLang="en-US" sz="3900" b="1" dirty="0">
                <a:latin typeface="微软雅黑" panose="020B0503020204020204" pitchFamily="34" charset="-122"/>
                <a:ea typeface="微软雅黑" panose="020B0503020204020204" pitchFamily="34" charset="-122"/>
              </a:rPr>
              <a:t>系统的安全状态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nvGraphicFramePr>
        <p:xfrm>
          <a:off x="2674047" y="4360672"/>
          <a:ext cx="6471160" cy="2020320"/>
        </p:xfrm>
        <a:graphic>
          <a:graphicData uri="http://schemas.openxmlformats.org/drawingml/2006/table">
            <a:tbl>
              <a:tblPr/>
              <a:tblGrid>
                <a:gridCol w="1617790"/>
                <a:gridCol w="1617790"/>
                <a:gridCol w="1617790"/>
                <a:gridCol w="1617790"/>
              </a:tblGrid>
              <a:tr h="456009">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最大需求</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已分配</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可用</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16525">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9</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3</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rowSpan="3">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3</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nchor="ctr">
                    <a:lnL w="12700" cap="flat" cmpd="sng">
                      <a:solidFill>
                        <a:schemeClr val="tx1"/>
                      </a:solidFill>
                      <a:prstDash val="solid"/>
                      <a:miter/>
                      <a:headEnd type="none" w="med" len="med"/>
                      <a:tailEnd type="none" w="med" len="med"/>
                    </a:lnL>
                    <a:lnR w="28575" cap="flat" cmpd="sng" algn="ctr">
                      <a:solidFill>
                        <a:schemeClr val="tx1"/>
                      </a:solidFill>
                      <a:prstDash val="solid"/>
                      <a:miter lim="800000"/>
                      <a:headEnd type="none" w="med" len="med"/>
                      <a:tailEnd type="none" w="med" len="med"/>
                    </a:lnR>
                    <a:lnT w="12700" cap="flat" cmpd="sng">
                      <a:solidFill>
                        <a:schemeClr val="tx1"/>
                      </a:solidFill>
                      <a:prstDash val="solid"/>
                      <a:miter/>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r h="516525">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4</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vMerge="1">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16525">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3</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11</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5</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vMerge="1">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25845" y="896620"/>
            <a:ext cx="11677879" cy="433965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由安全状态向不安全状态转换</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系统有三个进程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 P2, 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台磁带机。</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9</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台磁带机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分别要求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4</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设</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分别获得</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台，尚有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台空闲未分</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时刻以后，</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又请求</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台磁带机，若此时系统把剩余</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4</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台中的</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台分配给</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。把其余的</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台分配给</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完成后释放出</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台，不能满足</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均尚需</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6</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台的要求，致使它们彼此都在等待对方释放资源</a:t>
            </a: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死锁</a:t>
            </a:r>
            <a:endPar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gn="just">
              <a:lnSpc>
                <a:spcPct val="150000"/>
              </a:lnSpc>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a:t>
            </a:r>
            <a:endPar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38560" y="33656"/>
            <a:ext cx="10248442"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3.7.1 </a:t>
            </a:r>
            <a:r>
              <a:rPr lang="zh-CN" altLang="en-US" sz="3900" b="1" dirty="0">
                <a:latin typeface="微软雅黑" panose="020B0503020204020204" pitchFamily="34" charset="-122"/>
                <a:ea typeface="微软雅黑" panose="020B0503020204020204" pitchFamily="34" charset="-122"/>
              </a:rPr>
              <a:t>系统的安全状态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nvGraphicFramePr>
        <p:xfrm>
          <a:off x="2674047" y="4360672"/>
          <a:ext cx="6471160" cy="2020320"/>
        </p:xfrm>
        <a:graphic>
          <a:graphicData uri="http://schemas.openxmlformats.org/drawingml/2006/table">
            <a:tbl>
              <a:tblPr/>
              <a:tblGrid>
                <a:gridCol w="1617790"/>
                <a:gridCol w="1617790"/>
                <a:gridCol w="1617790"/>
                <a:gridCol w="1617790"/>
              </a:tblGrid>
              <a:tr h="456009">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最大需求</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已分配</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可用</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16525">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9</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3</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rowSpan="3">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3</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nchor="ctr">
                    <a:lnL w="12700" cap="flat" cmpd="sng">
                      <a:solidFill>
                        <a:schemeClr val="tx1"/>
                      </a:solidFill>
                      <a:prstDash val="solid"/>
                      <a:miter/>
                      <a:headEnd type="none" w="med" len="med"/>
                      <a:tailEnd type="none" w="med" len="med"/>
                    </a:lnL>
                    <a:lnR w="28575" cap="flat" cmpd="sng" algn="ctr">
                      <a:solidFill>
                        <a:schemeClr val="tx1"/>
                      </a:solidFill>
                      <a:prstDash val="solid"/>
                      <a:miter lim="800000"/>
                      <a:headEnd type="none" w="med" len="med"/>
                      <a:tailEnd type="none" w="med" len="med"/>
                    </a:lnR>
                    <a:lnT w="12700" cap="flat" cmpd="sng">
                      <a:solidFill>
                        <a:schemeClr val="tx1"/>
                      </a:solidFill>
                      <a:prstDash val="solid"/>
                      <a:miter/>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r h="516525">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4</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2</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vMerge="1">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16525">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3</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11</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0">
                          <a:solidFill>
                            <a:srgbClr val="000000"/>
                          </a:solidFill>
                          <a:latin typeface="宋体" pitchFamily="2" charset="-122"/>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rgbClr val="000000"/>
                          </a:solidFill>
                          <a:latin typeface="宋体" pitchFamily="2" charset="-122"/>
                          <a:ea typeface="宋体" pitchFamily="2" charset="-122"/>
                          <a:cs typeface="+mn-cs"/>
                        </a:defRPr>
                      </a:lvl5pPr>
                    </a:lstStyle>
                    <a:p>
                      <a:pPr lvl="0" algn="ctr" eaLnBrk="1" hangingPunct="1">
                        <a:spcBef>
                          <a:spcPct val="20000"/>
                        </a:spcBef>
                        <a:buClr>
                          <a:schemeClr val="hlink"/>
                        </a:buClr>
                        <a:buSzPct val="110000"/>
                        <a:buFont typeface="Wingdings" panose="05000000000000000000" pitchFamily="2" charset="2"/>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5</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txBody>
                  <a:tcPr marL="90000" marR="90000" marT="46800" marB="4680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vMerge="1">
                  <a:tcPr marL="90000" marR="90000" marT="468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
        <p:nvSpPr>
          <p:cNvPr id="6" name="矩形 5"/>
          <p:cNvSpPr/>
          <p:nvPr/>
        </p:nvSpPr>
        <p:spPr>
          <a:xfrm>
            <a:off x="600419" y="4271915"/>
            <a:ext cx="11303305" cy="2360533"/>
          </a:xfrm>
          <a:prstGeom prst="rect">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r>
              <a:rPr kumimoji="1"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避免死锁基本思想：</a:t>
            </a:r>
            <a:r>
              <a:rPr kumimoji="1" lang="zh-CN" altLang="en-US" sz="32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确保系统始终处于安全状态。一个系统开始时是处于安全状态的，当有进程请求一个可用资源时，系统需要对该进程的请求进行计算，若资源分配给进程后系统仍处于安全状态，才将资源分配给进程</a:t>
            </a:r>
            <a:endParaRPr kumimoji="1"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539827" y="896620"/>
            <a:ext cx="11193137" cy="4867871"/>
          </a:xfrm>
          <a:prstGeom prst="rect">
            <a:avLst/>
          </a:prstGeom>
        </p:spPr>
        <p:txBody>
          <a:bodyPr wrap="square">
            <a:spAutoFit/>
          </a:bodyPr>
          <a:lstStyle/>
          <a:p>
            <a:pPr marL="285750" indent="-285750" algn="just">
              <a:lnSpc>
                <a:spcPct val="20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银行家算法中的数据结构</a:t>
            </a:r>
            <a:endPar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Available</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：可利用资源向量</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Max</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：最大需求矩阵</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Allocation</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：分配矩阵</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Need</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：需求矩阵</a:t>
            </a:r>
            <a:endPar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93644" y="33656"/>
            <a:ext cx="10193358"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24997" y="896620"/>
            <a:ext cx="11424491" cy="5370188"/>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银行家算法中的数据结构</a:t>
            </a:r>
            <a:endPar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Available</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：可利用资源向量</a:t>
            </a:r>
            <a:endPar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一个含有</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m</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个元素的数组，其中的每一个元素代表一类可利用的资源数目</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其初始值是系统中所配置的该类全部可用资源的数目，其数值随该类资源的分配和回收而动态地改变</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如果</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Available</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=K</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，则表示系统中现有</a:t>
            </a:r>
            <a:r>
              <a:rPr lang="en-US" altLang="zh-CN" sz="2800" b="1" dirty="0" err="1">
                <a:latin typeface="Times New Roman" panose="02020503050405090304" pitchFamily="18" charset="0"/>
                <a:ea typeface="微软雅黑" panose="020B0503020204020204" pitchFamily="34" charset="-122"/>
                <a:cs typeface="Times New Roman" panose="02020503050405090304" pitchFamily="18" charset="0"/>
              </a:rPr>
              <a:t>Rj</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类资源</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K</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个</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endPar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48728" y="33656"/>
            <a:ext cx="10138273"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13981" y="896620"/>
            <a:ext cx="11556694" cy="462165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银行家算法中的数据结构</a:t>
            </a:r>
            <a:endPar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Max</a:t>
            </a: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：最大需求矩阵</a:t>
            </a:r>
            <a:endPar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一个</a:t>
            </a:r>
            <a:r>
              <a:rPr lang="en-US" altLang="zh-CN" sz="3200" b="1" dirty="0" err="1">
                <a:latin typeface="Times New Roman" panose="02020503050405090304" pitchFamily="18" charset="0"/>
                <a:ea typeface="微软雅黑" panose="020B0503020204020204" pitchFamily="34" charset="-122"/>
                <a:cs typeface="Times New Roman" panose="02020503050405090304" pitchFamily="18" charset="0"/>
              </a:rPr>
              <a:t>n×m</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的矩阵，它定义了系统中</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个进程中的每一个进程对</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m</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类资源的最大需求</a:t>
            </a:r>
            <a:endPar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如果</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Max</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32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=K</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，则表示进程</a:t>
            </a:r>
            <a:r>
              <a:rPr lang="en-US" altLang="zh-CN" sz="32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需要</a:t>
            </a:r>
            <a:r>
              <a:rPr lang="en-US" altLang="zh-CN" sz="3200" b="1" dirty="0" err="1">
                <a:latin typeface="Times New Roman" panose="02020503050405090304" pitchFamily="18" charset="0"/>
                <a:ea typeface="微软雅黑" panose="020B0503020204020204" pitchFamily="34" charset="-122"/>
                <a:cs typeface="Times New Roman" panose="02020503050405090304" pitchFamily="18" charset="0"/>
              </a:rPr>
              <a:t>Rj</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类资源的最大数目为</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K</a:t>
            </a:r>
            <a:endPar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93644" y="33656"/>
            <a:ext cx="10193358"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31354" y="896620"/>
            <a:ext cx="11600762" cy="462165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银行家算法中的数据结构</a:t>
            </a:r>
            <a:endPar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Allocation</a:t>
            </a:r>
            <a:r>
              <a:rPr lang="zh-CN" altLang="en-US"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：分配矩阵</a:t>
            </a:r>
            <a:endParaRPr lang="en-US" altLang="zh-CN" sz="36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一个</a:t>
            </a:r>
            <a:r>
              <a:rPr lang="en-US" altLang="zh-CN" sz="3200" b="1" dirty="0" err="1">
                <a:latin typeface="Times New Roman" panose="02020503050405090304" pitchFamily="18" charset="0"/>
                <a:ea typeface="微软雅黑" panose="020B0503020204020204" pitchFamily="34" charset="-122"/>
                <a:cs typeface="Times New Roman" panose="02020503050405090304" pitchFamily="18" charset="0"/>
              </a:rPr>
              <a:t>n×m</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的矩阵，它定义了系统中每一类资源当前已分配给每一进程的资源数</a:t>
            </a:r>
            <a:endPar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如果</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Allocation</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32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=K</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，则表示进程</a:t>
            </a:r>
            <a:r>
              <a:rPr lang="en-US" altLang="zh-CN" sz="32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当前已分得</a:t>
            </a:r>
            <a:r>
              <a:rPr lang="en-US" altLang="zh-CN" sz="3200" b="1" dirty="0" err="1">
                <a:latin typeface="Times New Roman" panose="02020503050405090304" pitchFamily="18" charset="0"/>
                <a:ea typeface="微软雅黑" panose="020B0503020204020204" pitchFamily="34" charset="-122"/>
                <a:cs typeface="Times New Roman" panose="02020503050405090304" pitchFamily="18" charset="0"/>
              </a:rPr>
              <a:t>Rj</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类资源的数目为</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K</a:t>
            </a:r>
            <a:endPar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44068" y="33656"/>
            <a:ext cx="10242934"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501267" y="896621"/>
            <a:ext cx="11226188" cy="3432286"/>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银行家算法中的数据结构</a:t>
            </a:r>
            <a:endPar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Need</a:t>
            </a: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：需求矩阵</a:t>
            </a:r>
            <a:endPar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一个</a:t>
            </a:r>
            <a:r>
              <a:rPr lang="en-US" altLang="zh-CN" sz="2800" b="1" dirty="0" err="1">
                <a:latin typeface="Times New Roman" panose="02020503050405090304" pitchFamily="18" charset="0"/>
                <a:ea typeface="微软雅黑" panose="020B0503020204020204" pitchFamily="34" charset="-122"/>
                <a:cs typeface="Times New Roman" panose="02020503050405090304" pitchFamily="18" charset="0"/>
              </a:rPr>
              <a:t>n×m</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的矩阵，用以表示每一个进程尚需的各类资源数</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Arial" panose="020B0604020202090204" pitchFamily="34" charset="0"/>
              <a:buChar char="•"/>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如果</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Need</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=K</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，则表示进程</a:t>
            </a:r>
            <a:r>
              <a:rPr lang="en-US" altLang="zh-CN" sz="28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还需要</a:t>
            </a:r>
            <a:r>
              <a:rPr lang="en-US" altLang="zh-CN" sz="2800" b="1" dirty="0" err="1">
                <a:latin typeface="Times New Roman" panose="02020503050405090304" pitchFamily="18" charset="0"/>
                <a:ea typeface="微软雅黑" panose="020B0503020204020204" pitchFamily="34" charset="-122"/>
                <a:cs typeface="Times New Roman" panose="02020503050405090304" pitchFamily="18" charset="0"/>
              </a:rPr>
              <a:t>Rj</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类资源</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K</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个，方能完成其任务 </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330506" y="33656"/>
            <a:ext cx="99564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
        <p:nvSpPr>
          <p:cNvPr id="5" name="圆角矩形 4"/>
          <p:cNvSpPr/>
          <p:nvPr/>
        </p:nvSpPr>
        <p:spPr>
          <a:xfrm>
            <a:off x="859316" y="4599716"/>
            <a:ext cx="10950765" cy="1013378"/>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nchor="ctr" anchorCtr="0"/>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ctr"/>
            <a:r>
              <a:rPr lang="en-US" altLang="zh-CN" sz="3200" b="1" dirty="0">
                <a:latin typeface="Times New Roman" panose="02020503050405090304" pitchFamily="18" charset="0"/>
                <a:ea typeface="楷体" panose="02010609060101010101" pitchFamily="49" charset="-122"/>
                <a:cs typeface="Times New Roman" panose="02020503050405090304" pitchFamily="18" charset="0"/>
              </a:rPr>
              <a:t>Need</a:t>
            </a:r>
            <a:r>
              <a:rPr lang="zh-CN" altLang="en-US" sz="3200" b="1" dirty="0">
                <a:latin typeface="Times New Roman" panose="02020503050405090304" pitchFamily="18" charset="0"/>
                <a:ea typeface="楷体" panose="02010609060101010101" pitchFamily="49" charset="-122"/>
                <a:cs typeface="Times New Roman" panose="02020503050405090304" pitchFamily="18" charset="0"/>
              </a:rPr>
              <a:t>［</a:t>
            </a:r>
            <a:r>
              <a:rPr lang="en-US" altLang="zh-CN" sz="3200" b="1" dirty="0" err="1">
                <a:latin typeface="Times New Roman" panose="02020503050405090304" pitchFamily="18" charset="0"/>
                <a:ea typeface="楷体" panose="02010609060101010101" pitchFamily="49" charset="-122"/>
                <a:cs typeface="Times New Roman" panose="02020503050405090304" pitchFamily="18" charset="0"/>
              </a:rPr>
              <a:t>i</a:t>
            </a:r>
            <a:r>
              <a:rPr lang="zh-CN" altLang="en-US" sz="3200" b="1" dirty="0">
                <a:latin typeface="Times New Roman" panose="02020503050405090304" pitchFamily="18" charset="0"/>
                <a:ea typeface="楷体" panose="02010609060101010101" pitchFamily="49" charset="-122"/>
                <a:cs typeface="Times New Roman" panose="02020503050405090304" pitchFamily="18" charset="0"/>
              </a:rPr>
              <a:t>，</a:t>
            </a:r>
            <a:r>
              <a:rPr lang="en-US" altLang="zh-CN" sz="3200" b="1" dirty="0">
                <a:latin typeface="Times New Roman" panose="02020503050405090304" pitchFamily="18" charset="0"/>
                <a:ea typeface="楷体" panose="02010609060101010101" pitchFamily="49" charset="-122"/>
                <a:cs typeface="Times New Roman" panose="02020503050405090304" pitchFamily="18" charset="0"/>
              </a:rPr>
              <a:t>j</a:t>
            </a:r>
            <a:r>
              <a:rPr lang="zh-CN" altLang="en-US" sz="3200" b="1" dirty="0">
                <a:latin typeface="Times New Roman" panose="02020503050405090304" pitchFamily="18" charset="0"/>
                <a:ea typeface="楷体" panose="02010609060101010101" pitchFamily="49" charset="-122"/>
                <a:cs typeface="Times New Roman" panose="02020503050405090304" pitchFamily="18" charset="0"/>
              </a:rPr>
              <a:t>］</a:t>
            </a:r>
            <a:r>
              <a:rPr lang="en-US" altLang="zh-CN" sz="3200" b="1" dirty="0">
                <a:latin typeface="Times New Roman" panose="02020503050405090304" pitchFamily="18" charset="0"/>
                <a:ea typeface="楷体" panose="02010609060101010101" pitchFamily="49" charset="-122"/>
                <a:cs typeface="Times New Roman" panose="02020503050405090304" pitchFamily="18" charset="0"/>
              </a:rPr>
              <a:t>= Max</a:t>
            </a:r>
            <a:r>
              <a:rPr lang="zh-CN" altLang="en-US" sz="3200" b="1" dirty="0">
                <a:latin typeface="Times New Roman" panose="02020503050405090304" pitchFamily="18" charset="0"/>
                <a:ea typeface="楷体" panose="02010609060101010101" pitchFamily="49" charset="-122"/>
                <a:cs typeface="Times New Roman" panose="02020503050405090304" pitchFamily="18" charset="0"/>
              </a:rPr>
              <a:t>［</a:t>
            </a:r>
            <a:r>
              <a:rPr lang="en-US" altLang="zh-CN" sz="3200" b="1" dirty="0" err="1">
                <a:latin typeface="Times New Roman" panose="02020503050405090304" pitchFamily="18" charset="0"/>
                <a:ea typeface="楷体" panose="02010609060101010101" pitchFamily="49" charset="-122"/>
                <a:cs typeface="Times New Roman" panose="02020503050405090304" pitchFamily="18" charset="0"/>
              </a:rPr>
              <a:t>i</a:t>
            </a:r>
            <a:r>
              <a:rPr lang="zh-CN" altLang="en-US" sz="3200" b="1" dirty="0">
                <a:latin typeface="Times New Roman" panose="02020503050405090304" pitchFamily="18" charset="0"/>
                <a:ea typeface="楷体" panose="02010609060101010101" pitchFamily="49" charset="-122"/>
                <a:cs typeface="Times New Roman" panose="02020503050405090304" pitchFamily="18" charset="0"/>
              </a:rPr>
              <a:t>，</a:t>
            </a:r>
            <a:r>
              <a:rPr lang="en-US" altLang="zh-CN" sz="3200" b="1" dirty="0">
                <a:latin typeface="Times New Roman" panose="02020503050405090304" pitchFamily="18" charset="0"/>
                <a:ea typeface="楷体" panose="02010609060101010101" pitchFamily="49" charset="-122"/>
                <a:cs typeface="Times New Roman" panose="02020503050405090304" pitchFamily="18" charset="0"/>
              </a:rPr>
              <a:t>j</a:t>
            </a:r>
            <a:r>
              <a:rPr lang="zh-CN" altLang="en-US" sz="3200" b="1" dirty="0">
                <a:latin typeface="Times New Roman" panose="02020503050405090304" pitchFamily="18" charset="0"/>
                <a:ea typeface="楷体" panose="02010609060101010101" pitchFamily="49" charset="-122"/>
                <a:cs typeface="Times New Roman" panose="02020503050405090304" pitchFamily="18" charset="0"/>
              </a:rPr>
              <a:t>］</a:t>
            </a:r>
            <a:r>
              <a:rPr lang="en-US" altLang="zh-CN" sz="3200" b="1" dirty="0">
                <a:latin typeface="Times New Roman" panose="02020503050405090304" pitchFamily="18" charset="0"/>
                <a:ea typeface="楷体" panose="02010609060101010101" pitchFamily="49" charset="-122"/>
                <a:cs typeface="Times New Roman" panose="02020503050405090304" pitchFamily="18" charset="0"/>
              </a:rPr>
              <a:t>- Allocation</a:t>
            </a:r>
            <a:r>
              <a:rPr lang="zh-CN" altLang="en-US" sz="3200" b="1" dirty="0">
                <a:latin typeface="Times New Roman" panose="02020503050405090304" pitchFamily="18" charset="0"/>
                <a:ea typeface="楷体" panose="02010609060101010101" pitchFamily="49" charset="-122"/>
                <a:cs typeface="Times New Roman" panose="02020503050405090304" pitchFamily="18" charset="0"/>
              </a:rPr>
              <a:t>［</a:t>
            </a:r>
            <a:r>
              <a:rPr lang="en-US" altLang="zh-CN" sz="3200" b="1" dirty="0" err="1">
                <a:latin typeface="Times New Roman" panose="02020503050405090304" pitchFamily="18" charset="0"/>
                <a:ea typeface="楷体" panose="02010609060101010101" pitchFamily="49" charset="-122"/>
                <a:cs typeface="Times New Roman" panose="02020503050405090304" pitchFamily="18" charset="0"/>
              </a:rPr>
              <a:t>i</a:t>
            </a:r>
            <a:r>
              <a:rPr lang="zh-CN" altLang="en-US" sz="3200" b="1" dirty="0">
                <a:latin typeface="Times New Roman" panose="02020503050405090304" pitchFamily="18" charset="0"/>
                <a:ea typeface="楷体" panose="02010609060101010101" pitchFamily="49" charset="-122"/>
                <a:cs typeface="Times New Roman" panose="02020503050405090304" pitchFamily="18" charset="0"/>
              </a:rPr>
              <a:t>，</a:t>
            </a:r>
            <a:r>
              <a:rPr lang="en-US" altLang="zh-CN" sz="3200" b="1" dirty="0">
                <a:latin typeface="Times New Roman" panose="02020503050405090304" pitchFamily="18" charset="0"/>
                <a:ea typeface="楷体" panose="02010609060101010101" pitchFamily="49" charset="-122"/>
                <a:cs typeface="Times New Roman" panose="02020503050405090304" pitchFamily="18" charset="0"/>
              </a:rPr>
              <a:t>j</a:t>
            </a:r>
            <a:r>
              <a:rPr lang="zh-CN" altLang="en-US" sz="3200" b="1" dirty="0">
                <a:latin typeface="Times New Roman" panose="02020503050405090304" pitchFamily="18" charset="0"/>
                <a:ea typeface="楷体" panose="02010609060101010101" pitchFamily="49" charset="-122"/>
                <a:cs typeface="Times New Roman" panose="02020503050405090304" pitchFamily="18" charset="0"/>
              </a:rPr>
              <a:t>］</a:t>
            </a:r>
            <a:endParaRPr lang="zh-CN" altLang="en-US" sz="3200" b="1" dirty="0">
              <a:latin typeface="Times New Roman" panose="02020503050405090304" pitchFamily="18" charset="0"/>
              <a:ea typeface="楷体" panose="02010609060101010101" pitchFamily="49" charset="-122"/>
              <a:cs typeface="Times New Roman" panose="0202050305040509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18641" y="896621"/>
            <a:ext cx="11253730" cy="2693623"/>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a:t>
            </a:r>
            <a:endPar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假设</a:t>
            </a:r>
            <a:r>
              <a:rPr lang="en-US" altLang="zh-CN" sz="2800" b="1" dirty="0" err="1">
                <a:latin typeface="Times New Roman" panose="02020503050405090304" pitchFamily="18" charset="0"/>
                <a:ea typeface="微软雅黑" panose="020B0503020204020204" pitchFamily="34" charset="-122"/>
                <a:cs typeface="Times New Roman" panose="02020503050405090304" pitchFamily="18" charset="0"/>
              </a:rPr>
              <a:t>Requesti</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是进程</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Pi</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的请求向量</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如果</a:t>
            </a:r>
            <a:r>
              <a:rPr lang="en-US" altLang="zh-CN" sz="2800" b="1" dirty="0" err="1">
                <a:latin typeface="Times New Roman" panose="02020503050405090304" pitchFamily="18" charset="0"/>
                <a:ea typeface="微软雅黑" panose="020B0503020204020204" pitchFamily="34" charset="-122"/>
                <a:cs typeface="Times New Roman" panose="02020503050405090304" pitchFamily="18" charset="0"/>
              </a:rPr>
              <a:t>Requesti</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=K</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，表示进程</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Pi</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需要</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K</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个</a:t>
            </a:r>
            <a:r>
              <a:rPr lang="en-US" altLang="zh-CN" sz="2800" b="1" dirty="0" err="1">
                <a:latin typeface="Times New Roman" panose="02020503050405090304" pitchFamily="18" charset="0"/>
                <a:ea typeface="微软雅黑" panose="020B0503020204020204" pitchFamily="34" charset="-122"/>
                <a:cs typeface="Times New Roman" panose="02020503050405090304" pitchFamily="18" charset="0"/>
              </a:rPr>
              <a:t>Rj</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类型的资源。</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当</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Pi</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发出资源请求后，系统按下述步骤进行检查：</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302964" y="33656"/>
            <a:ext cx="9984037"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80975" y="896620"/>
            <a:ext cx="11736705" cy="5615940"/>
          </a:xfrm>
          <a:prstGeom prst="rect">
            <a:avLst/>
          </a:prstGeom>
        </p:spPr>
        <p:txBody>
          <a:bodyPr wrap="square">
            <a:spAutoFit/>
          </a:bodyPr>
          <a:lstStyle/>
          <a:p>
            <a:pPr marL="285750" indent="-285750" algn="just">
              <a:lnSpc>
                <a:spcPct val="135000"/>
              </a:lnSpc>
              <a:spcBef>
                <a:spcPts val="0"/>
              </a:spcBef>
              <a:spcAft>
                <a:spcPts val="0"/>
              </a:spcAft>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35000"/>
              </a:lnSpc>
              <a:spcBef>
                <a:spcPts val="0"/>
              </a:spcBef>
              <a:spcAft>
                <a:spcPts val="0"/>
              </a:spcAft>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步骤一：</a:t>
            </a:r>
            <a:endPar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35000"/>
              </a:lnSpc>
              <a:spcBef>
                <a:spcPts val="0"/>
              </a:spcBef>
              <a:spcAft>
                <a:spcPts val="0"/>
              </a:spcAft>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如果</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Requesti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Need</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i,j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］，便转向步骤二；否则认为出错，因为它所需要的资源数已超过它所宣布的最大值。</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35000"/>
              </a:lnSpc>
              <a:spcBef>
                <a:spcPts val="0"/>
              </a:spcBef>
              <a:spcAft>
                <a:spcPts val="0"/>
              </a:spcAft>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步骤二：</a:t>
            </a:r>
            <a:endPar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35000"/>
              </a:lnSpc>
              <a:spcBef>
                <a:spcPts val="0"/>
              </a:spcBef>
              <a:spcAft>
                <a:spcPts val="0"/>
              </a:spcAft>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如果</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Requesti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Available</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］，便转向步骤三；否则， 表示尚无足够资源，</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须等待。</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35000"/>
              </a:lnSpc>
              <a:spcBef>
                <a:spcPts val="0"/>
              </a:spcBef>
              <a:spcAft>
                <a:spcPts val="0"/>
              </a:spcAft>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步骤三：</a:t>
            </a:r>
            <a:endPar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35000"/>
              </a:lnSpc>
              <a:spcBef>
                <a:spcPts val="0"/>
              </a:spcBef>
              <a:spcAft>
                <a:spcPts val="0"/>
              </a:spcAft>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系统试探着把资源分配给进程</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，并修改下面数据结构中的数值：</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35000"/>
              </a:lnSpc>
              <a:spcBef>
                <a:spcPts val="0"/>
              </a:spcBef>
              <a:spcAft>
                <a:spcPts val="0"/>
              </a:spcAft>
              <a:buFont typeface="Arial" panose="020B0604020202090204" pitchFamily="34" charset="0"/>
              <a:buChar char="•"/>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Available</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=Available</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Requesti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35000"/>
              </a:lnSpc>
              <a:spcBef>
                <a:spcPts val="0"/>
              </a:spcBef>
              <a:spcAft>
                <a:spcPts val="0"/>
              </a:spcAft>
              <a:buFont typeface="Arial" panose="020B0604020202090204" pitchFamily="34" charset="0"/>
              <a:buChar char="•"/>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Allocation</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i,j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=Allocation</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i,j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Requesti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35000"/>
              </a:lnSpc>
              <a:spcBef>
                <a:spcPts val="0"/>
              </a:spcBef>
              <a:spcAft>
                <a:spcPts val="0"/>
              </a:spcAft>
              <a:buFont typeface="Arial" panose="020B0604020202090204" pitchFamily="34" charset="0"/>
              <a:buChar char="•"/>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Need</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i,j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=Need</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i,j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Requesti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35000"/>
              </a:lnSpc>
              <a:spcBef>
                <a:spcPts val="0"/>
              </a:spcBef>
              <a:spcAft>
                <a:spcPts val="0"/>
              </a:spcAft>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步骤四：</a:t>
            </a:r>
            <a:endPar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35000"/>
              </a:lnSpc>
              <a:spcBef>
                <a:spcPts val="0"/>
              </a:spcBef>
              <a:spcAft>
                <a:spcPts val="0"/>
              </a:spcAft>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系统执行安全性算法，检查此次资源分配后，系统是否处于安全状态。若安全，才正式将资源分配给进程</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，以完成本次分配；否则 将本次的试探分配作废，恢复原来的资源分配状态，让进程</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等待。</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51435" y="33655"/>
            <a:ext cx="1023556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
        <p:nvSpPr>
          <p:cNvPr id="6" name="矩形 5"/>
          <p:cNvSpPr/>
          <p:nvPr/>
        </p:nvSpPr>
        <p:spPr>
          <a:xfrm>
            <a:off x="7614666" y="1085088"/>
            <a:ext cx="2785110" cy="720000"/>
          </a:xfrm>
          <a:prstGeom prst="rect">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r>
              <a:rPr kumimoji="1"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Allocation</a:t>
            </a:r>
            <a:r>
              <a:rPr kumimoji="1"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：分配矩阵</a:t>
            </a:r>
            <a:endParaRPr kumimoji="1"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r>
              <a:rPr kumimoji="1"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Need</a:t>
            </a:r>
            <a:r>
              <a:rPr kumimoji="1"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：需求矩阵</a:t>
            </a:r>
            <a:endParaRPr kumimoji="1"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7" name="矩形 6"/>
          <p:cNvSpPr/>
          <p:nvPr/>
        </p:nvSpPr>
        <p:spPr>
          <a:xfrm>
            <a:off x="4035044" y="1085088"/>
            <a:ext cx="3300476" cy="720000"/>
          </a:xfrm>
          <a:prstGeom prst="rect">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r>
              <a:rPr kumimoji="1"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Available</a:t>
            </a:r>
            <a:r>
              <a:rPr kumimoji="1"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：可利用资源向量</a:t>
            </a:r>
            <a:endParaRPr kumimoji="1"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r>
              <a:rPr kumimoji="1"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Max</a:t>
            </a:r>
            <a:r>
              <a:rPr kumimoji="1"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：最大需求矩阵</a:t>
            </a:r>
            <a:endParaRPr kumimoji="1"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23520" y="896620"/>
            <a:ext cx="11791315" cy="396938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银行家算法调用安全算法</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步骤一：设置两个变量</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工作向量</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Work:</a:t>
            </a:r>
            <a:endPar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828800" lvl="3" indent="-4572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它表示系统可提供给进程继续运行所需的各类资源数目，它含有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m</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个元素</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828800" lvl="3" indent="-4572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在执行安全算法开始时，</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Work∶=Available;</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50000"/>
              </a:lnSpc>
              <a:buFont typeface="Wingdings" panose="05000000000000000000" pitchFamily="2" charset="2"/>
              <a:buChar char="Ø"/>
            </a:pP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Finish:</a:t>
            </a:r>
            <a:endPar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828800" lvl="3" indent="-4572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它表示系统是否有足够的资源分配给进程，使之运行完成。</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828800" lvl="3" indent="-457200" algn="just">
              <a:lnSpc>
                <a:spcPct val="150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开始时先做</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Finish</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=false;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当有足够资源分配给进程时， 再令</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Finish</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=true</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73025" y="33655"/>
            <a:ext cx="1021397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64795" y="896620"/>
            <a:ext cx="11323320" cy="526224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银行家算法调用安全算法</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25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步骤二：</a:t>
            </a:r>
            <a:endPar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25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从进程集合中找到一个能满足下述条件的进程：</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25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① </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Finish</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=false; ② Need</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err="1">
                <a:latin typeface="Times New Roman" panose="02020503050405090304" pitchFamily="18" charset="0"/>
                <a:ea typeface="微软雅黑" panose="020B0503020204020204" pitchFamily="34" charset="-122"/>
                <a:cs typeface="Times New Roman" panose="02020503050405090304" pitchFamily="18" charset="0"/>
              </a:rPr>
              <a:t>i,j</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Work</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25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若找到， 执行步骤三， 否则，执行步骤四；</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25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步骤三：</a:t>
            </a:r>
            <a:endPar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25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当进程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获得资源后，可顺利执行，直至完成，并释放出分配给它的资源，故应执行：</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25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Work</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j</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Work</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+Allocation</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err="1">
                <a:latin typeface="Times New Roman" panose="02020503050405090304" pitchFamily="18" charset="0"/>
                <a:ea typeface="微软雅黑" panose="020B0503020204020204" pitchFamily="34" charset="-122"/>
                <a:cs typeface="Times New Roman" panose="02020503050405090304" pitchFamily="18" charset="0"/>
              </a:rPr>
              <a:t>i,j</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25000"/>
              </a:lnSpc>
              <a:buFont typeface="Arial" panose="020B0604020202090204" pitchFamily="34" charset="0"/>
              <a:buChar char="•"/>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Finish</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true;</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25000"/>
              </a:lnSpc>
              <a:buFont typeface="Arial" panose="020B0604020202090204" pitchFamily="34" charset="0"/>
              <a:buChar char="•"/>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go to step 2; </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25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步骤四：</a:t>
            </a:r>
            <a:endPar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25000"/>
              </a:lnSpc>
              <a:buFont typeface="Arial" panose="020B0604020202090204" pitchFamily="34" charset="0"/>
              <a:buChar cha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如果所有进程的</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Finish</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=true</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都满足， 则表示系统处于安全状态；否则，系统处于不安全状态。</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44450" y="33655"/>
            <a:ext cx="1024255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699770" y="896620"/>
            <a:ext cx="11056620" cy="4769485"/>
          </a:xfrm>
          <a:prstGeom prst="rect">
            <a:avLst/>
          </a:prstGeom>
        </p:spPr>
        <p:txBody>
          <a:bodyPr wrap="square">
            <a:spAutoFit/>
          </a:bodyPr>
          <a:lstStyle/>
          <a:p>
            <a:pPr marL="285750" indent="-285750" algn="just">
              <a:lnSpc>
                <a:spcPct val="200000"/>
              </a:lnSpc>
              <a:buFont typeface="Wingdings" panose="05000000000000000000" pitchFamily="2" charset="2"/>
              <a:buChar char="u"/>
            </a:pPr>
            <a:r>
              <a:rPr lang="zh-CN" altLang="en-US"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银行家算法之例</a:t>
            </a:r>
            <a:endParaRPr lang="en-US" altLang="zh-CN" sz="3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20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假定系统中有五个进程：</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20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P0, P1, P2, P3, P4</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20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三类资源：</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20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 B, C</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 10, 5, 7 </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200000"/>
              </a:lnSpc>
              <a:buFont typeface="Wingdings" panose="05000000000000000000" pitchFamily="2" charset="2"/>
              <a:buChar char="Ø"/>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时刻的资源分配情况如图所示：</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07950" y="33655"/>
            <a:ext cx="1017905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233680" y="33655"/>
            <a:ext cx="1005332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Times New Roman" panose="02020503050405090304" pitchFamily="18" charset="0"/>
                <a:ea typeface="微软雅黑" panose="020B0503020204020204" pitchFamily="34" charset="-122"/>
                <a:cs typeface="Times New Roman" panose="02020503050405090304" pitchFamily="18" charset="0"/>
              </a:rPr>
              <a:t>3.7.2 </a:t>
            </a:r>
            <a:r>
              <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rPr>
              <a:t>利用银行家算法避免死锁</a:t>
            </a:r>
            <a:endPar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6" name="Rectangle 3"/>
          <p:cNvSpPr>
            <a:spLocks noGrp="1" noChangeArrowheads="1"/>
          </p:cNvSpPr>
          <p:nvPr/>
        </p:nvSpPr>
        <p:spPr>
          <a:xfrm>
            <a:off x="1973072" y="2208736"/>
            <a:ext cx="8229600" cy="3975068"/>
          </a:xfrm>
          <a:prstGeom prst="rect">
            <a:avLst/>
          </a:prstGeom>
        </p:spPr>
        <p:txBody>
          <a:bodyPr/>
          <a:lstStyle>
            <a:lvl1pPr marL="342900" indent="-342900" algn="l" rtl="0" eaLnBrk="0" fontAlgn="base" latinLnBrk="1" hangingPunct="0">
              <a:spcBef>
                <a:spcPct val="20000"/>
              </a:spcBef>
              <a:spcAft>
                <a:spcPct val="0"/>
              </a:spcAft>
              <a:buChar char="•"/>
              <a:defRPr kumimoji="1" sz="3200">
                <a:solidFill>
                  <a:schemeClr val="tx1"/>
                </a:solidFill>
                <a:latin typeface="Gulim" pitchFamily="34" charset="-127"/>
                <a:ea typeface="Gulim" pitchFamily="34"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Gulim" pitchFamily="34" charset="-127"/>
                <a:ea typeface="Gulim" pitchFamily="34" charset="-127"/>
              </a:defRPr>
            </a:lvl2pPr>
            <a:lvl3pPr marL="1143000" indent="-228600" algn="l" rtl="0" eaLnBrk="0" fontAlgn="base" latinLnBrk="1" hangingPunct="0">
              <a:spcBef>
                <a:spcPct val="20000"/>
              </a:spcBef>
              <a:spcAft>
                <a:spcPct val="0"/>
              </a:spcAft>
              <a:buChar char="•"/>
              <a:defRPr kumimoji="1" sz="2400">
                <a:solidFill>
                  <a:schemeClr val="tx1"/>
                </a:solidFill>
                <a:latin typeface="Gulim" pitchFamily="34" charset="-127"/>
                <a:ea typeface="Gulim" pitchFamily="34" charset="-127"/>
              </a:defRPr>
            </a:lvl3pPr>
            <a:lvl4pPr marL="1600200" indent="-228600" algn="l" rtl="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4pPr>
            <a:lvl5pPr marL="2057400" indent="-228600" algn="l" rtl="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pic>
        <p:nvPicPr>
          <p:cNvPr id="7" name="table"/>
          <p:cNvPicPr>
            <a:picLocks noGrp="1"/>
          </p:cNvPicPr>
          <p:nvPr/>
        </p:nvPicPr>
        <p:blipFill>
          <a:blip r:embed="rId1"/>
          <a:stretch>
            <a:fillRect/>
          </a:stretch>
        </p:blipFill>
        <p:spPr>
          <a:xfrm>
            <a:off x="1261110" y="975360"/>
            <a:ext cx="9841865" cy="5288915"/>
          </a:xfrm>
          <a:prstGeom prst="rect">
            <a:avLst/>
          </a:prstGeom>
        </p:spPr>
      </p:pic>
      <p:grpSp>
        <p:nvGrpSpPr>
          <p:cNvPr id="10" name="组合 9"/>
          <p:cNvGrpSpPr/>
          <p:nvPr/>
        </p:nvGrpSpPr>
        <p:grpSpPr>
          <a:xfrm>
            <a:off x="1289050" y="1022985"/>
            <a:ext cx="1771650" cy="1329690"/>
            <a:chOff x="272288" y="1016000"/>
            <a:chExt cx="1540257" cy="1385824"/>
          </a:xfrm>
        </p:grpSpPr>
        <p:sp>
          <p:nvSpPr>
            <p:cNvPr id="2" name="矩形 1"/>
            <p:cNvSpPr/>
            <p:nvPr/>
          </p:nvSpPr>
          <p:spPr>
            <a:xfrm>
              <a:off x="272288" y="1016000"/>
              <a:ext cx="1442720" cy="13858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cxnSp>
          <p:nvCxnSpPr>
            <p:cNvPr id="4" name="直接连接符 3"/>
            <p:cNvCxnSpPr/>
            <p:nvPr/>
          </p:nvCxnSpPr>
          <p:spPr>
            <a:xfrm>
              <a:off x="272288" y="1016000"/>
              <a:ext cx="1442720" cy="1385824"/>
            </a:xfrm>
            <a:prstGeom prst="line">
              <a:avLst/>
            </a:prstGeom>
          </p:spPr>
          <p:style>
            <a:lnRef idx="1">
              <a:schemeClr val="dk1"/>
            </a:lnRef>
            <a:fillRef idx="0">
              <a:schemeClr val="dk1"/>
            </a:fillRef>
            <a:effectRef idx="0">
              <a:schemeClr val="dk1"/>
            </a:effectRef>
            <a:fontRef idx="minor">
              <a:schemeClr val="tx1"/>
            </a:fontRef>
          </p:style>
        </p:cxnSp>
        <p:sp>
          <p:nvSpPr>
            <p:cNvPr id="9" name="文本框 8"/>
            <p:cNvSpPr txBox="1"/>
            <p:nvPr/>
          </p:nvSpPr>
          <p:spPr>
            <a:xfrm>
              <a:off x="812801" y="1138678"/>
              <a:ext cx="999744" cy="544005"/>
            </a:xfrm>
            <a:prstGeom prst="rect">
              <a:avLst/>
            </a:prstGeom>
            <a:noFill/>
          </p:spPr>
          <p:txBody>
            <a:bodyPr wrap="square" rtlCol="0">
              <a:spAutoFit/>
            </a:bodyPr>
            <a:lstStyle/>
            <a:p>
              <a:r>
                <a:rPr lang="zh-CN" altLang="en-US" sz="2800" dirty="0">
                  <a:solidFill>
                    <a:srgbClr val="000066"/>
                  </a:solidFill>
                  <a:latin typeface="Times New Roman" panose="02020503050405090304" pitchFamily="18" charset="0"/>
                  <a:ea typeface="微软雅黑" panose="020B0503020204020204" pitchFamily="34" charset="-122"/>
                </a:rPr>
                <a:t>资源</a:t>
              </a:r>
              <a:endParaRPr lang="zh-CN" altLang="en-US" sz="2800" dirty="0">
                <a:solidFill>
                  <a:srgbClr val="000066"/>
                </a:solidFill>
                <a:latin typeface="Times New Roman" panose="02020503050405090304" pitchFamily="18" charset="0"/>
                <a:ea typeface="微软雅黑" panose="020B0503020204020204" pitchFamily="34" charset="-122"/>
              </a:endParaRPr>
            </a:p>
          </p:txBody>
        </p:sp>
        <p:sp>
          <p:nvSpPr>
            <p:cNvPr id="12" name="文本框 11"/>
            <p:cNvSpPr txBox="1"/>
            <p:nvPr/>
          </p:nvSpPr>
          <p:spPr>
            <a:xfrm>
              <a:off x="292609" y="1708912"/>
              <a:ext cx="999744" cy="544005"/>
            </a:xfrm>
            <a:prstGeom prst="rect">
              <a:avLst/>
            </a:prstGeom>
            <a:noFill/>
          </p:spPr>
          <p:txBody>
            <a:bodyPr wrap="square" rtlCol="0">
              <a:spAutoFit/>
            </a:bodyPr>
            <a:lstStyle/>
            <a:p>
              <a:r>
                <a:rPr lang="zh-CN" altLang="en-US" sz="2800" dirty="0">
                  <a:solidFill>
                    <a:srgbClr val="000066"/>
                  </a:solidFill>
                  <a:latin typeface="Times New Roman" panose="02020503050405090304" pitchFamily="18" charset="0"/>
                  <a:ea typeface="微软雅黑" panose="020B0503020204020204" pitchFamily="34" charset="-122"/>
                </a:rPr>
                <a:t>进程</a:t>
              </a:r>
              <a:endParaRPr lang="zh-CN" altLang="en-US" sz="2800" dirty="0">
                <a:solidFill>
                  <a:srgbClr val="000066"/>
                </a:solidFill>
                <a:latin typeface="Times New Roman" panose="02020503050405090304" pitchFamily="18" charset="0"/>
                <a:ea typeface="微软雅黑" panose="020B0503020204020204" pitchFamily="34" charset="-122"/>
              </a:endParaRPr>
            </a:p>
          </p:txBody>
        </p:sp>
      </p:grpSp>
      <p:sp>
        <p:nvSpPr>
          <p:cNvPr id="11" name="矩形 10"/>
          <p:cNvSpPr/>
          <p:nvPr/>
        </p:nvSpPr>
        <p:spPr>
          <a:xfrm>
            <a:off x="9130665" y="4376420"/>
            <a:ext cx="1969770" cy="368300"/>
          </a:xfrm>
          <a:prstGeom prst="rect">
            <a:avLst/>
          </a:prstGeom>
        </p:spPr>
        <p:txBody>
          <a:bodyPr wrap="square">
            <a:spAutoFit/>
          </a:bodyPr>
          <a:lstStyle/>
          <a:p>
            <a:r>
              <a:rPr lang="en-US" altLang="zh-CN"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T</a:t>
            </a:r>
            <a:r>
              <a:rPr lang="en-US" altLang="zh-CN" b="1" kern="0" baseline="-2500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时刻的安全性？</a:t>
            </a:r>
            <a:endParaRPr lang="en-US" altLang="zh-CN"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pic>
        <p:nvPicPr>
          <p:cNvPr id="3" name="图片 2"/>
          <p:cNvPicPr>
            <a:picLocks noChangeAspect="1"/>
          </p:cNvPicPr>
          <p:nvPr/>
        </p:nvPicPr>
        <p:blipFill>
          <a:blip r:embed="rId2"/>
          <a:srcRect t="15537"/>
          <a:stretch>
            <a:fillRect/>
          </a:stretch>
        </p:blipFill>
        <p:spPr>
          <a:xfrm>
            <a:off x="9201150" y="3996690"/>
            <a:ext cx="1858645" cy="379730"/>
          </a:xfrm>
          <a:prstGeom prst="rect">
            <a:avLst/>
          </a:prstGeom>
        </p:spPr>
      </p:pic>
      <p:sp>
        <p:nvSpPr>
          <p:cNvPr id="5" name="矩形 4"/>
          <p:cNvSpPr/>
          <p:nvPr/>
        </p:nvSpPr>
        <p:spPr>
          <a:xfrm>
            <a:off x="9201150" y="2456180"/>
            <a:ext cx="1775460" cy="3232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457950" y="195580"/>
            <a:ext cx="4642485" cy="779780"/>
          </a:xfrm>
          <a:prstGeom prst="rect">
            <a:avLst/>
          </a:prstGeom>
          <a:noFill/>
        </p:spPr>
        <p:txBody>
          <a:bodyPr wrap="square" rtlCol="0" anchor="t">
            <a:noAutofit/>
          </a:bodyPr>
          <a:lstStyle/>
          <a:p>
            <a:pPr lvl="3" algn="just">
              <a:lnSpc>
                <a:spcPct val="200000"/>
              </a:lnSpc>
            </a:pPr>
            <a:r>
              <a:rPr lang="zh-CN" altLang="en-US"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A, </a:t>
            </a:r>
            <a:r>
              <a:rPr lang="en-US" altLang="zh-CN" sz="2400" b="1" dirty="0">
                <a:solidFill>
                  <a:schemeClr val="accent6"/>
                </a:solidFill>
                <a:latin typeface="Times New Roman" panose="02020503050405090304" pitchFamily="18" charset="0"/>
                <a:ea typeface="微软雅黑" panose="020B0503020204020204" pitchFamily="34" charset="-122"/>
                <a:cs typeface="Times New Roman" panose="02020503050405090304" pitchFamily="18" charset="0"/>
                <a:sym typeface="+mn-ea"/>
              </a:rPr>
              <a:t>B,</a:t>
            </a:r>
            <a:r>
              <a:rPr lang="en-US" altLang="zh-CN"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 </a:t>
            </a:r>
            <a:r>
              <a:rPr lang="en-US" altLang="zh-CN" sz="2400" b="1" dirty="0">
                <a:solidFill>
                  <a:srgbClr val="00B0F0"/>
                </a:solidFill>
                <a:latin typeface="Times New Roman" panose="02020503050405090304" pitchFamily="18" charset="0"/>
                <a:ea typeface="微软雅黑" panose="020B0503020204020204" pitchFamily="34" charset="-122"/>
                <a:cs typeface="Times New Roman" panose="02020503050405090304" pitchFamily="18" charset="0"/>
                <a:sym typeface="+mn-ea"/>
              </a:rPr>
              <a:t>C</a:t>
            </a:r>
            <a:r>
              <a:rPr lang="zh-CN" altLang="en-US"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 10, </a:t>
            </a:r>
            <a:r>
              <a:rPr lang="en-US" altLang="zh-CN" sz="2400" b="1" dirty="0">
                <a:solidFill>
                  <a:schemeClr val="accent6"/>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5,</a:t>
            </a:r>
            <a:r>
              <a:rPr lang="en-US" altLang="zh-CN"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 </a:t>
            </a:r>
            <a:r>
              <a:rPr lang="en-US" altLang="zh-CN" sz="2400" b="1" dirty="0">
                <a:solidFill>
                  <a:srgbClr val="00B0F0"/>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7 </a:t>
            </a:r>
            <a:endParaRPr lang="en-US" altLang="zh-CN" sz="2400" b="1" dirty="0">
              <a:solidFill>
                <a:srgbClr val="00B0F0"/>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p:txBody>
      </p:sp>
      <p:sp>
        <p:nvSpPr>
          <p:cNvPr id="14" name="圆角矩形 13"/>
          <p:cNvSpPr/>
          <p:nvPr/>
        </p:nvSpPr>
        <p:spPr>
          <a:xfrm>
            <a:off x="5094605" y="2400935"/>
            <a:ext cx="554355" cy="3642360"/>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5748020" y="2400935"/>
            <a:ext cx="554355" cy="3642360"/>
          </a:xfrm>
          <a:prstGeom prst="roundRect">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6401435" y="2401570"/>
            <a:ext cx="554355" cy="3642360"/>
          </a:xfrm>
          <a:prstGeom prst="roundRect">
            <a:avLst/>
          </a:prstGeom>
          <a:noFill/>
          <a:ln w="28575">
            <a:solidFill>
              <a:srgbClr val="00B0F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151755" y="6222683"/>
            <a:ext cx="439420" cy="460375"/>
          </a:xfrm>
          <a:prstGeom prst="rect">
            <a:avLst/>
          </a:prstGeom>
          <a:noFill/>
        </p:spPr>
        <p:txBody>
          <a:bodyPr wrap="square" rtlCol="0" anchor="t">
            <a:spAutoFit/>
          </a:bodyPr>
          <a:lstStyle/>
          <a:p>
            <a:pPr algn="ctr"/>
            <a:r>
              <a:rPr lang="en-US" altLang="zh-CN"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7</a:t>
            </a:r>
            <a:endParaRPr lang="en-US" altLang="zh-CN"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p:txBody>
      </p:sp>
      <p:sp>
        <p:nvSpPr>
          <p:cNvPr id="18" name="文本框 17"/>
          <p:cNvSpPr txBox="1"/>
          <p:nvPr/>
        </p:nvSpPr>
        <p:spPr>
          <a:xfrm>
            <a:off x="5805805" y="6222683"/>
            <a:ext cx="439420" cy="460375"/>
          </a:xfrm>
          <a:prstGeom prst="rect">
            <a:avLst/>
          </a:prstGeom>
          <a:noFill/>
        </p:spPr>
        <p:txBody>
          <a:bodyPr wrap="square" rtlCol="0" anchor="t">
            <a:spAutoFit/>
          </a:bodyPr>
          <a:lstStyle/>
          <a:p>
            <a:pPr algn="ctr"/>
            <a:r>
              <a:rPr lang="en-US" altLang="zh-CN" sz="2400" b="1" dirty="0">
                <a:solidFill>
                  <a:schemeClr val="accent6"/>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2</a:t>
            </a:r>
            <a:endParaRPr lang="en-US" altLang="zh-CN" sz="2400" b="1" dirty="0">
              <a:solidFill>
                <a:schemeClr val="accent6"/>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p:txBody>
      </p:sp>
      <p:sp>
        <p:nvSpPr>
          <p:cNvPr id="19" name="文本框 18"/>
          <p:cNvSpPr txBox="1"/>
          <p:nvPr/>
        </p:nvSpPr>
        <p:spPr>
          <a:xfrm>
            <a:off x="6458585" y="6222683"/>
            <a:ext cx="439420" cy="460375"/>
          </a:xfrm>
          <a:prstGeom prst="rect">
            <a:avLst/>
          </a:prstGeom>
          <a:noFill/>
        </p:spPr>
        <p:txBody>
          <a:bodyPr wrap="square" rtlCol="0" anchor="t">
            <a:spAutoFit/>
          </a:bodyPr>
          <a:lstStyle/>
          <a:p>
            <a:pPr algn="ctr"/>
            <a:r>
              <a:rPr lang="en-US" altLang="zh-CN" sz="2400" b="1" dirty="0">
                <a:solidFill>
                  <a:srgbClr val="00B0F0"/>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5</a:t>
            </a:r>
            <a:endParaRPr lang="en-US" altLang="zh-CN" sz="2400" b="1" dirty="0">
              <a:solidFill>
                <a:srgbClr val="00B0F0"/>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p:txBody>
      </p:sp>
      <p:sp>
        <p:nvSpPr>
          <p:cNvPr id="20" name="文本框 19"/>
          <p:cNvSpPr txBox="1"/>
          <p:nvPr/>
        </p:nvSpPr>
        <p:spPr>
          <a:xfrm>
            <a:off x="9230360" y="3915728"/>
            <a:ext cx="439420" cy="460375"/>
          </a:xfrm>
          <a:prstGeom prst="rect">
            <a:avLst/>
          </a:prstGeom>
          <a:solidFill>
            <a:schemeClr val="bg1"/>
          </a:solidFill>
        </p:spPr>
        <p:txBody>
          <a:bodyPr wrap="square" rtlCol="0" anchor="t">
            <a:spAutoFit/>
          </a:bodyPr>
          <a:lstStyle/>
          <a:p>
            <a:pPr algn="ctr"/>
            <a:r>
              <a:rPr lang="en-US" altLang="zh-CN"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3</a:t>
            </a:r>
            <a:endParaRPr lang="en-US" altLang="zh-CN"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p:txBody>
      </p:sp>
      <p:sp>
        <p:nvSpPr>
          <p:cNvPr id="21" name="文本框 20"/>
          <p:cNvSpPr txBox="1"/>
          <p:nvPr/>
        </p:nvSpPr>
        <p:spPr>
          <a:xfrm>
            <a:off x="9883775" y="3915728"/>
            <a:ext cx="439420" cy="460375"/>
          </a:xfrm>
          <a:prstGeom prst="rect">
            <a:avLst/>
          </a:prstGeom>
          <a:solidFill>
            <a:schemeClr val="bg1"/>
          </a:solidFill>
        </p:spPr>
        <p:txBody>
          <a:bodyPr wrap="square" rtlCol="0" anchor="t">
            <a:spAutoFit/>
          </a:bodyPr>
          <a:lstStyle/>
          <a:p>
            <a:pPr algn="ctr"/>
            <a:r>
              <a:rPr lang="en-US" altLang="zh-CN" sz="2400" b="1" dirty="0">
                <a:solidFill>
                  <a:schemeClr val="accent6"/>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3</a:t>
            </a:r>
            <a:endParaRPr lang="en-US" altLang="zh-CN" sz="2400" b="1" dirty="0">
              <a:solidFill>
                <a:schemeClr val="accent6"/>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p:txBody>
      </p:sp>
      <p:sp>
        <p:nvSpPr>
          <p:cNvPr id="22" name="文本框 21"/>
          <p:cNvSpPr txBox="1"/>
          <p:nvPr/>
        </p:nvSpPr>
        <p:spPr>
          <a:xfrm>
            <a:off x="10537190" y="3915728"/>
            <a:ext cx="439420" cy="460375"/>
          </a:xfrm>
          <a:prstGeom prst="rect">
            <a:avLst/>
          </a:prstGeom>
          <a:solidFill>
            <a:schemeClr val="bg1"/>
          </a:solidFill>
        </p:spPr>
        <p:txBody>
          <a:bodyPr wrap="square" rtlCol="0" anchor="t">
            <a:spAutoFit/>
          </a:bodyPr>
          <a:lstStyle/>
          <a:p>
            <a:pPr algn="ctr"/>
            <a:r>
              <a:rPr lang="en-US" altLang="zh-CN" sz="2400" b="1" dirty="0">
                <a:solidFill>
                  <a:srgbClr val="00B0F0"/>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2</a:t>
            </a:r>
            <a:endParaRPr lang="en-US" altLang="zh-CN" sz="2400" b="1" dirty="0">
              <a:solidFill>
                <a:srgbClr val="00B0F0"/>
              </a:solidFill>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p:txBody>
      </p:sp>
      <p:sp>
        <p:nvSpPr>
          <p:cNvPr id="23" name="圆角矩形 22"/>
          <p:cNvSpPr/>
          <p:nvPr/>
        </p:nvSpPr>
        <p:spPr>
          <a:xfrm>
            <a:off x="2948305" y="3068320"/>
            <a:ext cx="6182995" cy="527685"/>
          </a:xfrm>
          <a:prstGeom prst="roundRect">
            <a:avLst/>
          </a:prstGeom>
          <a:noFill/>
          <a:ln w="28575">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66040" y="33655"/>
            <a:ext cx="1022096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
        <p:nvSpPr>
          <p:cNvPr id="6" name="Rectangle 3"/>
          <p:cNvSpPr>
            <a:spLocks noGrp="1" noChangeArrowheads="1"/>
          </p:cNvSpPr>
          <p:nvPr/>
        </p:nvSpPr>
        <p:spPr>
          <a:xfrm>
            <a:off x="1973072" y="2208736"/>
            <a:ext cx="8229600" cy="3975068"/>
          </a:xfrm>
          <a:prstGeom prst="rect">
            <a:avLst/>
          </a:prstGeom>
        </p:spPr>
        <p:txBody>
          <a:bodyPr/>
          <a:lstStyle>
            <a:lvl1pPr marL="342900" indent="-342900" algn="l" rtl="0" eaLnBrk="0" fontAlgn="base" latinLnBrk="1" hangingPunct="0">
              <a:spcBef>
                <a:spcPct val="20000"/>
              </a:spcBef>
              <a:spcAft>
                <a:spcPct val="0"/>
              </a:spcAft>
              <a:buChar char="•"/>
              <a:defRPr kumimoji="1" sz="3200">
                <a:solidFill>
                  <a:schemeClr val="tx1"/>
                </a:solidFill>
                <a:latin typeface="Gulim" pitchFamily="34" charset="-127"/>
                <a:ea typeface="Gulim" pitchFamily="34"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Gulim" pitchFamily="34" charset="-127"/>
                <a:ea typeface="Gulim" pitchFamily="34" charset="-127"/>
              </a:defRPr>
            </a:lvl2pPr>
            <a:lvl3pPr marL="1143000" indent="-228600" algn="l" rtl="0" eaLnBrk="0" fontAlgn="base" latinLnBrk="1" hangingPunct="0">
              <a:spcBef>
                <a:spcPct val="20000"/>
              </a:spcBef>
              <a:spcAft>
                <a:spcPct val="0"/>
              </a:spcAft>
              <a:buChar char="•"/>
              <a:defRPr kumimoji="1" sz="2400">
                <a:solidFill>
                  <a:schemeClr val="tx1"/>
                </a:solidFill>
                <a:latin typeface="Gulim" pitchFamily="34" charset="-127"/>
                <a:ea typeface="Gulim" pitchFamily="34" charset="-127"/>
              </a:defRPr>
            </a:lvl3pPr>
            <a:lvl4pPr marL="1600200" indent="-228600" algn="l" rtl="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4pPr>
            <a:lvl5pPr marL="2057400" indent="-228600" algn="l" rtl="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a:lstStyle>
          <a:p>
            <a:endParaRPr lang="zh-CN" altLang="en-US"/>
          </a:p>
        </p:txBody>
      </p:sp>
      <p:graphicFrame>
        <p:nvGraphicFramePr>
          <p:cNvPr id="3" name="表格 2"/>
          <p:cNvGraphicFramePr>
            <a:graphicFrameLocks noGrp="1"/>
          </p:cNvGraphicFramePr>
          <p:nvPr/>
        </p:nvGraphicFramePr>
        <p:xfrm>
          <a:off x="1847849" y="1000857"/>
          <a:ext cx="8569328" cy="5637452"/>
        </p:xfrm>
        <a:graphic>
          <a:graphicData uri="http://schemas.openxmlformats.org/drawingml/2006/table">
            <a:tbl>
              <a:tblPr/>
              <a:tblGrid>
                <a:gridCol w="963589"/>
                <a:gridCol w="1285884"/>
                <a:gridCol w="1214446"/>
                <a:gridCol w="1857388"/>
                <a:gridCol w="1857388"/>
                <a:gridCol w="1390633"/>
              </a:tblGrid>
              <a:tr h="1306671">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   </a:t>
                      </a:r>
                      <a:r>
                        <a:rPr kumimoji="0" 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资源</a:t>
                      </a:r>
                      <a:endParaRPr kumimoji="0" 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进</a:t>
                      </a:r>
                      <a:r>
                        <a:rPr kumimoji="0" lang="zh-CN" altLang="en-US"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程</a:t>
                      </a:r>
                      <a:r>
                        <a:rPr kumimoji="0" 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          </a:t>
                      </a:r>
                      <a:endParaRPr kumimoji="0" 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Need</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Finish</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81475">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1</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3  3  2</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1  2  2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2  0  0</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5  3  2</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True</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106490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3</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5  3  2  </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0  1  1</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2  1  1</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7  4  3</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781475">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4</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7  4  3</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4  3  1</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0  0  2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7  4  5</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781475">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2</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7  4  5 </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6  0  0</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3  0  2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10 4  7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781475">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0</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10 4  7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7  4  3</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0  1  0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10 5  7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True</a:t>
                      </a:r>
                      <a:endParaRPr kumimoji="0" 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 name="矩形 10"/>
          <p:cNvSpPr/>
          <p:nvPr/>
        </p:nvSpPr>
        <p:spPr>
          <a:xfrm>
            <a:off x="8603747" y="356115"/>
            <a:ext cx="1845377" cy="369332"/>
          </a:xfrm>
          <a:prstGeom prst="rect">
            <a:avLst/>
          </a:prstGeom>
        </p:spPr>
        <p:txBody>
          <a:bodyPr wrap="none">
            <a:spAutoFit/>
          </a:bodyPr>
          <a:lstStyle/>
          <a:p>
            <a:r>
              <a:rPr lang="en-US" altLang="zh-CN" b="1" kern="0" dirty="0">
                <a:solidFill>
                  <a:srgbClr val="C00000"/>
                </a:solidFill>
                <a:latin typeface="Vani" pitchFamily="34" charset="0"/>
                <a:ea typeface="楷体" panose="02010609060101010101" pitchFamily="49" charset="-122"/>
                <a:cs typeface="Vani" pitchFamily="34" charset="0"/>
              </a:rPr>
              <a:t>T</a:t>
            </a:r>
            <a:r>
              <a:rPr lang="en-US" altLang="zh-CN" b="1" kern="0" baseline="-25000" dirty="0">
                <a:solidFill>
                  <a:srgbClr val="C00000"/>
                </a:solidFill>
                <a:latin typeface="Vani" pitchFamily="34" charset="0"/>
                <a:ea typeface="楷体" panose="02010609060101010101" pitchFamily="49" charset="-122"/>
                <a:cs typeface="Vani" pitchFamily="34" charset="0"/>
              </a:rPr>
              <a:t>0</a:t>
            </a:r>
            <a:r>
              <a:rPr lang="zh-CN" altLang="en-US" b="1" kern="0" dirty="0">
                <a:solidFill>
                  <a:srgbClr val="C00000"/>
                </a:solidFill>
                <a:latin typeface="Vani" pitchFamily="34" charset="0"/>
                <a:ea typeface="楷体" panose="02010609060101010101" pitchFamily="49" charset="-122"/>
                <a:cs typeface="Vani" pitchFamily="34" charset="0"/>
              </a:rPr>
              <a:t>时刻的安全性</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93980" y="33655"/>
            <a:ext cx="1019302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
        <p:nvSpPr>
          <p:cNvPr id="6" name="Rectangle 3"/>
          <p:cNvSpPr>
            <a:spLocks noGrp="1" noChangeArrowheads="1"/>
          </p:cNvSpPr>
          <p:nvPr/>
        </p:nvSpPr>
        <p:spPr>
          <a:xfrm>
            <a:off x="1973072" y="2208736"/>
            <a:ext cx="8229600" cy="3975068"/>
          </a:xfrm>
          <a:prstGeom prst="rect">
            <a:avLst/>
          </a:prstGeom>
        </p:spPr>
        <p:txBody>
          <a:bodyPr/>
          <a:lstStyle>
            <a:lvl1pPr marL="342900" indent="-342900" algn="l" rtl="0" eaLnBrk="0" fontAlgn="base" latinLnBrk="1" hangingPunct="0">
              <a:spcBef>
                <a:spcPct val="20000"/>
              </a:spcBef>
              <a:spcAft>
                <a:spcPct val="0"/>
              </a:spcAft>
              <a:buChar char="•"/>
              <a:defRPr kumimoji="1" sz="3200">
                <a:solidFill>
                  <a:schemeClr val="tx1"/>
                </a:solidFill>
                <a:latin typeface="Gulim" pitchFamily="34" charset="-127"/>
                <a:ea typeface="Gulim" pitchFamily="34"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Gulim" pitchFamily="34" charset="-127"/>
                <a:ea typeface="Gulim" pitchFamily="34" charset="-127"/>
              </a:defRPr>
            </a:lvl2pPr>
            <a:lvl3pPr marL="1143000" indent="-228600" algn="l" rtl="0" eaLnBrk="0" fontAlgn="base" latinLnBrk="1" hangingPunct="0">
              <a:spcBef>
                <a:spcPct val="20000"/>
              </a:spcBef>
              <a:spcAft>
                <a:spcPct val="0"/>
              </a:spcAft>
              <a:buChar char="•"/>
              <a:defRPr kumimoji="1" sz="2400">
                <a:solidFill>
                  <a:schemeClr val="tx1"/>
                </a:solidFill>
                <a:latin typeface="Gulim" pitchFamily="34" charset="-127"/>
                <a:ea typeface="Gulim" pitchFamily="34" charset="-127"/>
              </a:defRPr>
            </a:lvl3pPr>
            <a:lvl4pPr marL="1600200" indent="-228600" algn="l" rtl="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4pPr>
            <a:lvl5pPr marL="2057400" indent="-228600" algn="l" rtl="0" eaLnBrk="0" fontAlgn="base" latinLnBrk="1" hangingPunct="0">
              <a:spcBef>
                <a:spcPct val="20000"/>
              </a:spcBef>
              <a:spcAft>
                <a:spcPct val="0"/>
              </a:spcAft>
              <a:buChar char="»"/>
              <a:defRPr kumimoji="1" sz="2000">
                <a:solidFill>
                  <a:schemeClr val="tx1"/>
                </a:solidFill>
                <a:latin typeface="Gulim" pitchFamily="34" charset="-127"/>
                <a:ea typeface="Gulim" pitchFamily="34" charset="-127"/>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a:lstStyle>
          <a:p>
            <a:endParaRPr lang="zh-CN" altLang="en-US"/>
          </a:p>
        </p:txBody>
      </p:sp>
      <p:graphicFrame>
        <p:nvGraphicFramePr>
          <p:cNvPr id="3" name="表格 2"/>
          <p:cNvGraphicFramePr>
            <a:graphicFrameLocks noGrp="1"/>
          </p:cNvGraphicFramePr>
          <p:nvPr/>
        </p:nvGraphicFramePr>
        <p:xfrm>
          <a:off x="1847849" y="1000857"/>
          <a:ext cx="8569328" cy="5637452"/>
        </p:xfrm>
        <a:graphic>
          <a:graphicData uri="http://schemas.openxmlformats.org/drawingml/2006/table">
            <a:tbl>
              <a:tblPr/>
              <a:tblGrid>
                <a:gridCol w="963589"/>
                <a:gridCol w="1285884"/>
                <a:gridCol w="1214446"/>
                <a:gridCol w="1857388"/>
                <a:gridCol w="1857388"/>
                <a:gridCol w="1390633"/>
              </a:tblGrid>
              <a:tr h="1306671">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   </a:t>
                      </a:r>
                      <a:r>
                        <a:rPr kumimoji="0" 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资源</a:t>
                      </a:r>
                      <a:endParaRPr kumimoji="0" 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进</a:t>
                      </a:r>
                      <a:r>
                        <a:rPr kumimoji="0" lang="zh-CN" altLang="en-US"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程</a:t>
                      </a:r>
                      <a:r>
                        <a:rPr kumimoji="0" 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          </a:t>
                      </a:r>
                      <a:endParaRPr kumimoji="0" lang="zh-CN" sz="18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Need</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Finish</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81475">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1</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3  3  2</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1  2  2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2  0  0</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5  3  2</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True</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106490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3</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5  3  2  </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0  1  1</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2  1  1</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7  4  3</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781475">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4</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7  4  3</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4  3  1</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0  0  2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7  4  5</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781475">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2</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7  4  5 </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6  0  0</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3  0  2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10 4  7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781475">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0</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10 4  7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7  4  3</a:t>
                      </a:r>
                      <a:endParaRPr kumimoji="0" lang="en-US" altLang="zh-CN" sz="2000" b="1" i="0" u="none" strike="noStrike" cap="none" normalizeH="0" baseline="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0  1  0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10 5  7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rPr>
                        <a:t>true</a:t>
                      </a:r>
                      <a:endParaRPr kumimoji="0" lang="zh-CN" sz="2000" b="1" i="0" u="none" strike="noStrike" cap="none" normalizeH="0" baseline="0" dirty="0">
                        <a:ln>
                          <a:noFill/>
                        </a:ln>
                        <a:solidFill>
                          <a:srgbClr val="000066"/>
                        </a:solidFill>
                        <a:effectLst/>
                        <a:latin typeface="Times New Roman" panose="02020503050405090304" pitchFamily="18" charset="0"/>
                        <a:ea typeface="隶书" panose="02010509060101010101" pitchFamily="49"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圆角矩形 4"/>
          <p:cNvSpPr/>
          <p:nvPr/>
        </p:nvSpPr>
        <p:spPr>
          <a:xfrm>
            <a:off x="1847850" y="4052570"/>
            <a:ext cx="8569960" cy="1027430"/>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vertOverflow="overflow" horzOverflow="overflow" vert="horz" wrap="square" numCol="1" spcCol="0" rtlCol="0" fromWordArt="0" anchor="ctr" anchorCtr="0" forceAA="0" compatLnSpc="1">
            <a:noAutofit/>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lvl="0" algn="ctr">
              <a:buClrTx/>
              <a:buSzTx/>
              <a:buFontTx/>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mn-ea"/>
              </a:rPr>
              <a:t>T0时刻是安全的</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lvl="0" algn="ctr">
              <a:buClrTx/>
              <a:buSzTx/>
              <a:buFontTx/>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mn-ea"/>
              </a:rPr>
              <a:t>存在安全序列：P1→P3 →P4 →P2 →P0</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7" name="矩形 6"/>
          <p:cNvSpPr/>
          <p:nvPr/>
        </p:nvSpPr>
        <p:spPr>
          <a:xfrm>
            <a:off x="8603747" y="356115"/>
            <a:ext cx="1845377" cy="369332"/>
          </a:xfrm>
          <a:prstGeom prst="rect">
            <a:avLst/>
          </a:prstGeom>
        </p:spPr>
        <p:txBody>
          <a:bodyPr wrap="none">
            <a:spAutoFit/>
          </a:bodyPr>
          <a:lstStyle/>
          <a:p>
            <a:r>
              <a:rPr lang="en-US" altLang="zh-CN" b="1" kern="0" dirty="0">
                <a:solidFill>
                  <a:srgbClr val="C00000"/>
                </a:solidFill>
                <a:latin typeface="Vani" pitchFamily="34" charset="0"/>
                <a:ea typeface="楷体" panose="02010609060101010101" pitchFamily="49" charset="-122"/>
                <a:cs typeface="Vani" pitchFamily="34" charset="0"/>
              </a:rPr>
              <a:t>T</a:t>
            </a:r>
            <a:r>
              <a:rPr lang="en-US" altLang="zh-CN" b="1" kern="0" baseline="-25000" dirty="0">
                <a:solidFill>
                  <a:srgbClr val="C00000"/>
                </a:solidFill>
                <a:latin typeface="Vani" pitchFamily="34" charset="0"/>
                <a:ea typeface="楷体" panose="02010609060101010101" pitchFamily="49" charset="-122"/>
                <a:cs typeface="Vani" pitchFamily="34" charset="0"/>
              </a:rPr>
              <a:t>0</a:t>
            </a:r>
            <a:r>
              <a:rPr lang="zh-CN" altLang="en-US" b="1" kern="0" dirty="0">
                <a:solidFill>
                  <a:srgbClr val="C00000"/>
                </a:solidFill>
                <a:latin typeface="Vani" pitchFamily="34" charset="0"/>
                <a:ea typeface="楷体" panose="02010609060101010101" pitchFamily="49" charset="-122"/>
                <a:cs typeface="Vani" pitchFamily="34" charset="0"/>
              </a:rPr>
              <a:t>时刻的安全性</a:t>
            </a: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50825" y="868680"/>
            <a:ext cx="11552555" cy="6000750"/>
          </a:xfrm>
          <a:prstGeom prst="rect">
            <a:avLst/>
          </a:prstGeom>
        </p:spPr>
        <p:txBody>
          <a:bodyPr wrap="square">
            <a:spAutoFit/>
          </a:bodyPr>
          <a:lstStyle/>
          <a:p>
            <a:pPr marL="285750" indent="-285750" algn="just">
              <a:lnSpc>
                <a:spcPct val="20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银行家算法之例</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请求资源：</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发出请求向量</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Request1(1</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，系统按银行家算法进行检查：</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200000"/>
              </a:lnSpc>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① </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Request1(1, 0, 2)≤</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Need1(1, 2, 2)</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20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② </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Request1(1, 0, 2)</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≤Available1(3, 3, 2)</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20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③</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系统先假定可为</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分配资源，并修改</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Available, Allocation1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Need1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向量，由此形成的资源变化情况如图 中的圆括号所示。</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200000"/>
              </a:lnSpc>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④ 再利用安全性算法检查此时系统是否安全</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66040" y="33655"/>
            <a:ext cx="1022096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0" y="33655"/>
            <a:ext cx="102870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1811338" y="1012825"/>
          <a:ext cx="8642351" cy="5799792"/>
        </p:xfrm>
        <a:graphic>
          <a:graphicData uri="http://schemas.openxmlformats.org/drawingml/2006/table">
            <a:tbl>
              <a:tblPr/>
              <a:tblGrid>
                <a:gridCol w="1392217"/>
                <a:gridCol w="1714512"/>
                <a:gridCol w="2078047"/>
                <a:gridCol w="1728788"/>
                <a:gridCol w="1728787"/>
              </a:tblGrid>
              <a:tr h="131149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a:t>
                      </a: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资源</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进程  </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Max</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Need</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Available</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7   5   3</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0   1   0</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7   4   3</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rowSpan="5">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3   3   2</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altLang="en-US"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2   3   0</a:t>
                      </a:r>
                      <a:r>
                        <a:rPr kumimoji="0" lang="zh-CN" altLang="en-US"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3   2   2   </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2   0   0</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altLang="en-US"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3   0   2</a:t>
                      </a:r>
                      <a:r>
                        <a:rPr kumimoji="0" lang="zh-CN" altLang="en-US"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1   2   2</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altLang="en-US"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0   2   0</a:t>
                      </a:r>
                      <a:r>
                        <a:rPr kumimoji="0" lang="zh-CN" altLang="en-US"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9   0   2</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6   0   0</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2   2   2 </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2   1   1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0   1   1</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4   3   3</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0   0   2</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66040" y="33655"/>
            <a:ext cx="1022096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nvGraphicFramePr>
        <p:xfrm>
          <a:off x="1847849" y="951865"/>
          <a:ext cx="8569329" cy="5526150"/>
        </p:xfrm>
        <a:graphic>
          <a:graphicData uri="http://schemas.openxmlformats.org/drawingml/2006/table">
            <a:tbl>
              <a:tblPr/>
              <a:tblGrid>
                <a:gridCol w="963589"/>
                <a:gridCol w="1214446"/>
                <a:gridCol w="1214446"/>
                <a:gridCol w="1857388"/>
                <a:gridCol w="2071702"/>
                <a:gridCol w="1247758"/>
              </a:tblGrid>
              <a:tr h="138721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a:t>
                      </a:r>
                      <a:r>
                        <a:rPr kumimoji="0" 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资源</a:t>
                      </a:r>
                      <a:endParaRPr kumimoji="0" lang="en-US" alt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altLang="en-US"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进程</a:t>
                      </a:r>
                      <a:endParaRPr kumimoji="0" 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Need</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Finish</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67543">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2  3  0</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0  2  0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5  3  2</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81784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5  3  2</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0  1  1</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2  1  1</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7  4  3</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926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7  4  3</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4  3  1</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642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7  4  5</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7  4  3</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0  1  0</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7  5  5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784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7  5  5</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6  0  0</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10  5  7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66040" y="33655"/>
            <a:ext cx="1022096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nvGraphicFramePr>
        <p:xfrm>
          <a:off x="1847849" y="951865"/>
          <a:ext cx="8569329" cy="5526150"/>
        </p:xfrm>
        <a:graphic>
          <a:graphicData uri="http://schemas.openxmlformats.org/drawingml/2006/table">
            <a:tbl>
              <a:tblPr/>
              <a:tblGrid>
                <a:gridCol w="963589"/>
                <a:gridCol w="1214446"/>
                <a:gridCol w="1214446"/>
                <a:gridCol w="1857388"/>
                <a:gridCol w="2071702"/>
                <a:gridCol w="1247758"/>
              </a:tblGrid>
              <a:tr h="138721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a:t>
                      </a:r>
                      <a:r>
                        <a:rPr kumimoji="0" 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资源</a:t>
                      </a:r>
                      <a:endParaRPr kumimoji="0" lang="en-US" alt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altLang="en-US"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进程</a:t>
                      </a:r>
                      <a:endParaRPr kumimoji="0" 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Need</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Finish</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67543">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2  3  0</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0  2  0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5  3  2</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81784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5  3  2</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0  1  1</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2  1  1</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7  4  3</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926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7  4  3</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4  3  1</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642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7  4  5</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7  4  3</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0  1  0</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7  5  5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784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7  5  5</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6  0  0</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10  5  7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圆角矩形 4"/>
          <p:cNvSpPr/>
          <p:nvPr/>
        </p:nvSpPr>
        <p:spPr>
          <a:xfrm>
            <a:off x="1847850" y="3873500"/>
            <a:ext cx="8569960" cy="1143000"/>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ct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800" b="1" baseline="-25000" dirty="0">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请求可满足</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分配后，存在安全序列：</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800" b="1" baseline="-25000" dirty="0">
                <a:latin typeface="Times New Roman" panose="02020503050405090304" pitchFamily="18" charset="0"/>
                <a:ea typeface="微软雅黑" panose="020B0503020204020204" pitchFamily="34" charset="-122"/>
                <a:cs typeface="Times New Roman" panose="02020503050405090304" pitchFamily="18" charset="0"/>
              </a:rPr>
              <a:t>1</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800" b="1" baseline="-25000" dirty="0">
                <a:latin typeface="Times New Roman" panose="02020503050405090304" pitchFamily="18" charset="0"/>
                <a:ea typeface="微软雅黑" panose="020B0503020204020204" pitchFamily="34" charset="-122"/>
                <a:cs typeface="Times New Roman" panose="02020503050405090304" pitchFamily="18" charset="0"/>
              </a:rPr>
              <a:t>3</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 →P</a:t>
            </a:r>
            <a:r>
              <a:rPr lang="en-US" altLang="zh-CN" sz="2800" b="1" baseline="-25000" dirty="0">
                <a:latin typeface="Times New Roman" panose="02020503050405090304" pitchFamily="18" charset="0"/>
                <a:ea typeface="微软雅黑" panose="020B0503020204020204" pitchFamily="34" charset="-122"/>
                <a:cs typeface="Times New Roman" panose="02020503050405090304" pitchFamily="18" charset="0"/>
              </a:rPr>
              <a:t>4</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 →P</a:t>
            </a:r>
            <a:r>
              <a:rPr lang="en-US" altLang="zh-CN" sz="2800" b="1" baseline="-25000" dirty="0">
                <a:latin typeface="Times New Roman" panose="02020503050405090304" pitchFamily="18" charset="0"/>
                <a:ea typeface="微软雅黑" panose="020B0503020204020204" pitchFamily="34" charset="-122"/>
                <a:cs typeface="Times New Roman" panose="02020503050405090304" pitchFamily="18" charset="0"/>
              </a:rPr>
              <a:t>0</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 →P</a:t>
            </a:r>
            <a:r>
              <a:rPr lang="en-US" altLang="zh-CN" sz="2800" b="1" baseline="-25000" dirty="0">
                <a:latin typeface="Times New Roman" panose="02020503050405090304" pitchFamily="18" charset="0"/>
                <a:ea typeface="微软雅黑" panose="020B0503020204020204" pitchFamily="34" charset="-122"/>
                <a:cs typeface="Times New Roman" panose="02020503050405090304" pitchFamily="18" charset="0"/>
              </a:rPr>
              <a:t>2</a:t>
            </a:r>
            <a:endParaRPr lang="en-US" altLang="zh-CN" sz="2800" b="1" baseline="-25000" dirty="0">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62585" y="896620"/>
            <a:ext cx="11146790" cy="3784600"/>
          </a:xfrm>
          <a:prstGeom prst="rect">
            <a:avLst/>
          </a:prstGeom>
        </p:spPr>
        <p:txBody>
          <a:bodyPr wrap="square">
            <a:spAutoFit/>
          </a:bodyPr>
          <a:lstStyle/>
          <a:p>
            <a:pPr marL="285750" indent="-285750" algn="just">
              <a:lnSpc>
                <a:spcPct val="20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银行家算法之例</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en-US" altLang="zh-CN" sz="2400"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P4</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请求资源：</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发出请求向量</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Request4(3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，系统按银行家算法进行检查：</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200000"/>
              </a:lnSpc>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①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Request4(3, 3, 0)≤Need4(4, 3, 1)</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20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② Request4(3, 3, 0) ≤ Available(2, 3, 0)</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，让</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P4</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等待。</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42875" y="33655"/>
            <a:ext cx="1014412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99720" y="896620"/>
            <a:ext cx="11546205" cy="3784600"/>
          </a:xfrm>
          <a:prstGeom prst="rect">
            <a:avLst/>
          </a:prstGeom>
        </p:spPr>
        <p:txBody>
          <a:bodyPr wrap="square">
            <a:spAutoFit/>
          </a:bodyPr>
          <a:lstStyle/>
          <a:p>
            <a:pPr marL="285750" indent="-285750" algn="just">
              <a:lnSpc>
                <a:spcPct val="20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银行家算法之例</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en-US" altLang="zh-CN" sz="2400"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请求资源：</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发出请求向量</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Requst0(0</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，系统按银行家算法进行检查：</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200000"/>
              </a:lnSpc>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① </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Request0(0, 2, 0)</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≤Need (7, 4, 3)</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20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② </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Request0(0, 2, 0)</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≤Available(2, 3, 0)</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70815" y="33655"/>
            <a:ext cx="1011618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
        <p:nvSpPr>
          <p:cNvPr id="5" name="圆角矩形 4"/>
          <p:cNvSpPr/>
          <p:nvPr/>
        </p:nvSpPr>
        <p:spPr>
          <a:xfrm>
            <a:off x="773430" y="4888865"/>
            <a:ext cx="10208895" cy="1647190"/>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ctr">
              <a:lnSpc>
                <a:spcPct val="150000"/>
              </a:lnSpc>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请计算：</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2800" b="1" baseline="-2500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请求是否能够满足？</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50000"/>
              </a:lnSpc>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如果是，给出安全序列：</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2800" b="1" baseline="-25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2800" b="1" baseline="-25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2800" b="1" baseline="-25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800" b="1" baseline="-25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800" b="1" baseline="-25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800" b="1"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532256" y="33656"/>
            <a:ext cx="875474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1811338" y="1012825"/>
          <a:ext cx="8642351" cy="5815584"/>
        </p:xfrm>
        <a:graphic>
          <a:graphicData uri="http://schemas.openxmlformats.org/drawingml/2006/table">
            <a:tbl>
              <a:tblPr/>
              <a:tblGrid>
                <a:gridCol w="1392217"/>
                <a:gridCol w="1714512"/>
                <a:gridCol w="2078047"/>
                <a:gridCol w="1728788"/>
                <a:gridCol w="1728787"/>
              </a:tblGrid>
              <a:tr h="131149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a:t>
                      </a: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资源</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进程  </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Max</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Need</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Available</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7   5   3</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0   1   0</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rPr>
                        <a:t>(0  3  0)</a:t>
                      </a:r>
                      <a:endParaRPr kumimoji="0" lang="en-US" altLang="zh-CN" sz="2400" b="1" i="0" u="none" strike="noStrike"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7   4   3</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defRPr/>
                      </a:pPr>
                      <a:r>
                        <a:rPr kumimoji="0" lang="en-US" altLang="zh-CN" sz="2400" b="1" i="0" u="none" strike="noStrike"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rPr>
                        <a:t>(7  2  3)</a:t>
                      </a:r>
                      <a:endParaRPr kumimoji="0" lang="en-US" altLang="zh-CN" sz="2400" b="1" i="0" u="none" strike="noStrike"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rowSpan="5">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2   3   0</a:t>
                      </a:r>
                      <a:endPar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altLang="en-US" sz="2400" b="1" i="0" u="none" strike="noStrike" kern="1200"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400" b="1" i="0" u="none" strike="noStrike" kern="1200"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rPr>
                        <a:t>2  1  0</a:t>
                      </a:r>
                      <a:r>
                        <a:rPr kumimoji="0" lang="zh-CN" altLang="en-US" sz="2400" b="1" i="0" u="none" strike="noStrike" kern="1200"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2400" b="1" i="0" u="none" strike="noStrike" kern="1200"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3   2   2   </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0   2   0</a:t>
                      </a:r>
                      <a:endPar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9   0   2</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6   0   0</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2   2   2 </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2   1   1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0   1   1</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4   3   3</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0   0   2</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532256" y="33656"/>
            <a:ext cx="875474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1811338" y="1012825"/>
          <a:ext cx="8642351" cy="5815584"/>
        </p:xfrm>
        <a:graphic>
          <a:graphicData uri="http://schemas.openxmlformats.org/drawingml/2006/table">
            <a:tbl>
              <a:tblPr/>
              <a:tblGrid>
                <a:gridCol w="1392217"/>
                <a:gridCol w="1714512"/>
                <a:gridCol w="2078047"/>
                <a:gridCol w="1728788"/>
                <a:gridCol w="1728787"/>
              </a:tblGrid>
              <a:tr h="131149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a:t>
                      </a: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资源</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进程  </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Max</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Need</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Available</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7   5   3</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0   1   0</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rPr>
                        <a:t>(0  3  0)</a:t>
                      </a:r>
                      <a:endParaRPr kumimoji="0" lang="en-US" altLang="zh-CN" sz="2400" b="1" i="0" u="none" strike="noStrike"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7   4   3</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defRPr/>
                      </a:pPr>
                      <a:r>
                        <a:rPr kumimoji="0" lang="en-US" altLang="zh-CN" sz="2400" b="1" i="0" u="none" strike="noStrike"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rPr>
                        <a:t>(7  2  3)</a:t>
                      </a:r>
                      <a:endParaRPr kumimoji="0" lang="en-US" altLang="zh-CN" sz="2400" b="1" i="0" u="none" strike="noStrike"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rowSpan="5">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2   3   0</a:t>
                      </a:r>
                      <a:endPar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altLang="en-US" sz="2400" b="1" i="0" u="none" strike="noStrike" kern="1200"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400" b="1" i="0" u="none" strike="noStrike" kern="1200"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rPr>
                        <a:t>2  1  0</a:t>
                      </a:r>
                      <a:r>
                        <a:rPr kumimoji="0" lang="zh-CN" altLang="en-US" sz="2400" b="1" i="0" u="none" strike="noStrike" kern="1200"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2400" b="1" i="0" u="none" strike="noStrike" kern="1200" cap="none" normalizeH="0" baseline="0" dirty="0">
                        <a:ln>
                          <a:noFill/>
                        </a:ln>
                        <a:solidFill>
                          <a:srgbClr val="0000FF"/>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3   2   2   </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0   2   0</a:t>
                      </a:r>
                      <a:endPar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9   0   2</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6   0   0</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2   2   2 </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2   1   1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0   1   1</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4   3   3</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0   0   2</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圆角矩形 4"/>
          <p:cNvSpPr/>
          <p:nvPr/>
        </p:nvSpPr>
        <p:spPr>
          <a:xfrm>
            <a:off x="1811655" y="3016250"/>
            <a:ext cx="8642350" cy="2332990"/>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lvl="0" algn="ctr">
              <a:lnSpc>
                <a:spcPct val="150000"/>
              </a:lnSpc>
              <a:spcBef>
                <a:spcPct val="20000"/>
              </a:spcBef>
              <a:buClr>
                <a:srgbClr val="33CCFF"/>
              </a:buClr>
            </a:pPr>
            <a:r>
              <a:rPr kumimoji="0" lang="en-US" altLang="zh-CN"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Available(2,1,0)</a:t>
            </a:r>
            <a:r>
              <a:rPr kumimoji="0"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不满足任何进程的需要，</a:t>
            </a:r>
            <a:endParaRPr kumimoji="0"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a:p>
            <a:pPr lvl="0" algn="ctr">
              <a:lnSpc>
                <a:spcPct val="150000"/>
              </a:lnSpc>
              <a:spcBef>
                <a:spcPct val="20000"/>
              </a:spcBef>
              <a:buClr>
                <a:srgbClr val="33CCFF"/>
              </a:buClr>
            </a:pPr>
            <a:r>
              <a:rPr kumimoji="0"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故系统进入不安全状态，此时系统不分配资源。</a:t>
            </a:r>
            <a:endParaRPr kumimoji="0"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56235" y="896620"/>
            <a:ext cx="11657330" cy="332295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银行家算法之例</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2800"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P0</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请求资源：</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发出请求向量</a:t>
            </a:r>
            <a:r>
              <a:rPr lang="en-US" altLang="zh-CN" sz="2800" b="1" dirty="0">
                <a:solidFill>
                  <a:srgbClr val="7030A0"/>
                </a:solidFill>
                <a:latin typeface="Times New Roman" panose="02020503050405090304" pitchFamily="18" charset="0"/>
                <a:ea typeface="微软雅黑" panose="020B0503020204020204" pitchFamily="34" charset="-122"/>
                <a:cs typeface="Times New Roman" panose="02020503050405090304" pitchFamily="18" charset="0"/>
              </a:rPr>
              <a:t>Requst0(0</a:t>
            </a:r>
            <a:r>
              <a:rPr lang="zh-CN" altLang="en-US" sz="2800" b="1" dirty="0">
                <a:solidFill>
                  <a:srgbClr val="7030A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solidFill>
                  <a:srgbClr val="7030A0"/>
                </a:solidFill>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2800" b="1" dirty="0">
                <a:solidFill>
                  <a:srgbClr val="7030A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dirty="0">
                <a:solidFill>
                  <a:srgbClr val="7030A0"/>
                </a:solidFill>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，系统按银行家算法进行检查：</a:t>
            </a:r>
            <a:endPar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150000"/>
              </a:lnSpc>
            </a:pP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① </a:t>
            </a:r>
            <a:r>
              <a:rPr lang="en-US" altLang="zh-CN" sz="2800" b="1" dirty="0">
                <a:solidFill>
                  <a:srgbClr val="7030A0"/>
                </a:solidFill>
                <a:latin typeface="Times New Roman" panose="02020503050405090304" pitchFamily="18" charset="0"/>
                <a:ea typeface="微软雅黑" panose="020B0503020204020204" pitchFamily="34" charset="-122"/>
                <a:cs typeface="Times New Roman" panose="02020503050405090304" pitchFamily="18" charset="0"/>
              </a:rPr>
              <a:t>Request0(0, 1, 0) </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 Need (7, 4, 3)</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150000"/>
              </a:lnSpc>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②</a:t>
            </a:r>
            <a:r>
              <a:rPr lang="en-US" altLang="zh-CN" sz="2800" b="1" dirty="0">
                <a:solidFill>
                  <a:srgbClr val="7030A0"/>
                </a:solidFill>
                <a:latin typeface="Times New Roman" panose="02020503050405090304" pitchFamily="18" charset="0"/>
                <a:ea typeface="微软雅黑" panose="020B0503020204020204" pitchFamily="34" charset="-122"/>
                <a:cs typeface="Times New Roman" panose="02020503050405090304" pitchFamily="18" charset="0"/>
              </a:rPr>
              <a:t> Request0(0, 1, 0) </a:t>
            </a: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 Available(2, 3, 0)</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66040" y="33655"/>
            <a:ext cx="1022096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Times New Roman" panose="02020503050405090304" pitchFamily="18" charset="0"/>
                <a:ea typeface="微软雅黑" panose="020B0503020204020204" pitchFamily="34" charset="-122"/>
                <a:cs typeface="Times New Roman" panose="02020503050405090304" pitchFamily="18" charset="0"/>
              </a:rPr>
              <a:t>3.7.2 </a:t>
            </a:r>
            <a:r>
              <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rPr>
              <a:t>利用银行家算法避免死锁</a:t>
            </a:r>
            <a:endPar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圆角矩形 4"/>
          <p:cNvSpPr/>
          <p:nvPr/>
        </p:nvSpPr>
        <p:spPr>
          <a:xfrm>
            <a:off x="871220" y="4657725"/>
            <a:ext cx="10694670" cy="1360805"/>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ct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请计算：</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3200" b="1" baseline="-25000"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请求是否能够满足？</a:t>
            </a:r>
            <a:endPar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如果是，给出安全序列：</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P</a:t>
            </a:r>
            <a:r>
              <a:rPr lang="zh-CN" altLang="en-US" sz="3200" b="1" baseline="-25000"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→P</a:t>
            </a:r>
            <a:r>
              <a:rPr lang="zh-CN" altLang="en-US" sz="3200" b="1" baseline="-25000"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3200" b="1" baseline="-25000"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 →P</a:t>
            </a:r>
            <a:r>
              <a:rPr lang="en-US" altLang="zh-CN" sz="3200" b="1" baseline="-25000"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 →P</a:t>
            </a:r>
            <a:r>
              <a:rPr lang="en-US" altLang="zh-CN" sz="3200" b="1" baseline="-25000"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3200" b="1" baseline="-25000" dirty="0">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07950" y="33655"/>
            <a:ext cx="1017905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1811338" y="1012825"/>
          <a:ext cx="8642351" cy="5815584"/>
        </p:xfrm>
        <a:graphic>
          <a:graphicData uri="http://schemas.openxmlformats.org/drawingml/2006/table">
            <a:tbl>
              <a:tblPr/>
              <a:tblGrid>
                <a:gridCol w="1392217"/>
                <a:gridCol w="1714512"/>
                <a:gridCol w="2078047"/>
                <a:gridCol w="1728788"/>
                <a:gridCol w="1728787"/>
              </a:tblGrid>
              <a:tr h="131149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a:t>
                      </a: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资源</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进程  </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Max</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Need</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Available</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7   5   3</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0   1   0</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7030A0"/>
                          </a:solidFill>
                          <a:effectLst/>
                          <a:latin typeface="Times New Roman" panose="02020503050405090304" pitchFamily="18" charset="0"/>
                          <a:ea typeface="宋体" pitchFamily="2" charset="-122"/>
                          <a:cs typeface="Times New Roman" panose="02020503050405090304" pitchFamily="18" charset="0"/>
                        </a:rPr>
                        <a:t>(0  2  0)</a:t>
                      </a:r>
                      <a:endParaRPr kumimoji="0" lang="en-US" altLang="zh-CN" sz="2400" b="1" i="0" u="none" strike="noStrike" cap="none" normalizeH="0" baseline="0" dirty="0">
                        <a:ln>
                          <a:noFill/>
                        </a:ln>
                        <a:solidFill>
                          <a:srgbClr val="7030A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7   4   3</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algn="ctr" defTabSz="914400" rtl="0" eaLnBrk="1" fontAlgn="base" latinLnBrk="1" hangingPunct="1">
                        <a:lnSpc>
                          <a:spcPct val="100000"/>
                        </a:lnSpc>
                        <a:spcBef>
                          <a:spcPct val="20000"/>
                        </a:spcBef>
                        <a:buClr>
                          <a:srgbClr val="33CCFF"/>
                        </a:buClr>
                        <a:buSzTx/>
                        <a:buFont typeface="Wingdings" panose="05000000000000000000" pitchFamily="2" charset="2"/>
                        <a:buNone/>
                      </a:pPr>
                      <a:r>
                        <a:rPr kumimoji="0" lang="en-US" altLang="zh-CN" sz="2400" b="1" i="0" u="none" strike="noStrike" kern="1200" cap="none" normalizeH="0" baseline="0" dirty="0">
                          <a:ln>
                            <a:noFill/>
                          </a:ln>
                          <a:solidFill>
                            <a:srgbClr val="7030A0"/>
                          </a:solidFill>
                          <a:effectLst/>
                          <a:latin typeface="Times New Roman" panose="02020503050405090304" pitchFamily="18" charset="0"/>
                          <a:ea typeface="宋体" pitchFamily="2" charset="-122"/>
                          <a:cs typeface="Times New Roman" panose="02020503050405090304" pitchFamily="18" charset="0"/>
                        </a:rPr>
                        <a:t>(7  3  3)</a:t>
                      </a:r>
                      <a:endParaRPr kumimoji="0" lang="en-US" altLang="zh-CN" sz="2400" b="1" i="0" u="none" strike="noStrike" kern="1200" cap="none" normalizeH="0" baseline="0" dirty="0">
                        <a:ln>
                          <a:noFill/>
                        </a:ln>
                        <a:solidFill>
                          <a:srgbClr val="7030A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rowSpan="5">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2   3   0</a:t>
                      </a:r>
                      <a:endPar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kern="1200" cap="none" normalizeH="0" baseline="0" dirty="0">
                          <a:ln>
                            <a:noFill/>
                          </a:ln>
                          <a:solidFill>
                            <a:srgbClr val="7030A0"/>
                          </a:solidFill>
                          <a:effectLst/>
                          <a:latin typeface="Times New Roman" panose="02020503050405090304" pitchFamily="18" charset="0"/>
                          <a:ea typeface="宋体" pitchFamily="2" charset="-122"/>
                          <a:cs typeface="Times New Roman" panose="02020503050405090304" pitchFamily="18" charset="0"/>
                        </a:rPr>
                        <a:t>（2  2  0）</a:t>
                      </a:r>
                      <a:endParaRPr kumimoji="0" lang="en-US" altLang="zh-CN" sz="2400" b="1" i="0" u="none" strike="noStrike" kern="1200" cap="none" normalizeH="0" baseline="0" dirty="0">
                        <a:ln>
                          <a:noFill/>
                        </a:ln>
                        <a:solidFill>
                          <a:schemeClr val="accent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3   2   2   </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0   2   0</a:t>
                      </a:r>
                      <a:endParaRPr kumimoji="0" lang="en-US" altLang="zh-CN" sz="2400" b="1" i="0" u="none" strike="noStrike" kern="1200"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9   0   2</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6   0   0</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a:t>
                      </a:r>
                      <a:endParaRPr kumimoji="0" lang="en-US" altLang="zh-CN" sz="2400" b="1" i="0" u="none" strike="noStrike" cap="none" normalizeH="0" baseline="-2500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2   2   2 </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2   1   1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0   1   1</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4   3   3</a:t>
                      </a:r>
                      <a:endParaRPr kumimoji="0" lang="en-US" altLang="zh-CN" sz="24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0   0   2</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86995" y="33655"/>
            <a:ext cx="1020000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nvGraphicFramePr>
        <p:xfrm>
          <a:off x="1847849" y="951865"/>
          <a:ext cx="8569329" cy="5526150"/>
        </p:xfrm>
        <a:graphic>
          <a:graphicData uri="http://schemas.openxmlformats.org/drawingml/2006/table">
            <a:tbl>
              <a:tblPr/>
              <a:tblGrid>
                <a:gridCol w="963589"/>
                <a:gridCol w="1214446"/>
                <a:gridCol w="1214446"/>
                <a:gridCol w="1857388"/>
                <a:gridCol w="2071702"/>
                <a:gridCol w="1247758"/>
              </a:tblGrid>
              <a:tr h="138721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a:t>
                      </a:r>
                      <a:r>
                        <a:rPr kumimoji="0" 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资源</a:t>
                      </a:r>
                      <a:endParaRPr kumimoji="0" lang="en-US" alt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altLang="en-US"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进程</a:t>
                      </a:r>
                      <a:endParaRPr kumimoji="0" 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Need</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Finish</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67543">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2  2  0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0  2  0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5  2  2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81784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5  2  2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0  1  1</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2  1  1</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7  3  3</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926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7  3  3</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4  3  1</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7  3  5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642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7  3  5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7  3  3</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0  2  0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7  5  5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784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7  5  5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6  0  0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10  5  7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00965" y="33655"/>
            <a:ext cx="1018603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Times New Roman" panose="02020503050405090304" pitchFamily="18" charset="0"/>
                <a:ea typeface="微软雅黑" panose="020B0503020204020204" pitchFamily="34" charset="-122"/>
                <a:cs typeface="Times New Roman" panose="02020503050405090304" pitchFamily="18" charset="0"/>
              </a:rPr>
              <a:t>3.7.2 </a:t>
            </a:r>
            <a:r>
              <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rPr>
              <a:t>利用银行家算法避免死锁</a:t>
            </a:r>
            <a:endPar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2" name="表格 1"/>
          <p:cNvGraphicFramePr>
            <a:graphicFrameLocks noGrp="1"/>
          </p:cNvGraphicFramePr>
          <p:nvPr/>
        </p:nvGraphicFramePr>
        <p:xfrm>
          <a:off x="1847849" y="951865"/>
          <a:ext cx="8569329" cy="5526150"/>
        </p:xfrm>
        <a:graphic>
          <a:graphicData uri="http://schemas.openxmlformats.org/drawingml/2006/table">
            <a:tbl>
              <a:tblPr/>
              <a:tblGrid>
                <a:gridCol w="963589"/>
                <a:gridCol w="1214446"/>
                <a:gridCol w="1214446"/>
                <a:gridCol w="1857388"/>
                <a:gridCol w="2071702"/>
                <a:gridCol w="1247758"/>
              </a:tblGrid>
              <a:tr h="138721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   </a:t>
                      </a:r>
                      <a:r>
                        <a:rPr kumimoji="0" lang="zh-CN" sz="18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资源</a:t>
                      </a:r>
                      <a:endParaRPr kumimoji="0" lang="en-US" altLang="zh-CN" sz="18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18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altLang="en-US" sz="18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进程</a:t>
                      </a:r>
                      <a:endParaRPr kumimoji="0" lang="zh-CN" sz="18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Need</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Finish</a:t>
                      </a:r>
                      <a:endPar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67543">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1</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2  2  0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0  2  0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3  0  2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5  2  2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True</a:t>
                      </a:r>
                      <a:endPar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81784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3</a:t>
                      </a:r>
                      <a:endParaRPr kumimoji="0" 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5  2  2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0  1  1</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2  1  1</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7  3  3</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True</a:t>
                      </a:r>
                      <a:endPar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926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4</a:t>
                      </a:r>
                      <a:endParaRPr kumimoji="0" 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7  3  3</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4  3  1</a:t>
                      </a:r>
                      <a:endPar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0  0  2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7  3  5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True</a:t>
                      </a:r>
                      <a:endPar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642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0</a:t>
                      </a:r>
                      <a:endParaRPr kumimoji="0" 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7  3  5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7  3  3</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0  2  0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7  5  5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True</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784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2</a:t>
                      </a:r>
                      <a:endParaRPr kumimoji="0" 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7  5  5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6  0  0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3  0  2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10  5  7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true</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圆角矩形 4"/>
          <p:cNvSpPr/>
          <p:nvPr/>
        </p:nvSpPr>
        <p:spPr>
          <a:xfrm>
            <a:off x="1847850" y="3873500"/>
            <a:ext cx="8569325" cy="1143000"/>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ctr"/>
            <a:r>
              <a:rPr lang="en-US" altLang="zh-CN" sz="2800" b="1">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800" b="1" baseline="-2500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28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请求</a:t>
            </a:r>
            <a:r>
              <a:rPr lang="en-US" altLang="zh-CN" sz="28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Requst0(0</a:t>
            </a:r>
            <a:r>
              <a:rPr lang="zh-CN" altLang="en-US" sz="28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28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8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2800" b="1">
                <a:latin typeface="Times New Roman" panose="02020503050405090304" pitchFamily="18" charset="0"/>
                <a:ea typeface="微软雅黑" panose="020B0503020204020204" pitchFamily="34" charset="-122"/>
                <a:cs typeface="Times New Roman" panose="02020503050405090304" pitchFamily="18" charset="0"/>
              </a:rPr>
              <a:t>可满足，分配后存在</a:t>
            </a:r>
            <a:endParaRPr lang="zh-CN" altLang="en-US" sz="2800" b="1">
              <a:latin typeface="Times New Roman" panose="02020503050405090304" pitchFamily="18" charset="0"/>
              <a:ea typeface="微软雅黑" panose="020B0503020204020204" pitchFamily="34" charset="-122"/>
              <a:cs typeface="Times New Roman" panose="02020503050405090304" pitchFamily="18" charset="0"/>
            </a:endParaRPr>
          </a:p>
          <a:p>
            <a:pPr algn="ctr"/>
            <a:r>
              <a:rPr lang="zh-CN" altLang="en-US" sz="2800" b="1">
                <a:latin typeface="Times New Roman" panose="02020503050405090304" pitchFamily="18" charset="0"/>
                <a:ea typeface="微软雅黑" panose="020B0503020204020204" pitchFamily="34" charset="-122"/>
                <a:cs typeface="Times New Roman" panose="02020503050405090304" pitchFamily="18" charset="0"/>
              </a:rPr>
              <a:t>安全序列：</a:t>
            </a:r>
            <a:r>
              <a:rPr lang="en-US" altLang="zh-CN" sz="2800" b="1">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800" b="1" baseline="-25000">
                <a:latin typeface="Times New Roman" panose="02020503050405090304" pitchFamily="18" charset="0"/>
                <a:ea typeface="微软雅黑" panose="020B0503020204020204" pitchFamily="34" charset="-122"/>
                <a:cs typeface="Times New Roman" panose="02020503050405090304" pitchFamily="18" charset="0"/>
              </a:rPr>
              <a:t>1</a:t>
            </a:r>
            <a:r>
              <a:rPr lang="en-US" altLang="zh-CN" sz="2800" b="1">
                <a:latin typeface="Times New Roman" panose="02020503050405090304" pitchFamily="18" charset="0"/>
                <a:ea typeface="微软雅黑" panose="020B0503020204020204" pitchFamily="34" charset="-122"/>
                <a:cs typeface="Times New Roman" panose="02020503050405090304" pitchFamily="18" charset="0"/>
              </a:rPr>
              <a:t>→P</a:t>
            </a:r>
            <a:r>
              <a:rPr lang="en-US" altLang="zh-CN" sz="2800" b="1" baseline="-25000">
                <a:latin typeface="Times New Roman" panose="02020503050405090304" pitchFamily="18" charset="0"/>
                <a:ea typeface="微软雅黑" panose="020B0503020204020204" pitchFamily="34" charset="-122"/>
                <a:cs typeface="Times New Roman" panose="02020503050405090304" pitchFamily="18" charset="0"/>
              </a:rPr>
              <a:t>3</a:t>
            </a:r>
            <a:r>
              <a:rPr lang="en-US" altLang="zh-CN" sz="2800" b="1">
                <a:latin typeface="Times New Roman" panose="02020503050405090304" pitchFamily="18" charset="0"/>
                <a:ea typeface="微软雅黑" panose="020B0503020204020204" pitchFamily="34" charset="-122"/>
                <a:cs typeface="Times New Roman" panose="02020503050405090304" pitchFamily="18" charset="0"/>
              </a:rPr>
              <a:t> →P</a:t>
            </a:r>
            <a:r>
              <a:rPr lang="en-US" altLang="zh-CN" sz="2800" b="1" baseline="-25000">
                <a:latin typeface="Times New Roman" panose="02020503050405090304" pitchFamily="18" charset="0"/>
                <a:ea typeface="微软雅黑" panose="020B0503020204020204" pitchFamily="34" charset="-122"/>
                <a:cs typeface="Times New Roman" panose="02020503050405090304" pitchFamily="18" charset="0"/>
              </a:rPr>
              <a:t>4</a:t>
            </a:r>
            <a:r>
              <a:rPr lang="en-US" altLang="zh-CN" sz="2800" b="1">
                <a:latin typeface="Times New Roman" panose="02020503050405090304" pitchFamily="18" charset="0"/>
                <a:ea typeface="微软雅黑" panose="020B0503020204020204" pitchFamily="34" charset="-122"/>
                <a:cs typeface="Times New Roman" panose="02020503050405090304" pitchFamily="18" charset="0"/>
              </a:rPr>
              <a:t> →P</a:t>
            </a:r>
            <a:r>
              <a:rPr lang="en-US" altLang="zh-CN" sz="2800" b="1" baseline="-25000">
                <a:latin typeface="Times New Roman" panose="02020503050405090304" pitchFamily="18" charset="0"/>
                <a:ea typeface="微软雅黑" panose="020B0503020204020204" pitchFamily="34" charset="-122"/>
                <a:cs typeface="Times New Roman" panose="02020503050405090304" pitchFamily="18" charset="0"/>
              </a:rPr>
              <a:t>0</a:t>
            </a:r>
            <a:r>
              <a:rPr lang="en-US" altLang="zh-CN" sz="2800" b="1">
                <a:latin typeface="Times New Roman" panose="02020503050405090304" pitchFamily="18" charset="0"/>
                <a:ea typeface="微软雅黑" panose="020B0503020204020204" pitchFamily="34" charset="-122"/>
                <a:cs typeface="Times New Roman" panose="02020503050405090304" pitchFamily="18" charset="0"/>
              </a:rPr>
              <a:t> →P</a:t>
            </a:r>
            <a:r>
              <a:rPr lang="en-US" altLang="zh-CN" sz="2800" b="1" baseline="-25000">
                <a:latin typeface="Times New Roman" panose="02020503050405090304" pitchFamily="18" charset="0"/>
                <a:ea typeface="微软雅黑" panose="020B0503020204020204" pitchFamily="34" charset="-122"/>
                <a:cs typeface="Times New Roman" panose="02020503050405090304" pitchFamily="18" charset="0"/>
              </a:rPr>
              <a:t>2</a:t>
            </a:r>
            <a:endParaRPr lang="en-US" altLang="zh-CN" sz="2800" b="1" baseline="-25000" dirty="0">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686435" y="756285"/>
            <a:ext cx="9992360" cy="203009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银行家算法举例</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设系统中有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种类型的资源</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个进程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P4</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资源的总量为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17</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资源的总量为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资源的总量为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时刻系统状态如下表所示，系统采用银行家算法实施死锁避免策略</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93980" y="33655"/>
            <a:ext cx="1019302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1226820" y="2842260"/>
            <a:ext cx="8911590" cy="2886075"/>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686435" y="756285"/>
            <a:ext cx="9992360" cy="203009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银行家算法举例</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设系统中有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种类型的资源</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个进程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P4</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资源的总量为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17</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资源的总量为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资源的总量为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时刻系统状态如下表所示，系统采用银行家算法实施死锁避免策略</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93980" y="33655"/>
            <a:ext cx="1019302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Times New Roman" panose="02020503050405090304" pitchFamily="18" charset="0"/>
                <a:ea typeface="微软雅黑" panose="020B0503020204020204" pitchFamily="34" charset="-122"/>
                <a:cs typeface="Times New Roman" panose="02020503050405090304" pitchFamily="18" charset="0"/>
              </a:rPr>
              <a:t>3.7.2 </a:t>
            </a:r>
            <a:r>
              <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rPr>
              <a:t>利用银行家算法避免死锁</a:t>
            </a:r>
            <a:endPar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endParaRPr>
          </a:p>
        </p:txBody>
      </p:sp>
      <p:pic>
        <p:nvPicPr>
          <p:cNvPr id="5" name="图片 4"/>
          <p:cNvPicPr>
            <a:picLocks noChangeAspect="1"/>
          </p:cNvPicPr>
          <p:nvPr/>
        </p:nvPicPr>
        <p:blipFill>
          <a:blip r:embed="rId1"/>
          <a:stretch>
            <a:fillRect/>
          </a:stretch>
        </p:blipFill>
        <p:spPr>
          <a:xfrm>
            <a:off x="1226820" y="2842260"/>
            <a:ext cx="8911590" cy="2886075"/>
          </a:xfrm>
          <a:prstGeom prst="rect">
            <a:avLst/>
          </a:prstGeom>
        </p:spPr>
      </p:pic>
      <p:sp>
        <p:nvSpPr>
          <p:cNvPr id="6" name="圆角矩形 5"/>
          <p:cNvSpPr/>
          <p:nvPr/>
        </p:nvSpPr>
        <p:spPr>
          <a:xfrm>
            <a:off x="1227455" y="5807710"/>
            <a:ext cx="8911590" cy="812800"/>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l"/>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 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时刻的各资源剩余数量为多少</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时刻的是否为安全状态</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若是，请给出其中可能的一种安全序列，并依照该序列，写出各资源的回收步骤。</a:t>
            </a:r>
            <a:b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b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73025" y="33655"/>
            <a:ext cx="1021397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7" name="表格 6"/>
          <p:cNvGraphicFramePr>
            <a:graphicFrameLocks noGrp="1"/>
          </p:cNvGraphicFramePr>
          <p:nvPr/>
        </p:nvGraphicFramePr>
        <p:xfrm>
          <a:off x="1811338" y="1012825"/>
          <a:ext cx="8642351" cy="5799792"/>
        </p:xfrm>
        <a:graphic>
          <a:graphicData uri="http://schemas.openxmlformats.org/drawingml/2006/table">
            <a:tbl>
              <a:tblPr/>
              <a:tblGrid>
                <a:gridCol w="1392217"/>
                <a:gridCol w="1714512"/>
                <a:gridCol w="2078047"/>
                <a:gridCol w="1728788"/>
                <a:gridCol w="1728787"/>
              </a:tblGrid>
              <a:tr h="131149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a:t>
                      </a: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资源</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进程  </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Max</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Need</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Available</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5   5   9</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2   1   2</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3   4   7</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rowSpan="5">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5   3   6   </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4   0   2</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1   3   4</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4   0   11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4   0   5</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0   0   6</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4   2   5 </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2   0   4</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2   2   1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4   2   4</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3   1   4</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1   1   0</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11" name="组合 10"/>
          <p:cNvGrpSpPr/>
          <p:nvPr/>
        </p:nvGrpSpPr>
        <p:grpSpPr>
          <a:xfrm>
            <a:off x="5265550" y="2426208"/>
            <a:ext cx="1332430" cy="4431792"/>
            <a:chOff x="3741550" y="2426208"/>
            <a:chExt cx="1332430" cy="4431792"/>
          </a:xfrm>
        </p:grpSpPr>
        <p:sp>
          <p:nvSpPr>
            <p:cNvPr id="2" name="下箭头 1"/>
            <p:cNvSpPr/>
            <p:nvPr/>
          </p:nvSpPr>
          <p:spPr>
            <a:xfrm>
              <a:off x="3820160" y="2426208"/>
              <a:ext cx="432000" cy="3982720"/>
            </a:xfrm>
            <a:prstGeom prst="down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下箭头 8"/>
            <p:cNvSpPr/>
            <p:nvPr/>
          </p:nvSpPr>
          <p:spPr>
            <a:xfrm>
              <a:off x="4206177" y="2426208"/>
              <a:ext cx="432000" cy="3982720"/>
            </a:xfrm>
            <a:prstGeom prst="down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下箭头 9"/>
            <p:cNvSpPr/>
            <p:nvPr/>
          </p:nvSpPr>
          <p:spPr>
            <a:xfrm>
              <a:off x="4592194" y="2426208"/>
              <a:ext cx="432000" cy="3982720"/>
            </a:xfrm>
            <a:prstGeom prst="down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3741550" y="6457890"/>
              <a:ext cx="1332430" cy="400110"/>
              <a:chOff x="3741550" y="6457890"/>
              <a:chExt cx="1332430" cy="400110"/>
            </a:xfrm>
          </p:grpSpPr>
          <p:sp>
            <p:nvSpPr>
              <p:cNvPr id="3" name="矩形 2"/>
              <p:cNvSpPr/>
              <p:nvPr/>
            </p:nvSpPr>
            <p:spPr>
              <a:xfrm>
                <a:off x="3741550" y="6457890"/>
                <a:ext cx="505267" cy="400110"/>
              </a:xfrm>
              <a:prstGeom prst="rect">
                <a:avLst/>
              </a:prstGeom>
            </p:spPr>
            <p:txBody>
              <a:bodyPr wrap="none">
                <a:spAutoFit/>
              </a:bodyPr>
              <a:lstStyle/>
              <a:p>
                <a:r>
                  <a:rPr lang="en-US" altLang="zh-CN" sz="2000" b="1" dirty="0">
                    <a:solidFill>
                      <a:srgbClr val="C00000"/>
                    </a:solidFill>
                    <a:latin typeface="Times New Roman" panose="02020503050405090304" pitchFamily="18" charset="0"/>
                    <a:ea typeface="宋体" pitchFamily="2" charset="-122"/>
                    <a:cs typeface="Times New Roman" panose="02020503050405090304" pitchFamily="18" charset="0"/>
                  </a:rPr>
                  <a:t>15 </a:t>
                </a:r>
                <a:endParaRPr lang="zh-CN" altLang="en-US" sz="2000" dirty="0">
                  <a:solidFill>
                    <a:srgbClr val="C00000"/>
                  </a:solidFill>
                </a:endParaRPr>
              </a:p>
            </p:txBody>
          </p:sp>
          <p:sp>
            <p:nvSpPr>
              <p:cNvPr id="12" name="矩形 11"/>
              <p:cNvSpPr/>
              <p:nvPr/>
            </p:nvSpPr>
            <p:spPr>
              <a:xfrm>
                <a:off x="4278795" y="6457890"/>
                <a:ext cx="377026" cy="400110"/>
              </a:xfrm>
              <a:prstGeom prst="rect">
                <a:avLst/>
              </a:prstGeom>
            </p:spPr>
            <p:txBody>
              <a:bodyPr wrap="none">
                <a:spAutoFit/>
              </a:bodyPr>
              <a:lstStyle/>
              <a:p>
                <a:r>
                  <a:rPr lang="en-US" altLang="zh-CN" sz="2000" b="1" dirty="0">
                    <a:solidFill>
                      <a:srgbClr val="C00000"/>
                    </a:solidFill>
                    <a:latin typeface="Times New Roman" panose="02020503050405090304" pitchFamily="18" charset="0"/>
                    <a:ea typeface="宋体" pitchFamily="2" charset="-122"/>
                    <a:cs typeface="Times New Roman" panose="02020503050405090304" pitchFamily="18" charset="0"/>
                  </a:rPr>
                  <a:t>2 </a:t>
                </a:r>
                <a:endParaRPr lang="zh-CN" altLang="en-US" sz="2000" dirty="0">
                  <a:solidFill>
                    <a:srgbClr val="C00000"/>
                  </a:solidFill>
                </a:endParaRPr>
              </a:p>
            </p:txBody>
          </p:sp>
          <p:sp>
            <p:nvSpPr>
              <p:cNvPr id="13" name="矩形 12"/>
              <p:cNvSpPr/>
              <p:nvPr/>
            </p:nvSpPr>
            <p:spPr>
              <a:xfrm>
                <a:off x="4632834" y="6457890"/>
                <a:ext cx="441146" cy="400110"/>
              </a:xfrm>
              <a:prstGeom prst="rect">
                <a:avLst/>
              </a:prstGeom>
            </p:spPr>
            <p:txBody>
              <a:bodyPr wrap="none">
                <a:spAutoFit/>
              </a:bodyPr>
              <a:lstStyle/>
              <a:p>
                <a:r>
                  <a:rPr lang="en-US" altLang="zh-CN" sz="2000" b="1" dirty="0">
                    <a:solidFill>
                      <a:srgbClr val="C00000"/>
                    </a:solidFill>
                    <a:latin typeface="Times New Roman" panose="02020503050405090304" pitchFamily="18" charset="0"/>
                    <a:ea typeface="宋体" pitchFamily="2" charset="-122"/>
                    <a:cs typeface="Times New Roman" panose="02020503050405090304" pitchFamily="18" charset="0"/>
                  </a:rPr>
                  <a:t>17</a:t>
                </a:r>
                <a:endParaRPr lang="zh-CN" altLang="en-US" sz="2000" dirty="0">
                  <a:solidFill>
                    <a:srgbClr val="C00000"/>
                  </a:solidFill>
                </a:endParaRPr>
              </a:p>
            </p:txBody>
          </p:sp>
        </p:grpSp>
      </p:grpSp>
      <p:sp>
        <p:nvSpPr>
          <p:cNvPr id="15" name="圆角矩形 14"/>
          <p:cNvSpPr/>
          <p:nvPr/>
        </p:nvSpPr>
        <p:spPr>
          <a:xfrm>
            <a:off x="1797685" y="143510"/>
            <a:ext cx="8656320" cy="758825"/>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ct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时刻的各资源剩余数量为多少</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资源的总量为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17</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资源的总量为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资源的总量为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20</a:t>
            </a:r>
            <a:endParaRPr lang="zh-CN" altLang="en-US" sz="2000" b="1" dirty="0">
              <a:latin typeface="楷体" panose="02010609060101010101" pitchFamily="49" charset="-122"/>
              <a:ea typeface="楷体" panose="02010609060101010101" pitchFamily="49" charset="-122"/>
            </a:endParaRPr>
          </a:p>
        </p:txBody>
      </p:sp>
      <p:sp>
        <p:nvSpPr>
          <p:cNvPr id="17" name="矩形 16"/>
          <p:cNvSpPr/>
          <p:nvPr/>
        </p:nvSpPr>
        <p:spPr>
          <a:xfrm>
            <a:off x="8996668" y="4155635"/>
            <a:ext cx="1184940" cy="461665"/>
          </a:xfrm>
          <a:prstGeom prst="rect">
            <a:avLst/>
          </a:prstGeom>
        </p:spPr>
        <p:txBody>
          <a:bodyPr wrap="none">
            <a:spAutoFit/>
          </a:bodyPr>
          <a:lstStyle/>
          <a:p>
            <a:r>
              <a:rPr lang="en-US" altLang="zh-CN" sz="2400" b="1" dirty="0">
                <a:solidFill>
                  <a:srgbClr val="C00000"/>
                </a:solidFill>
                <a:latin typeface="Times New Roman" panose="02020503050405090304" pitchFamily="18" charset="0"/>
                <a:ea typeface="宋体" pitchFamily="2" charset="-122"/>
                <a:cs typeface="Times New Roman" panose="02020503050405090304" pitchFamily="18" charset="0"/>
              </a:rPr>
              <a:t>2   3   3 </a:t>
            </a:r>
            <a:endParaRPr lang="zh-CN" altLang="en-US" sz="240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86995" y="33655"/>
            <a:ext cx="1020000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nvGraphicFramePr>
        <p:xfrm>
          <a:off x="1847849" y="951865"/>
          <a:ext cx="8569329" cy="5526150"/>
        </p:xfrm>
        <a:graphic>
          <a:graphicData uri="http://schemas.openxmlformats.org/drawingml/2006/table">
            <a:tbl>
              <a:tblPr/>
              <a:tblGrid>
                <a:gridCol w="963589"/>
                <a:gridCol w="1214446"/>
                <a:gridCol w="1214446"/>
                <a:gridCol w="1857388"/>
                <a:gridCol w="2071702"/>
                <a:gridCol w="1247758"/>
              </a:tblGrid>
              <a:tr h="138721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a:t>
                      </a:r>
                      <a:r>
                        <a:rPr kumimoji="0" 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资源</a:t>
                      </a:r>
                      <a:endParaRPr kumimoji="0" lang="en-US" alt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altLang="en-US"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进程</a:t>
                      </a:r>
                      <a:endParaRPr kumimoji="0" lang="zh-CN" sz="18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Need</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Finish</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67543">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2  3  3</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2  2  1</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2  0  4</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81784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4  3  7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1  3  4</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8  3  9</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926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8  3  9</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0  0  6</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4  0  5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12  3  14</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642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12  3  14</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1  1  0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3  1  4</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15  4  18</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784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15  4  18</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3   4   7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2  1  2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17  5  20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true</a:t>
                      </a:r>
                      <a:endParaRPr kumimoji="0" lang="zh-CN" sz="20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圆角矩形 5"/>
          <p:cNvSpPr/>
          <p:nvPr/>
        </p:nvSpPr>
        <p:spPr>
          <a:xfrm>
            <a:off x="1848485" y="143510"/>
            <a:ext cx="8605520" cy="758825"/>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ct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时刻的是否为安全状态</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若是，请给出其中可能的</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一种安全序列，并依照该序列，写出各资源的回收步骤</a:t>
            </a:r>
            <a:endParaRPr lang="zh-CN" altLang="en-US" sz="2000" b="1" dirty="0">
              <a:latin typeface="楷体" panose="02010609060101010101" pitchFamily="49" charset="-122"/>
              <a:ea typeface="楷体" panose="02010609060101010101" pitchFamily="49"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73025" y="33655"/>
            <a:ext cx="1021397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Times New Roman" panose="02020503050405090304" pitchFamily="18" charset="0"/>
                <a:ea typeface="微软雅黑" panose="020B0503020204020204" pitchFamily="34" charset="-122"/>
                <a:cs typeface="Times New Roman" panose="02020503050405090304" pitchFamily="18" charset="0"/>
              </a:rPr>
              <a:t>3.7.2 </a:t>
            </a:r>
            <a:r>
              <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rPr>
              <a:t>利用银行家算法避免死锁</a:t>
            </a:r>
            <a:endPar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2" name="表格 1"/>
          <p:cNvGraphicFramePr>
            <a:graphicFrameLocks noGrp="1"/>
          </p:cNvGraphicFramePr>
          <p:nvPr/>
        </p:nvGraphicFramePr>
        <p:xfrm>
          <a:off x="1847849" y="951865"/>
          <a:ext cx="8569329" cy="5526150"/>
        </p:xfrm>
        <a:graphic>
          <a:graphicData uri="http://schemas.openxmlformats.org/drawingml/2006/table">
            <a:tbl>
              <a:tblPr/>
              <a:tblGrid>
                <a:gridCol w="963589"/>
                <a:gridCol w="1214446"/>
                <a:gridCol w="1214446"/>
                <a:gridCol w="1857388"/>
                <a:gridCol w="2071702"/>
                <a:gridCol w="1247758"/>
              </a:tblGrid>
              <a:tr h="138721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   </a:t>
                      </a:r>
                      <a:r>
                        <a:rPr kumimoji="0" lang="zh-CN" sz="18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资源</a:t>
                      </a:r>
                      <a:endParaRPr kumimoji="0" lang="en-US" altLang="zh-CN" sz="18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18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altLang="en-US" sz="18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进程</a:t>
                      </a:r>
                      <a:endParaRPr kumimoji="0" lang="zh-CN" sz="18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Need</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Work+</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Allocation</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A  B  C</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Finish</a:t>
                      </a:r>
                      <a:endPar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67543">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4</a:t>
                      </a:r>
                      <a:endParaRPr kumimoji="0" lang="en-US" altLang="zh-CN" sz="2000" b="1" i="0" u="none" strike="noStrike" cap="none" normalizeH="0" baseline="-2500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2  3  3</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2  2  1</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2  0  4</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4  3  7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True</a:t>
                      </a:r>
                      <a:endPar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81784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2</a:t>
                      </a:r>
                      <a:endParaRPr kumimoji="0" 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4  3  7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1  3  4</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4  0  2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8  3  9</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True</a:t>
                      </a:r>
                      <a:endPar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926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3</a:t>
                      </a:r>
                      <a:endParaRPr kumimoji="0" 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8  3  9</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0  0  6</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4  0  5</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12  3  14</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True</a:t>
                      </a:r>
                      <a:endParaRPr kumimoji="0" lang="en-US" altLang="zh-CN" sz="2000" b="1" i="0" u="none" strike="noStrike" cap="none" normalizeH="0" baseline="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6428">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5</a:t>
                      </a:r>
                      <a:endParaRPr kumimoji="0" 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12  3  14</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1  1  0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3  1  4</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15  4  18</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True</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1784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P</a:t>
                      </a:r>
                      <a:r>
                        <a:rPr kumimoji="0" lang="en-US" altLang="zh-CN" sz="2000" b="1" i="0" u="none" strike="noStrike" cap="none" normalizeH="0" baseline="-2500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1</a:t>
                      </a:r>
                      <a:endParaRPr kumimoji="0" 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15  4  18</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3   4   7</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2  1  2</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17  5  20</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rPr>
                        <a:t>true</a:t>
                      </a:r>
                      <a:endParaRPr kumimoji="0" lang="en-US" altLang="zh-CN" sz="2000" b="1" i="0" u="none" strike="noStrike" cap="none" normalizeH="0" baseline="0" dirty="0">
                        <a:ln>
                          <a:noFill/>
                        </a:ln>
                        <a:solidFill>
                          <a:srgbClr val="000066"/>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圆角矩形 5"/>
          <p:cNvSpPr/>
          <p:nvPr/>
        </p:nvSpPr>
        <p:spPr>
          <a:xfrm>
            <a:off x="1848485" y="143510"/>
            <a:ext cx="8605520" cy="758825"/>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ct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时刻的是否为安全状态</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若是，请给出其中可能的</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一种安全序列，并依照该序列，写出各资源的回收步骤</a:t>
            </a:r>
            <a:endParaRPr lang="zh-CN" altLang="en-US" sz="2000" b="1" dirty="0">
              <a:latin typeface="Times New Roman" panose="02020503050405090304" pitchFamily="18" charset="0"/>
              <a:ea typeface="楷体" panose="02010609060101010101" pitchFamily="49" charset="-122"/>
              <a:cs typeface="Times New Roman" panose="02020503050405090304" pitchFamily="18" charset="0"/>
            </a:endParaRPr>
          </a:p>
        </p:txBody>
      </p:sp>
      <p:sp>
        <p:nvSpPr>
          <p:cNvPr id="7" name="圆角矩形 6"/>
          <p:cNvSpPr/>
          <p:nvPr/>
        </p:nvSpPr>
        <p:spPr>
          <a:xfrm>
            <a:off x="1847850" y="3873500"/>
            <a:ext cx="8606790" cy="1143000"/>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ct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时刻是安全的</a:t>
            </a:r>
            <a:endPar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r>
              <a:rPr lang="zh-CN" altLang="en-US" sz="3200" b="1" dirty="0">
                <a:latin typeface="Times New Roman" panose="02020503050405090304" pitchFamily="18" charset="0"/>
                <a:ea typeface="微软雅黑" panose="020B0503020204020204" pitchFamily="34" charset="-122"/>
                <a:cs typeface="Times New Roman" panose="02020503050405090304" pitchFamily="18" charset="0"/>
              </a:rPr>
              <a:t>存在安全序列：</a:t>
            </a:r>
            <a:r>
              <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rPr>
              <a:t>P4→P2 →P3 →P5 →P1</a:t>
            </a:r>
            <a:endParaRPr lang="en-US" altLang="zh-CN" sz="3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812165" y="896620"/>
            <a:ext cx="10118090" cy="203009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银行家算法举例</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设系统中有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种类型的资源</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个进程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P3</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P4</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资源的总量为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17</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资源的总量为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5</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资源的总量为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20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时刻系统状态如下表所示，系统采用银行家算法实施死锁避免策略</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59055" y="33655"/>
            <a:ext cx="1022794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2055622" y="2927945"/>
            <a:ext cx="8470900" cy="2743200"/>
          </a:xfrm>
          <a:prstGeom prst="rect">
            <a:avLst/>
          </a:prstGeom>
        </p:spPr>
      </p:pic>
      <p:sp>
        <p:nvSpPr>
          <p:cNvPr id="6" name="圆角矩形 5"/>
          <p:cNvSpPr/>
          <p:nvPr/>
        </p:nvSpPr>
        <p:spPr>
          <a:xfrm>
            <a:off x="1367790" y="5723890"/>
            <a:ext cx="9494520" cy="953135"/>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l"/>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时刻，如果进程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继续对</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ABC</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三类资源提出请求</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Request (2, 2, 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后，系统能否将资源分配给</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589915" y="2068830"/>
            <a:ext cx="11011535" cy="3784600"/>
          </a:xfrm>
          <a:prstGeom prst="rect">
            <a:avLst/>
          </a:prstGeom>
        </p:spPr>
        <p:txBody>
          <a:bodyPr wrap="square">
            <a:spAutoFit/>
          </a:bodyPr>
          <a:lstStyle/>
          <a:p>
            <a:pPr marL="285750" indent="-285750" algn="just">
              <a:lnSpc>
                <a:spcPct val="20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银行家算法之例</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en-US" altLang="zh-CN" sz="2400"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请求资源：</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发出请求向量</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Requst1(2</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，系统按银行家算法进行检查：</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200000"/>
              </a:lnSpc>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① </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Requst1(2</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≤Need (3, 4, 7)</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2" algn="just">
              <a:lnSpc>
                <a:spcPct val="20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② </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Requst1(2</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≤Available(2, 3, 3)</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79375" y="33655"/>
            <a:ext cx="1020762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Times New Roman" panose="02020503050405090304" pitchFamily="18" charset="0"/>
                <a:ea typeface="微软雅黑" panose="020B0503020204020204" pitchFamily="34" charset="-122"/>
                <a:cs typeface="Times New Roman" panose="02020503050405090304" pitchFamily="18" charset="0"/>
              </a:rPr>
              <a:t>3.7.2 </a:t>
            </a:r>
            <a:r>
              <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rPr>
              <a:t>利用银行家算法避免死锁</a:t>
            </a:r>
            <a:endPar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 name="圆角矩形 1"/>
          <p:cNvSpPr/>
          <p:nvPr/>
        </p:nvSpPr>
        <p:spPr>
          <a:xfrm>
            <a:off x="644525" y="1035050"/>
            <a:ext cx="10869295" cy="953135"/>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l"/>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时刻，如果进程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继续对</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ABC</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三类资源提出请求</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Request (2, 2, 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后，系统能否将资源分配给</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93980" y="33655"/>
            <a:ext cx="1019302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7" name="表格 6"/>
          <p:cNvGraphicFramePr>
            <a:graphicFrameLocks noGrp="1"/>
          </p:cNvGraphicFramePr>
          <p:nvPr/>
        </p:nvGraphicFramePr>
        <p:xfrm>
          <a:off x="1811338" y="1012825"/>
          <a:ext cx="8642351" cy="5815584"/>
        </p:xfrm>
        <a:graphic>
          <a:graphicData uri="http://schemas.openxmlformats.org/drawingml/2006/table">
            <a:tbl>
              <a:tblPr/>
              <a:tblGrid>
                <a:gridCol w="1392217"/>
                <a:gridCol w="1714512"/>
                <a:gridCol w="2078047"/>
                <a:gridCol w="1728788"/>
                <a:gridCol w="1728787"/>
              </a:tblGrid>
              <a:tr h="131149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a:t>
                      </a: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资源</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进程  </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Max</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Need</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Available</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5   5   9</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2   1   2</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defRPr/>
                      </a:pPr>
                      <a:r>
                        <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( 4  3  4 )</a:t>
                      </a:r>
                      <a:endPar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3   4   7</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defRPr/>
                      </a:pPr>
                      <a:r>
                        <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( 1  2  5 )</a:t>
                      </a:r>
                      <a:endPar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rowSpan="5">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5   3   6   </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4   0   2</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1   3   4</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4   0   11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4   0   5</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0   0   6</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4   2   5 </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2   0   4</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2   2   1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4   2   4</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3   1   4</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1   1   0</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5" name="圆角矩形 14"/>
          <p:cNvSpPr/>
          <p:nvPr/>
        </p:nvSpPr>
        <p:spPr>
          <a:xfrm>
            <a:off x="1811655" y="143510"/>
            <a:ext cx="8642350" cy="758825"/>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ct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时刻，如果进程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继续对</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ABC</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三类资源提出请求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Request (2, 2, 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后，系统能否将资源分配给</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7" name="矩形 16"/>
          <p:cNvSpPr/>
          <p:nvPr/>
        </p:nvSpPr>
        <p:spPr>
          <a:xfrm>
            <a:off x="8863584" y="4155635"/>
            <a:ext cx="1523208" cy="830997"/>
          </a:xfrm>
          <a:prstGeom prst="rect">
            <a:avLst/>
          </a:prstGeom>
        </p:spPr>
        <p:txBody>
          <a:bodyPr wrap="square">
            <a:spAutoFit/>
          </a:bodyPr>
          <a:lstStyle/>
          <a:p>
            <a:pPr marL="457200" indent="-457200" algn="ctr">
              <a:buAutoNum type="arabicPlain" startAt="2"/>
            </a:pPr>
            <a:r>
              <a:rPr lang="en-US" altLang="zh-CN" sz="2400" b="1" dirty="0">
                <a:solidFill>
                  <a:srgbClr val="C00000"/>
                </a:solidFill>
                <a:latin typeface="Times New Roman" panose="02020503050405090304" pitchFamily="18" charset="0"/>
                <a:ea typeface="宋体" pitchFamily="2" charset="-122"/>
                <a:cs typeface="Times New Roman" panose="02020503050405090304" pitchFamily="18" charset="0"/>
              </a:rPr>
              <a:t>3   3</a:t>
            </a:r>
            <a:endParaRPr lang="en-US" altLang="zh-CN" sz="2400" b="1" dirty="0">
              <a:solidFill>
                <a:srgbClr val="C00000"/>
              </a:solidFill>
              <a:latin typeface="Times New Roman" panose="02020503050405090304" pitchFamily="18" charset="0"/>
              <a:ea typeface="宋体" pitchFamily="2" charset="-122"/>
              <a:cs typeface="Times New Roman" panose="02020503050405090304" pitchFamily="18" charset="0"/>
            </a:endParaRPr>
          </a:p>
          <a:p>
            <a:pPr algn="ctr"/>
            <a:r>
              <a:rPr lang="en-US" altLang="zh-CN" sz="2400" b="1" dirty="0">
                <a:solidFill>
                  <a:srgbClr val="C00000"/>
                </a:solidFill>
                <a:latin typeface="Times New Roman" panose="02020503050405090304" pitchFamily="18" charset="0"/>
                <a:ea typeface="宋体" pitchFamily="2" charset="-122"/>
                <a:cs typeface="Times New Roman" panose="02020503050405090304" pitchFamily="18" charset="0"/>
              </a:rPr>
              <a:t>(0   1   1) </a:t>
            </a:r>
            <a:endParaRPr lang="zh-CN" altLang="en-US" sz="2400" dirty="0">
              <a:solidFill>
                <a:srgbClr val="C00000"/>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14935" y="33655"/>
            <a:ext cx="1017206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7" name="表格 6"/>
          <p:cNvGraphicFramePr>
            <a:graphicFrameLocks noGrp="1"/>
          </p:cNvGraphicFramePr>
          <p:nvPr/>
        </p:nvGraphicFramePr>
        <p:xfrm>
          <a:off x="1811338" y="1012825"/>
          <a:ext cx="8642351" cy="5815584"/>
        </p:xfrm>
        <a:graphic>
          <a:graphicData uri="http://schemas.openxmlformats.org/drawingml/2006/table">
            <a:tbl>
              <a:tblPr/>
              <a:tblGrid>
                <a:gridCol w="1392217"/>
                <a:gridCol w="1714512"/>
                <a:gridCol w="2078047"/>
                <a:gridCol w="1728788"/>
                <a:gridCol w="1728787"/>
              </a:tblGrid>
              <a:tr h="1311497">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a:t>
                      </a: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资源</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p>
                      <a:pPr marL="0" marR="0" lvl="0" indent="0" algn="l"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rPr>
                        <a:t>进程  </a:t>
                      </a:r>
                      <a:endParaRPr kumimoji="0" lang="zh-CN" sz="2400" b="1" i="0" u="none" strike="noStrike" cap="none" normalizeH="0" baseline="0" dirty="0">
                        <a:ln>
                          <a:noFill/>
                        </a:ln>
                        <a:solidFill>
                          <a:srgbClr val="000066"/>
                        </a:solidFill>
                        <a:effectLst/>
                        <a:latin typeface="Times New Roman" panose="02020503050405090304" pitchFamily="18" charset="0"/>
                        <a:ea typeface="楷体" panose="02010609060101010101" pitchFamily="49"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Max</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Allocation</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Need</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Available</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A   B   C</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5   5   9</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2   1   2</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defRPr/>
                      </a:pPr>
                      <a:r>
                        <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( 4  3  4 )</a:t>
                      </a:r>
                      <a:endPar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3   4   7</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defRPr/>
                      </a:pPr>
                      <a:r>
                        <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rPr>
                        <a:t>( 1  2  5 )</a:t>
                      </a:r>
                      <a:endPar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rowSpan="5">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400" b="1" i="0" u="none" strike="noStrike" cap="none" normalizeH="0" baseline="0" dirty="0">
                        <a:ln>
                          <a:noFill/>
                        </a:ln>
                        <a:solidFill>
                          <a:srgbClr val="C00000"/>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5   3   6   </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4   0   2</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1   3   4</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 4   0   11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4   0   5</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0   0   6</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4   2   5 </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2   0   4</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2   2   1</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880320">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P</a:t>
                      </a:r>
                      <a:r>
                        <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5</a:t>
                      </a:r>
                      <a:endParaRPr kumimoji="0" lang="en-US" altLang="zh-CN" sz="2400" b="1" i="0" u="none" strike="noStrike" cap="none" normalizeH="0" baseline="-2500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4   2   4</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3   1   4</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defPPr>
                        <a:defRPr lang="zh-TW">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rPr>
                        <a:t>1   1   0</a:t>
                      </a:r>
                      <a:endParaRPr kumimoji="0" lang="en-US" altLang="zh-CN" sz="2400" b="1" i="0" u="none" strike="noStrike" cap="none" normalizeH="0" baseline="0" dirty="0">
                        <a:ln>
                          <a:noFill/>
                        </a:ln>
                        <a:solidFill>
                          <a:srgbClr val="000066"/>
                        </a:solidFill>
                        <a:effectLst/>
                        <a:latin typeface="Times New Roman" panose="02020503050405090304" pitchFamily="18" charset="0"/>
                        <a:ea typeface="宋体" pitchFamily="2" charset="-122"/>
                        <a:cs typeface="Times New Roman" panose="0202050305040509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vMerge="1">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5" name="圆角矩形 14"/>
          <p:cNvSpPr/>
          <p:nvPr/>
        </p:nvSpPr>
        <p:spPr>
          <a:xfrm>
            <a:off x="2965875" y="143764"/>
            <a:ext cx="7487813" cy="758952"/>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algn="ct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时刻，如果进程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继续对</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ABC</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三类资源提出请求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Request (2, 2, 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后，系统能否将资源分配给</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7" name="矩形 16"/>
          <p:cNvSpPr/>
          <p:nvPr/>
        </p:nvSpPr>
        <p:spPr>
          <a:xfrm>
            <a:off x="8863584" y="4155635"/>
            <a:ext cx="1523208" cy="830997"/>
          </a:xfrm>
          <a:prstGeom prst="rect">
            <a:avLst/>
          </a:prstGeom>
        </p:spPr>
        <p:txBody>
          <a:bodyPr wrap="square">
            <a:spAutoFit/>
          </a:bodyPr>
          <a:lstStyle/>
          <a:p>
            <a:pPr marL="457200" indent="-457200" algn="ctr">
              <a:buAutoNum type="arabicPlain" startAt="2"/>
            </a:pPr>
            <a:r>
              <a:rPr lang="en-US" altLang="zh-CN" sz="2400" b="1" dirty="0">
                <a:solidFill>
                  <a:srgbClr val="C00000"/>
                </a:solidFill>
                <a:latin typeface="Times New Roman" panose="02020503050405090304" pitchFamily="18" charset="0"/>
                <a:ea typeface="宋体" pitchFamily="2" charset="-122"/>
                <a:cs typeface="Times New Roman" panose="02020503050405090304" pitchFamily="18" charset="0"/>
              </a:rPr>
              <a:t>3   3</a:t>
            </a:r>
            <a:endParaRPr lang="en-US" altLang="zh-CN" sz="2400" b="1" dirty="0">
              <a:solidFill>
                <a:srgbClr val="C00000"/>
              </a:solidFill>
              <a:latin typeface="Times New Roman" panose="02020503050405090304" pitchFamily="18" charset="0"/>
              <a:ea typeface="宋体" pitchFamily="2" charset="-122"/>
              <a:cs typeface="Times New Roman" panose="02020503050405090304" pitchFamily="18" charset="0"/>
            </a:endParaRPr>
          </a:p>
          <a:p>
            <a:pPr algn="ctr"/>
            <a:r>
              <a:rPr lang="en-US" altLang="zh-CN" sz="2400" b="1" dirty="0">
                <a:solidFill>
                  <a:srgbClr val="C00000"/>
                </a:solidFill>
                <a:latin typeface="Times New Roman" panose="02020503050405090304" pitchFamily="18" charset="0"/>
                <a:ea typeface="宋体" pitchFamily="2" charset="-122"/>
                <a:cs typeface="Times New Roman" panose="02020503050405090304" pitchFamily="18" charset="0"/>
              </a:rPr>
              <a:t>(0   1   1) </a:t>
            </a:r>
            <a:endParaRPr lang="zh-CN" altLang="en-US" sz="2400" dirty="0">
              <a:solidFill>
                <a:srgbClr val="C00000"/>
              </a:solidFill>
            </a:endParaRPr>
          </a:p>
        </p:txBody>
      </p:sp>
      <p:sp>
        <p:nvSpPr>
          <p:cNvPr id="9" name="圆角矩形 8"/>
          <p:cNvSpPr/>
          <p:nvPr/>
        </p:nvSpPr>
        <p:spPr>
          <a:xfrm>
            <a:off x="1797050" y="2974340"/>
            <a:ext cx="8589010" cy="1758315"/>
          </a:xfrm>
          <a:prstGeom prst="round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a:lstStyle>
            <a:defPPr>
              <a:defRPr lang="ko-KR">
                <a:solidFill>
                  <a:schemeClr val="lt1"/>
                </a:solidFill>
              </a:defRPr>
            </a:defPPr>
            <a:lvl1pPr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1pPr>
            <a:lvl2pPr marL="4572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2pPr>
            <a:lvl3pPr marL="9144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3pPr>
            <a:lvl4pPr marL="13716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4pPr>
            <a:lvl5pPr marL="1828800" algn="r" rtl="0" fontAlgn="base" latinLnBrk="1">
              <a:spcBef>
                <a:spcPct val="0"/>
              </a:spcBef>
              <a:spcAft>
                <a:spcPct val="0"/>
              </a:spcAft>
              <a:defRPr kumimoji="1" kern="1200">
                <a:solidFill>
                  <a:schemeClr val="lt1"/>
                </a:solidFill>
                <a:latin typeface="Arial" panose="020B0604020202090204" pitchFamily="34" charset="0"/>
                <a:ea typeface="Gulim" pitchFamily="34" charset="-127"/>
                <a:cs typeface="+mn-cs"/>
              </a:defRPr>
            </a:lvl5pPr>
            <a:lvl6pPr marL="2286000" algn="l" defTabSz="914400" rtl="0" eaLnBrk="1" latinLnBrk="0" hangingPunct="1">
              <a:defRPr kumimoji="1" kern="1200">
                <a:solidFill>
                  <a:schemeClr val="lt1"/>
                </a:solidFill>
                <a:latin typeface="Arial" panose="020B0604020202090204" pitchFamily="34" charset="0"/>
                <a:ea typeface="Gulim" pitchFamily="34" charset="-127"/>
                <a:cs typeface="+mn-cs"/>
              </a:defRPr>
            </a:lvl6pPr>
            <a:lvl7pPr marL="2743200" algn="l" defTabSz="914400" rtl="0" eaLnBrk="1" latinLnBrk="0" hangingPunct="1">
              <a:defRPr kumimoji="1" kern="1200">
                <a:solidFill>
                  <a:schemeClr val="lt1"/>
                </a:solidFill>
                <a:latin typeface="Arial" panose="020B0604020202090204" pitchFamily="34" charset="0"/>
                <a:ea typeface="Gulim" pitchFamily="34" charset="-127"/>
                <a:cs typeface="+mn-cs"/>
              </a:defRPr>
            </a:lvl7pPr>
            <a:lvl8pPr marL="3200400" algn="l" defTabSz="914400" rtl="0" eaLnBrk="1" latinLnBrk="0" hangingPunct="1">
              <a:defRPr kumimoji="1" kern="1200">
                <a:solidFill>
                  <a:schemeClr val="lt1"/>
                </a:solidFill>
                <a:latin typeface="Arial" panose="020B0604020202090204" pitchFamily="34" charset="0"/>
                <a:ea typeface="Gulim" pitchFamily="34" charset="-127"/>
                <a:cs typeface="+mn-cs"/>
              </a:defRPr>
            </a:lvl8pPr>
            <a:lvl9pPr marL="3657600" algn="l" defTabSz="914400" rtl="0" eaLnBrk="1" latinLnBrk="0" hangingPunct="1">
              <a:defRPr kumimoji="1" kern="1200">
                <a:solidFill>
                  <a:schemeClr val="lt1"/>
                </a:solidFill>
                <a:latin typeface="Arial" panose="020B0604020202090204" pitchFamily="34" charset="0"/>
                <a:ea typeface="Gulim" pitchFamily="34" charset="-127"/>
                <a:cs typeface="+mn-cs"/>
              </a:defRPr>
            </a:lvl9pPr>
          </a:lstStyle>
          <a:p>
            <a:pPr lvl="0" algn="ctr">
              <a:lnSpc>
                <a:spcPct val="150000"/>
              </a:lnSpc>
              <a:spcBef>
                <a:spcPct val="20000"/>
              </a:spcBef>
              <a:buClr>
                <a:srgbClr val="33CCFF"/>
              </a:buClr>
            </a:pPr>
            <a:r>
              <a:rPr kumimoji="0" lang="en-US" altLang="zh-CN"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Available(0,1,0)</a:t>
            </a:r>
            <a:r>
              <a:rPr kumimoji="0" lang="zh-CN" altLang="en-US"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不满足任何进程的需要</a:t>
            </a:r>
            <a:endParaRPr kumimoji="0" lang="zh-CN" altLang="en-US"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a:lnSpc>
                <a:spcPct val="150000"/>
              </a:lnSpc>
              <a:spcBef>
                <a:spcPct val="20000"/>
              </a:spcBef>
              <a:buClr>
                <a:srgbClr val="33CCFF"/>
              </a:buClr>
            </a:pPr>
            <a:r>
              <a:rPr kumimoji="0" lang="zh-CN" altLang="en-US"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故系统进入不安全状态，此时系统不分配资源</a:t>
            </a:r>
            <a:endParaRPr kumimoji="0" lang="zh-CN" altLang="en-US"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56870" y="896620"/>
            <a:ext cx="11268710" cy="507746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一台计算机有八台磁带机。它们由</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个进程竞争使用，每个进程可能需要</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台磁带机。请问</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为多少时，系统没有死锁危险，并说明其原因。</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永远不会</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个进程竞争</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8</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台设备，也不会死锁</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86995" y="33655"/>
            <a:ext cx="1020000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3.8.2 </a:t>
            </a:r>
            <a:r>
              <a:rPr lang="zh-CN" altLang="en-US" sz="3900" b="1" dirty="0">
                <a:latin typeface="微软雅黑" panose="020B0503020204020204" pitchFamily="34" charset="-122"/>
                <a:ea typeface="微软雅黑" panose="020B0503020204020204" pitchFamily="34" charset="-122"/>
              </a:rPr>
              <a:t>死锁部分例题</a:t>
            </a:r>
            <a:endParaRPr lang="zh-CN" altLang="en-US" sz="3900" b="1" dirty="0">
              <a:latin typeface="微软雅黑" panose="020B0503020204020204" pitchFamily="34" charset="-122"/>
              <a:ea typeface="微软雅黑" panose="020B0503020204020204" pitchFamily="34" charset="-122"/>
            </a:endParaRPr>
          </a:p>
        </p:txBody>
      </p:sp>
      <p:pic>
        <p:nvPicPr>
          <p:cNvPr id="100" name="图片 99"/>
          <p:cNvPicPr/>
          <p:nvPr/>
        </p:nvPicPr>
        <p:blipFill>
          <a:blip r:embed="rId1"/>
          <a:stretch>
            <a:fillRect/>
          </a:stretch>
        </p:blipFill>
        <p:spPr>
          <a:xfrm>
            <a:off x="307340" y="2358390"/>
            <a:ext cx="1388110" cy="1548765"/>
          </a:xfrm>
          <a:prstGeom prst="rect">
            <a:avLst/>
          </a:prstGeom>
          <a:noFill/>
          <a:ln w="9525">
            <a:noFill/>
          </a:ln>
        </p:spPr>
      </p:pic>
      <p:pic>
        <p:nvPicPr>
          <p:cNvPr id="2" name="图片 1"/>
          <p:cNvPicPr/>
          <p:nvPr/>
        </p:nvPicPr>
        <p:blipFill>
          <a:blip r:embed="rId1"/>
          <a:stretch>
            <a:fillRect/>
          </a:stretch>
        </p:blipFill>
        <p:spPr>
          <a:xfrm>
            <a:off x="1761490" y="2358390"/>
            <a:ext cx="1388110" cy="1548765"/>
          </a:xfrm>
          <a:prstGeom prst="rect">
            <a:avLst/>
          </a:prstGeom>
          <a:noFill/>
          <a:ln w="9525">
            <a:noFill/>
          </a:ln>
        </p:spPr>
      </p:pic>
      <p:pic>
        <p:nvPicPr>
          <p:cNvPr id="3" name="图片 2"/>
          <p:cNvPicPr/>
          <p:nvPr/>
        </p:nvPicPr>
        <p:blipFill>
          <a:blip r:embed="rId1"/>
          <a:stretch>
            <a:fillRect/>
          </a:stretch>
        </p:blipFill>
        <p:spPr>
          <a:xfrm>
            <a:off x="3215640" y="2358390"/>
            <a:ext cx="1388110" cy="1548765"/>
          </a:xfrm>
          <a:prstGeom prst="rect">
            <a:avLst/>
          </a:prstGeom>
          <a:noFill/>
          <a:ln w="9525">
            <a:noFill/>
          </a:ln>
        </p:spPr>
      </p:pic>
      <p:pic>
        <p:nvPicPr>
          <p:cNvPr id="4" name="图片 3"/>
          <p:cNvPicPr/>
          <p:nvPr/>
        </p:nvPicPr>
        <p:blipFill>
          <a:blip r:embed="rId1"/>
          <a:stretch>
            <a:fillRect/>
          </a:stretch>
        </p:blipFill>
        <p:spPr>
          <a:xfrm>
            <a:off x="4669790" y="2358390"/>
            <a:ext cx="1388110" cy="1548765"/>
          </a:xfrm>
          <a:prstGeom prst="rect">
            <a:avLst/>
          </a:prstGeom>
          <a:noFill/>
          <a:ln w="9525">
            <a:noFill/>
          </a:ln>
        </p:spPr>
      </p:pic>
      <p:pic>
        <p:nvPicPr>
          <p:cNvPr id="5" name="图片 4"/>
          <p:cNvPicPr/>
          <p:nvPr/>
        </p:nvPicPr>
        <p:blipFill>
          <a:blip r:embed="rId1"/>
          <a:stretch>
            <a:fillRect/>
          </a:stretch>
        </p:blipFill>
        <p:spPr>
          <a:xfrm>
            <a:off x="6123940" y="2358390"/>
            <a:ext cx="1388110" cy="1548765"/>
          </a:xfrm>
          <a:prstGeom prst="rect">
            <a:avLst/>
          </a:prstGeom>
          <a:noFill/>
          <a:ln w="9525">
            <a:noFill/>
          </a:ln>
        </p:spPr>
      </p:pic>
      <p:pic>
        <p:nvPicPr>
          <p:cNvPr id="6" name="图片 5"/>
          <p:cNvPicPr/>
          <p:nvPr/>
        </p:nvPicPr>
        <p:blipFill>
          <a:blip r:embed="rId1"/>
          <a:stretch>
            <a:fillRect/>
          </a:stretch>
        </p:blipFill>
        <p:spPr>
          <a:xfrm>
            <a:off x="7578090" y="2358390"/>
            <a:ext cx="1388110" cy="1548765"/>
          </a:xfrm>
          <a:prstGeom prst="rect">
            <a:avLst/>
          </a:prstGeom>
          <a:noFill/>
          <a:ln w="9525">
            <a:noFill/>
          </a:ln>
        </p:spPr>
      </p:pic>
      <p:pic>
        <p:nvPicPr>
          <p:cNvPr id="7" name="图片 6"/>
          <p:cNvPicPr/>
          <p:nvPr/>
        </p:nvPicPr>
        <p:blipFill>
          <a:blip r:embed="rId1"/>
          <a:stretch>
            <a:fillRect/>
          </a:stretch>
        </p:blipFill>
        <p:spPr>
          <a:xfrm>
            <a:off x="9032240" y="2358390"/>
            <a:ext cx="1388110" cy="1548765"/>
          </a:xfrm>
          <a:prstGeom prst="rect">
            <a:avLst/>
          </a:prstGeom>
          <a:noFill/>
          <a:ln w="9525">
            <a:noFill/>
          </a:ln>
        </p:spPr>
      </p:pic>
      <p:pic>
        <p:nvPicPr>
          <p:cNvPr id="9" name="图片 8"/>
          <p:cNvPicPr/>
          <p:nvPr/>
        </p:nvPicPr>
        <p:blipFill>
          <a:blip r:embed="rId1"/>
          <a:stretch>
            <a:fillRect/>
          </a:stretch>
        </p:blipFill>
        <p:spPr>
          <a:xfrm>
            <a:off x="10486390" y="2358390"/>
            <a:ext cx="1388110" cy="154876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20675" y="896620"/>
            <a:ext cx="11480165" cy="563118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N=4</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时</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：存在安全序列</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&lt;P1,P2,P3,P4&gt;</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，按照安全序列推进时不会死锁，否则存在死锁危险</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P1  P2  P3  P4    8</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150000"/>
              </a:lnSpc>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Max             3     3    3    3</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Allocation    1     1   1    1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剩</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4</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N=5</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时</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：存在安全序列</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&lt;P1,P2,P3,P4,P5&gt;</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，按照安全序列推进时不会死锁，否则存在死锁危险</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P1  P2  P3  P4   P5    8</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150000"/>
              </a:lnSpc>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Max             3     3    3    3     3</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Allocation    1     1   1    1     1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剩</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77800" y="33655"/>
            <a:ext cx="101092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3.8.2 </a:t>
            </a:r>
            <a:r>
              <a:rPr lang="zh-CN" altLang="en-US" sz="3900" b="1" dirty="0">
                <a:latin typeface="微软雅黑" panose="020B0503020204020204" pitchFamily="34" charset="-122"/>
                <a:ea typeface="微软雅黑" panose="020B0503020204020204" pitchFamily="34" charset="-122"/>
              </a:rPr>
              <a:t>死锁部分例题</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86385" y="896620"/>
            <a:ext cx="11570335" cy="507746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N=6</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时</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：存在安全序列</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&lt;P1,P2,P3,P4,P5,P6&gt;</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按照安全序列推进时不会死锁，否则存在死锁危险</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P1  P2  P3  P4   P5   P6   8</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150000"/>
              </a:lnSpc>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Max             3     3    3    3     3      3</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Allocation    1     1   1    1     1      1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剩</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N=7</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时</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：不存在安全序列，会死锁</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P1  P2  P3  P4   P5   P6   P7  8</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150000"/>
              </a:lnSpc>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Max             3     3    3    3     3      3     3</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lvl="3" algn="just">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Allocation    1     1   1    1     1      1     1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剩</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台</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79375" y="33655"/>
            <a:ext cx="1020762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3.8.2 </a:t>
            </a:r>
            <a:r>
              <a:rPr lang="zh-CN" altLang="en-US" sz="3900" b="1" dirty="0">
                <a:latin typeface="微软雅黑" panose="020B0503020204020204" pitchFamily="34" charset="-122"/>
                <a:ea typeface="微软雅黑" panose="020B0503020204020204" pitchFamily="34" charset="-122"/>
              </a:rPr>
              <a:t>死锁部分例题</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42265" y="896620"/>
            <a:ext cx="11465560" cy="5077460"/>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个进程共享某种资源</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r</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，该资源共有</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m</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个可分配单位，每个进程每次一个地申请或释放资源单位，假设每个进程对该资源的最大需求量均小于</a:t>
            </a:r>
            <a:r>
              <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m</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，且各进程的最大需求量之和小于</a:t>
            </a:r>
            <a:r>
              <a:rPr lang="en-US" altLang="zh-CN" sz="2800" b="1" dirty="0" err="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m+n</a:t>
            </a: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，试证明这个系统中不可能发生死锁。</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indent="0" algn="just">
              <a:lnSpc>
                <a:spcPct val="150000"/>
              </a:lnSpc>
              <a:buFont typeface="Wingdings" panose="05000000000000000000" pitchFamily="2" charset="2"/>
              <a:buNone/>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设</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max</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）表示第</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个进程的最大需求量，</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need</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）表示第</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个进程还需要的资源量。</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Alloc</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）表示第</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个进程已分配的资源量，可知：</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lnSpc>
                <a:spcPct val="150000"/>
              </a:lnSpc>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	max(1)+…+max(n)  &lt; </a:t>
            </a:r>
            <a:r>
              <a:rPr lang="en-US" altLang="zh-CN" sz="2800" b="1" dirty="0" err="1">
                <a:latin typeface="Times New Roman" panose="02020503050405090304" pitchFamily="18" charset="0"/>
                <a:ea typeface="微软雅黑" panose="020B0503020204020204" pitchFamily="34" charset="-122"/>
                <a:cs typeface="Times New Roman" panose="02020503050405090304" pitchFamily="18" charset="0"/>
              </a:rPr>
              <a:t>m+n</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lnSpc>
                <a:spcPct val="150000"/>
              </a:lnSpc>
            </a:pP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(need(1)+…+need(n))+(alloc(1)+…+alloc(n)) &lt; </a:t>
            </a:r>
            <a:r>
              <a:rPr lang="en-US" altLang="zh-CN" sz="2800" b="1" dirty="0" err="1">
                <a:latin typeface="Times New Roman" panose="02020503050405090304" pitchFamily="18" charset="0"/>
                <a:ea typeface="微软雅黑" panose="020B0503020204020204" pitchFamily="34" charset="-122"/>
                <a:cs typeface="Times New Roman" panose="02020503050405090304" pitchFamily="18" charset="0"/>
              </a:rPr>
              <a:t>m+n</a:t>
            </a:r>
            <a:endParaRPr lang="en-US" altLang="zh-CN" sz="2800" b="1" dirty="0" err="1">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28905" y="33655"/>
            <a:ext cx="101580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3.8.2 </a:t>
            </a:r>
            <a:r>
              <a:rPr lang="zh-CN" altLang="en-US" sz="3900" b="1" dirty="0">
                <a:latin typeface="微软雅黑" panose="020B0503020204020204" pitchFamily="34" charset="-122"/>
                <a:ea typeface="微软雅黑" panose="020B0503020204020204" pitchFamily="34" charset="-122"/>
              </a:rPr>
              <a:t>死锁部分例题</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20675" y="896620"/>
            <a:ext cx="11571605" cy="553910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 设</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max</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）表示第</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个进程的最大需求量，</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need</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）表示第</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个进程还需要的资源量。</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Alloc</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）表示第</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个进程已分配的资源量，可知：</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max(1)+…+max(n)  &lt; </a:t>
            </a:r>
            <a:r>
              <a:rPr lang="en-US" altLang="zh-CN" sz="2400" b="1" dirty="0" err="1">
                <a:latin typeface="Times New Roman" panose="02020503050405090304" pitchFamily="18" charset="0"/>
                <a:ea typeface="微软雅黑" panose="020B0503020204020204" pitchFamily="34" charset="-122"/>
                <a:cs typeface="Times New Roman" panose="02020503050405090304" pitchFamily="18" charset="0"/>
              </a:rPr>
              <a:t>m+n</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(need(1)+…+need(n))+(alloc(1)+…+alloc(n)) &lt; </a:t>
            </a:r>
            <a:r>
              <a:rPr lang="en-US" altLang="zh-CN" sz="2400" b="1" dirty="0" err="1">
                <a:latin typeface="Times New Roman" panose="02020503050405090304" pitchFamily="18" charset="0"/>
                <a:ea typeface="微软雅黑" panose="020B0503020204020204" pitchFamily="34" charset="-122"/>
                <a:cs typeface="Times New Roman" panose="02020503050405090304" pitchFamily="18" charset="0"/>
              </a:rPr>
              <a:t>m+n</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如果在这个系统中发生了死锁，一方面</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m</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个资源应该全部分配出去，即：</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alloc(1)+…+alloc(n)=m</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另一方面所有进程将陷入无限等待的状态，由上述两式可得  ：</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lnSpc>
                <a:spcPct val="150000"/>
              </a:lnSpc>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	need(1)+…+need(n)&lt;n</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上式表示发生死锁后，</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个进程还需要的最小资源量之和小于</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，这意味着此刻至少存在着一个进程</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need</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，即它已获得了所需的全部资源。既然该进程已获得了所需的全部资源，那么它就能执行完成并释放它所占有的全部资源，这与前面的假设矛盾，因此这个系统中不可能发生死锁。</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63830" y="33655"/>
            <a:ext cx="1012317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3.8.2 </a:t>
            </a:r>
            <a:r>
              <a:rPr lang="zh-CN" altLang="en-US" sz="3900" b="1" dirty="0">
                <a:latin typeface="微软雅黑" panose="020B0503020204020204" pitchFamily="34" charset="-122"/>
                <a:ea typeface="微软雅黑" panose="020B0503020204020204" pitchFamily="34" charset="-122"/>
              </a:rPr>
              <a:t>死锁部分例题</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 y="39977"/>
            <a:ext cx="12192000" cy="7961023"/>
            <a:chOff x="390232" y="286325"/>
            <a:chExt cx="11411536" cy="5973226"/>
          </a:xfrm>
        </p:grpSpPr>
        <p:pic>
          <p:nvPicPr>
            <p:cNvPr id="3074" name="Picture 2" descr="Practical or Theory: What Makes You Pro After Bachelor in Technology? -  Sharda University Blo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H="1">
              <a:off x="390232" y="286325"/>
              <a:ext cx="11411536" cy="5973226"/>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2"/>
            <a:stretch>
              <a:fillRect/>
            </a:stretch>
          </p:blipFill>
          <p:spPr>
            <a:xfrm>
              <a:off x="1465573" y="954843"/>
              <a:ext cx="2822522" cy="989089"/>
            </a:xfrm>
            <a:prstGeom prst="rect">
              <a:avLst/>
            </a:prstGeom>
          </p:spPr>
        </p:pic>
        <p:pic>
          <p:nvPicPr>
            <p:cNvPr id="6" name="图片 5"/>
            <p:cNvPicPr>
              <a:picLocks noChangeAspect="1"/>
            </p:cNvPicPr>
            <p:nvPr/>
          </p:nvPicPr>
          <p:blipFill>
            <a:blip r:embed="rId3"/>
            <a:stretch>
              <a:fillRect/>
            </a:stretch>
          </p:blipFill>
          <p:spPr>
            <a:xfrm>
              <a:off x="7684258" y="873125"/>
              <a:ext cx="3677984" cy="1267909"/>
            </a:xfrm>
            <a:prstGeom prst="rect">
              <a:avLst/>
            </a:prstGeom>
          </p:spPr>
        </p:pic>
        <p:sp>
          <p:nvSpPr>
            <p:cNvPr id="7" name="文本框 6"/>
            <p:cNvSpPr txBox="1"/>
            <p:nvPr/>
          </p:nvSpPr>
          <p:spPr>
            <a:xfrm>
              <a:off x="1316039" y="1369568"/>
              <a:ext cx="3109644" cy="684653"/>
            </a:xfrm>
            <a:prstGeom prst="rect">
              <a:avLst/>
            </a:prstGeom>
            <a:noFill/>
          </p:spPr>
          <p:txBody>
            <a:bodyPr wrap="none" rtlCol="0">
              <a:spAutoFit/>
            </a:bodyPr>
            <a:lstStyle/>
            <a:p>
              <a:r>
                <a:rPr lang="en-US" altLang="zh-CN" sz="5335" b="1" dirty="0">
                  <a:solidFill>
                    <a:srgbClr val="FFDB53"/>
                  </a:solidFill>
                  <a:latin typeface="Arial Black" panose="020B0A04020102020204" pitchFamily="34" charset="0"/>
                  <a:cs typeface="Times New Roman" panose="02020503050405090304" pitchFamily="18" charset="0"/>
                </a:rPr>
                <a:t>THEORY</a:t>
              </a:r>
              <a:endParaRPr lang="zh-CN" altLang="en-US" sz="5335" b="1" dirty="0">
                <a:solidFill>
                  <a:srgbClr val="FFDB53"/>
                </a:solidFill>
                <a:latin typeface="Arial Black" panose="020B0A04020102020204" pitchFamily="34" charset="0"/>
                <a:cs typeface="Times New Roman" panose="02020503050405090304" pitchFamily="18" charset="0"/>
              </a:endParaRPr>
            </a:p>
          </p:txBody>
        </p:sp>
        <p:sp>
          <p:nvSpPr>
            <p:cNvPr id="10" name="文本框 9"/>
            <p:cNvSpPr txBox="1"/>
            <p:nvPr/>
          </p:nvSpPr>
          <p:spPr>
            <a:xfrm>
              <a:off x="7491854" y="1369568"/>
              <a:ext cx="4221080" cy="684653"/>
            </a:xfrm>
            <a:prstGeom prst="rect">
              <a:avLst/>
            </a:prstGeom>
            <a:noFill/>
          </p:spPr>
          <p:txBody>
            <a:bodyPr wrap="none" rtlCol="0">
              <a:spAutoFit/>
            </a:bodyPr>
            <a:lstStyle/>
            <a:p>
              <a:r>
                <a:rPr lang="en-US" altLang="zh-CN" sz="5335" b="1" dirty="0">
                  <a:solidFill>
                    <a:srgbClr val="FFDB53"/>
                  </a:solidFill>
                  <a:latin typeface="Arial Black" panose="020B0A04020102020204" pitchFamily="34" charset="0"/>
                  <a:cs typeface="Times New Roman" panose="02020503050405090304" pitchFamily="18" charset="0"/>
                </a:rPr>
                <a:t>PRACTICAL</a:t>
              </a:r>
              <a:endParaRPr lang="zh-CN" altLang="en-US" sz="5335" b="1" dirty="0">
                <a:solidFill>
                  <a:srgbClr val="FFDB53"/>
                </a:solidFill>
                <a:latin typeface="Arial Black" panose="020B0A04020102020204" pitchFamily="34" charset="0"/>
                <a:cs typeface="Times New Roman" panose="02020503050405090304" pitchFamily="18" charset="0"/>
              </a:endParaRPr>
            </a:p>
          </p:txBody>
        </p:sp>
      </p:grpSp>
      <p:sp>
        <p:nvSpPr>
          <p:cNvPr id="2" name="灯片编号占位符 1"/>
          <p:cNvSpPr>
            <a:spLocks noGrp="1"/>
          </p:cNvSpPr>
          <p:nvPr>
            <p:ph type="sldNum" sz="quarter" idx="12"/>
          </p:nvPr>
        </p:nvSpPr>
        <p:spPr/>
        <p:txBody>
          <a:bodyPr/>
          <a:lstStyle/>
          <a:p>
            <a:fld id="{0D4EF626-F2E7-47E8-A3E5-EAE9C4555C6D}" type="slidenum">
              <a:rPr lang="zh-CN" altLang="en-US" sz="1600" smtClean="0"/>
            </a:fld>
            <a:endParaRPr lang="zh-CN" altLang="en-US" sz="160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PP_MARK_KEY" val="5b6aa028-6086-4938-b81a-fdb646a888ef"/>
  <p:tag name="COMMONDATA" val="eyJoZGlkIjoiMDg5MzIwYmY2ZjM3ODNkNWQ4Y2EwODRlNTQ2Y2Y4Mz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20159</Words>
  <Application>WPS 文字</Application>
  <PresentationFormat>宽屏</PresentationFormat>
  <Paragraphs>2367</Paragraphs>
  <Slides>106</Slides>
  <Notes>23</Notes>
  <HiddenSlides>0</HiddenSlides>
  <MMClips>0</MMClips>
  <ScaleCrop>false</ScaleCrop>
  <HeadingPairs>
    <vt:vector size="8" baseType="variant">
      <vt:variant>
        <vt:lpstr>已用的字体</vt:lpstr>
      </vt:variant>
      <vt:variant>
        <vt:i4>37</vt:i4>
      </vt:variant>
      <vt:variant>
        <vt:lpstr>主题</vt:lpstr>
      </vt:variant>
      <vt:variant>
        <vt:i4>2</vt:i4>
      </vt:variant>
      <vt:variant>
        <vt:lpstr>嵌入 OLE 服务器</vt:lpstr>
      </vt:variant>
      <vt:variant>
        <vt:i4>3</vt:i4>
      </vt:variant>
      <vt:variant>
        <vt:lpstr>幻灯片标题</vt:lpstr>
      </vt:variant>
      <vt:variant>
        <vt:i4>106</vt:i4>
      </vt:variant>
    </vt:vector>
  </HeadingPairs>
  <TitlesOfParts>
    <vt:vector size="148" baseType="lpstr">
      <vt:lpstr>Arial</vt:lpstr>
      <vt:lpstr>宋体</vt:lpstr>
      <vt:lpstr>Wingdings</vt:lpstr>
      <vt:lpstr>微软雅黑</vt:lpstr>
      <vt:lpstr>汉仪旗黑</vt:lpstr>
      <vt:lpstr>Times New Roman</vt:lpstr>
      <vt:lpstr>Wingdings</vt:lpstr>
      <vt:lpstr>华文楷体</vt:lpstr>
      <vt:lpstr>Calibri</vt:lpstr>
      <vt:lpstr>Helvetica Neue</vt:lpstr>
      <vt:lpstr>宋体</vt:lpstr>
      <vt:lpstr>Arial Unicode MS</vt:lpstr>
      <vt:lpstr>等线 Light</vt:lpstr>
      <vt:lpstr>汉仪中等线KW</vt:lpstr>
      <vt:lpstr>Calibri Light</vt:lpstr>
      <vt:lpstr>等线</vt:lpstr>
      <vt:lpstr>楷体_GB2312</vt:lpstr>
      <vt:lpstr>Tahoma</vt:lpstr>
      <vt:lpstr>楷体</vt:lpstr>
      <vt:lpstr>Comic Sans MS</vt:lpstr>
      <vt:lpstr>Vani</vt:lpstr>
      <vt:lpstr>苹方-简</vt:lpstr>
      <vt:lpstr>Gulim</vt:lpstr>
      <vt:lpstr>隶书</vt:lpstr>
      <vt:lpstr>汉仪书宋二KW</vt:lpstr>
      <vt:lpstr>华文琥珀</vt:lpstr>
      <vt:lpstr>Arial Black</vt:lpstr>
      <vt:lpstr>汉仪楷体KW</vt:lpstr>
      <vt:lpstr>Apple SD Gothic Neo</vt:lpstr>
      <vt:lpstr>报隶-简</vt:lpstr>
      <vt:lpstr>宋体-简</vt:lpstr>
      <vt:lpstr>Gulim</vt:lpstr>
      <vt:lpstr>华文琥珀</vt:lpstr>
      <vt:lpstr>微软雅黑</vt:lpstr>
      <vt:lpstr>楷体</vt:lpstr>
      <vt:lpstr>隶书</vt:lpstr>
      <vt:lpstr>汉仪楷体简</vt:lpstr>
      <vt:lpstr>Office 主题​​</vt:lpstr>
      <vt:lpstr>Office 主题</vt:lpstr>
      <vt:lpstr>Visio.Drawing.11</vt:lpstr>
      <vt:lpstr>Visio.Drawing.11</vt:lpstr>
      <vt:lpstr>Visio.Drawing.11</vt:lpstr>
      <vt:lpstr>操作系统 Operating  System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Is Data Science Used?</dc:title>
  <dc:creator>liu chuan</dc:creator>
  <cp:lastModifiedBy>汤臣薇</cp:lastModifiedBy>
  <cp:revision>399</cp:revision>
  <dcterms:created xsi:type="dcterms:W3CDTF">2026-04-16T01:24:43Z</dcterms:created>
  <dcterms:modified xsi:type="dcterms:W3CDTF">2026-04-16T01:24:43Z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444272C265B4072F123AE0694C8C4C7D_43</vt:lpwstr>
  </property>
  <property fmtid="{D5CDD505-2E9C-101B-9397-08002B2CF9AE}" pid="3" name="KSOProductBuildVer">
    <vt:lpwstr>2052-12.1.23540.23540</vt:lpwstr>
  </property>
</Properties>
</file>