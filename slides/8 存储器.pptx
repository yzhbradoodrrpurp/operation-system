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gif" ContentType="image/gif"/>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diagrams/colors1.xml" ContentType="application/vnd.openxmlformats-officedocument.drawingml.diagramColors+xml"/>
  <Override PartName="/ppt/diagrams/colors2.xml" ContentType="application/vnd.openxmlformats-officedocument.drawingml.diagramColors+xml"/>
  <Override PartName="/ppt/diagrams/colors3.xml" ContentType="application/vnd.openxmlformats-officedocument.drawingml.diagramColors+xml"/>
  <Override PartName="/ppt/diagrams/colors4.xml" ContentType="application/vnd.openxmlformats-officedocument.drawingml.diagramColors+xml"/>
  <Override PartName="/ppt/diagrams/colors5.xml" ContentType="application/vnd.openxmlformats-officedocument.drawingml.diagramColors+xml"/>
  <Override PartName="/ppt/diagrams/colors6.xml" ContentType="application/vnd.openxmlformats-officedocument.drawingml.diagramColors+xml"/>
  <Override PartName="/ppt/diagrams/colors7.xml" ContentType="application/vnd.openxmlformats-officedocument.drawingml.diagramColors+xml"/>
  <Override PartName="/ppt/diagrams/data1.xml" ContentType="application/vnd.openxmlformats-officedocument.drawingml.diagramData+xml"/>
  <Override PartName="/ppt/diagrams/data2.xml" ContentType="application/vnd.openxmlformats-officedocument.drawingml.diagramData+xml"/>
  <Override PartName="/ppt/diagrams/data3.xml" ContentType="application/vnd.openxmlformats-officedocument.drawingml.diagramData+xml"/>
  <Override PartName="/ppt/diagrams/data4.xml" ContentType="application/vnd.openxmlformats-officedocument.drawingml.diagramData+xml"/>
  <Override PartName="/ppt/diagrams/data5.xml" ContentType="application/vnd.openxmlformats-officedocument.drawingml.diagramData+xml"/>
  <Override PartName="/ppt/diagrams/data6.xml" ContentType="application/vnd.openxmlformats-officedocument.drawingml.diagramData+xml"/>
  <Override PartName="/ppt/diagrams/data7.xml" ContentType="application/vnd.openxmlformats-officedocument.drawingml.diagramData+xml"/>
  <Override PartName="/ppt/diagrams/drawing1.xml" ContentType="application/vnd.ms-office.drawingml.diagramDrawing+xml"/>
  <Override PartName="/ppt/diagrams/drawing2.xml" ContentType="application/vnd.ms-office.drawingml.diagramDrawing+xml"/>
  <Override PartName="/ppt/diagrams/drawing3.xml" ContentType="application/vnd.ms-office.drawingml.diagramDrawing+xml"/>
  <Override PartName="/ppt/diagrams/drawing4.xml" ContentType="application/vnd.ms-office.drawingml.diagramDrawing+xml"/>
  <Override PartName="/ppt/diagrams/drawing5.xml" ContentType="application/vnd.ms-office.drawingml.diagramDrawing+xml"/>
  <Override PartName="/ppt/diagrams/drawing6.xml" ContentType="application/vnd.ms-office.drawingml.diagramDrawing+xml"/>
  <Override PartName="/ppt/diagrams/drawing7.xml" ContentType="application/vnd.ms-office.drawingml.diagramDrawing+xml"/>
  <Override PartName="/ppt/diagrams/layout1.xml" ContentType="application/vnd.openxmlformats-officedocument.drawingml.diagramLayout+xml"/>
  <Override PartName="/ppt/diagrams/layout2.xml" ContentType="application/vnd.openxmlformats-officedocument.drawingml.diagramLayout+xml"/>
  <Override PartName="/ppt/diagrams/layout3.xml" ContentType="application/vnd.openxmlformats-officedocument.drawingml.diagramLayout+xml"/>
  <Override PartName="/ppt/diagrams/layout4.xml" ContentType="application/vnd.openxmlformats-officedocument.drawingml.diagramLayout+xml"/>
  <Override PartName="/ppt/diagrams/layout5.xml" ContentType="application/vnd.openxmlformats-officedocument.drawingml.diagramLayout+xml"/>
  <Override PartName="/ppt/diagrams/layout6.xml" ContentType="application/vnd.openxmlformats-officedocument.drawingml.diagramLayout+xml"/>
  <Override PartName="/ppt/diagrams/layout7.xml" ContentType="application/vnd.openxmlformats-officedocument.drawingml.diagramLayout+xml"/>
  <Override PartName="/ppt/diagrams/quickStyle1.xml" ContentType="application/vnd.openxmlformats-officedocument.drawingml.diagramStyle+xml"/>
  <Override PartName="/ppt/diagrams/quickStyle2.xml" ContentType="application/vnd.openxmlformats-officedocument.drawingml.diagramStyle+xml"/>
  <Override PartName="/ppt/diagrams/quickStyle3.xml" ContentType="application/vnd.openxmlformats-officedocument.drawingml.diagramStyle+xml"/>
  <Override PartName="/ppt/diagrams/quickStyle4.xml" ContentType="application/vnd.openxmlformats-officedocument.drawingml.diagramStyle+xml"/>
  <Override PartName="/ppt/diagrams/quickStyle5.xml" ContentType="application/vnd.openxmlformats-officedocument.drawingml.diagramStyle+xml"/>
  <Override PartName="/ppt/diagrams/quickStyle6.xml" ContentType="application/vnd.openxmlformats-officedocument.drawingml.diagramStyle+xml"/>
  <Override PartName="/ppt/diagrams/quickStyle7.xml" ContentType="application/vnd.openxmlformats-officedocument.drawingml.diagramStyl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3"/>
  </p:sldMasterIdLst>
  <p:notesMasterIdLst>
    <p:notesMasterId r:id="rId5"/>
  </p:notesMasterIdLst>
  <p:sldIdLst>
    <p:sldId id="256" r:id="rId4"/>
    <p:sldId id="465" r:id="rId6"/>
    <p:sldId id="2175" r:id="rId7"/>
    <p:sldId id="2088" r:id="rId8"/>
    <p:sldId id="2089" r:id="rId9"/>
    <p:sldId id="2090" r:id="rId10"/>
    <p:sldId id="2091" r:id="rId11"/>
    <p:sldId id="2092" r:id="rId12"/>
    <p:sldId id="2093" r:id="rId13"/>
    <p:sldId id="2094" r:id="rId14"/>
    <p:sldId id="2095" r:id="rId15"/>
    <p:sldId id="2096" r:id="rId16"/>
    <p:sldId id="1654" r:id="rId17"/>
    <p:sldId id="1655" r:id="rId18"/>
    <p:sldId id="1656" r:id="rId19"/>
    <p:sldId id="1657" r:id="rId20"/>
    <p:sldId id="1661" r:id="rId21"/>
    <p:sldId id="1658" r:id="rId22"/>
    <p:sldId id="1660" r:id="rId23"/>
    <p:sldId id="1659" r:id="rId24"/>
    <p:sldId id="1662" r:id="rId25"/>
    <p:sldId id="1663" r:id="rId26"/>
    <p:sldId id="1664" r:id="rId27"/>
    <p:sldId id="1665" r:id="rId28"/>
    <p:sldId id="1666" r:id="rId29"/>
    <p:sldId id="1673" r:id="rId30"/>
    <p:sldId id="1667" r:id="rId31"/>
    <p:sldId id="1668" r:id="rId32"/>
    <p:sldId id="1670" r:id="rId33"/>
    <p:sldId id="2056" r:id="rId34"/>
    <p:sldId id="1669" r:id="rId35"/>
    <p:sldId id="1671" r:id="rId36"/>
    <p:sldId id="1679" r:id="rId37"/>
    <p:sldId id="1678" r:id="rId38"/>
    <p:sldId id="1680" r:id="rId39"/>
    <p:sldId id="1681" r:id="rId40"/>
    <p:sldId id="1682" r:id="rId41"/>
    <p:sldId id="628" r:id="rId42"/>
    <p:sldId id="1676" r:id="rId43"/>
    <p:sldId id="1677" r:id="rId44"/>
    <p:sldId id="1684" r:id="rId45"/>
    <p:sldId id="1685" r:id="rId46"/>
    <p:sldId id="1687" r:id="rId47"/>
    <p:sldId id="1688" r:id="rId48"/>
    <p:sldId id="1689" r:id="rId49"/>
    <p:sldId id="1690" r:id="rId50"/>
    <p:sldId id="1686" r:id="rId51"/>
    <p:sldId id="1693" r:id="rId52"/>
    <p:sldId id="1692" r:id="rId53"/>
    <p:sldId id="462" r:id="rId54"/>
    <p:sldId id="2062" r:id="rId55"/>
    <p:sldId id="2068" r:id="rId56"/>
    <p:sldId id="2057" r:id="rId57"/>
    <p:sldId id="2070" r:id="rId58"/>
    <p:sldId id="2060" r:id="rId59"/>
    <p:sldId id="2073" r:id="rId60"/>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4228" userDrawn="1">
          <p15:clr>
            <a:srgbClr val="A4A3A4"/>
          </p15:clr>
        </p15:guide>
        <p15:guide id="2" pos="384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杨 嘉铭" initials="杨" lastIdx="1" clrIdx="0"/>
  <p:cmAuthor id="2" name="chenwei Tang" initials="cT" lastIdx="1" clrIdx="1"/>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2F5597"/>
    <a:srgbClr val="C00000"/>
    <a:srgbClr val="000066"/>
    <a:srgbClr val="00322B"/>
    <a:srgbClr val="820000"/>
    <a:srgbClr val="FFCCCC"/>
    <a:srgbClr val="F1A7A7"/>
    <a:srgbClr val="BA7EB1"/>
    <a:srgbClr val="E94B5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2838BEF-8BB2-4498-84A7-C5851F593DF1}" styleName="中度样式 4 - 强调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31" autoAdjust="0"/>
    <p:restoredTop sz="96013" autoAdjust="0"/>
  </p:normalViewPr>
  <p:slideViewPr>
    <p:cSldViewPr snapToGrid="0">
      <p:cViewPr varScale="1">
        <p:scale>
          <a:sx n="106" d="100"/>
          <a:sy n="106" d="100"/>
        </p:scale>
        <p:origin x="738" y="102"/>
      </p:cViewPr>
      <p:guideLst>
        <p:guide orient="horz" pos="4228"/>
        <p:guide pos="3840"/>
      </p:guideLst>
    </p:cSldViewPr>
  </p:slideViewPr>
  <p:outlineViewPr>
    <p:cViewPr>
      <p:scale>
        <a:sx n="33" d="100"/>
        <a:sy n="33" d="100"/>
      </p:scale>
      <p:origin x="0" y="-205206"/>
    </p:cViewPr>
  </p:outlineViewPr>
  <p:notesTextViewPr>
    <p:cViewPr>
      <p:scale>
        <a:sx n="1" d="1"/>
        <a:sy n="1" d="1"/>
      </p:scale>
      <p:origin x="0" y="0"/>
    </p:cViewPr>
  </p:notesTextViewPr>
  <p:notesViewPr>
    <p:cSldViewPr snapToGrid="0">
      <p:cViewPr varScale="1">
        <p:scale>
          <a:sx n="89" d="100"/>
          <a:sy n="89" d="100"/>
        </p:scale>
        <p:origin x="4186" y="8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4" Type="http://schemas.openxmlformats.org/officeDocument/2006/relationships/commentAuthors" Target="commentAuthors.xml"/><Relationship Id="rId63" Type="http://schemas.openxmlformats.org/officeDocument/2006/relationships/tableStyles" Target="tableStyles.xml"/><Relationship Id="rId62" Type="http://schemas.openxmlformats.org/officeDocument/2006/relationships/viewProps" Target="viewProps.xml"/><Relationship Id="rId61" Type="http://schemas.openxmlformats.org/officeDocument/2006/relationships/presProps" Target="presProps.xml"/><Relationship Id="rId60" Type="http://schemas.openxmlformats.org/officeDocument/2006/relationships/slide" Target="slides/slide56.xml"/><Relationship Id="rId6" Type="http://schemas.openxmlformats.org/officeDocument/2006/relationships/slide" Target="slides/slide2.xml"/><Relationship Id="rId59" Type="http://schemas.openxmlformats.org/officeDocument/2006/relationships/slide" Target="slides/slide55.xml"/><Relationship Id="rId58" Type="http://schemas.openxmlformats.org/officeDocument/2006/relationships/slide" Target="slides/slide54.xml"/><Relationship Id="rId57" Type="http://schemas.openxmlformats.org/officeDocument/2006/relationships/slide" Target="slides/slide53.xml"/><Relationship Id="rId56" Type="http://schemas.openxmlformats.org/officeDocument/2006/relationships/slide" Target="slides/slide52.xml"/><Relationship Id="rId55" Type="http://schemas.openxmlformats.org/officeDocument/2006/relationships/slide" Target="slides/slide51.xml"/><Relationship Id="rId54" Type="http://schemas.openxmlformats.org/officeDocument/2006/relationships/slide" Target="slides/slide50.xml"/><Relationship Id="rId53" Type="http://schemas.openxmlformats.org/officeDocument/2006/relationships/slide" Target="slides/slide49.xml"/><Relationship Id="rId52" Type="http://schemas.openxmlformats.org/officeDocument/2006/relationships/slide" Target="slides/slide48.xml"/><Relationship Id="rId51" Type="http://schemas.openxmlformats.org/officeDocument/2006/relationships/slide" Target="slides/slide47.xml"/><Relationship Id="rId50" Type="http://schemas.openxmlformats.org/officeDocument/2006/relationships/slide" Target="slides/slide46.xml"/><Relationship Id="rId5" Type="http://schemas.openxmlformats.org/officeDocument/2006/relationships/notesMaster" Target="notesMasters/notesMaster1.xml"/><Relationship Id="rId49" Type="http://schemas.openxmlformats.org/officeDocument/2006/relationships/slide" Target="slides/slide45.xml"/><Relationship Id="rId48" Type="http://schemas.openxmlformats.org/officeDocument/2006/relationships/slide" Target="slides/slide44.xml"/><Relationship Id="rId47" Type="http://schemas.openxmlformats.org/officeDocument/2006/relationships/slide" Target="slides/slide43.xml"/><Relationship Id="rId46" Type="http://schemas.openxmlformats.org/officeDocument/2006/relationships/slide" Target="slides/slide42.xml"/><Relationship Id="rId45" Type="http://schemas.openxmlformats.org/officeDocument/2006/relationships/slide" Target="slides/slide41.xml"/><Relationship Id="rId44" Type="http://schemas.openxmlformats.org/officeDocument/2006/relationships/slide" Target="slides/slide40.xml"/><Relationship Id="rId43" Type="http://schemas.openxmlformats.org/officeDocument/2006/relationships/slide" Target="slides/slide39.xml"/><Relationship Id="rId42" Type="http://schemas.openxmlformats.org/officeDocument/2006/relationships/slide" Target="slides/slide38.xml"/><Relationship Id="rId41" Type="http://schemas.openxmlformats.org/officeDocument/2006/relationships/slide" Target="slides/slide37.xml"/><Relationship Id="rId40" Type="http://schemas.openxmlformats.org/officeDocument/2006/relationships/slide" Target="slides/slide36.xml"/><Relationship Id="rId4" Type="http://schemas.openxmlformats.org/officeDocument/2006/relationships/slide" Target="slides/slide1.xml"/><Relationship Id="rId39" Type="http://schemas.openxmlformats.org/officeDocument/2006/relationships/slide" Target="slides/slide35.xml"/><Relationship Id="rId38" Type="http://schemas.openxmlformats.org/officeDocument/2006/relationships/slide" Target="slides/slide34.xml"/><Relationship Id="rId37" Type="http://schemas.openxmlformats.org/officeDocument/2006/relationships/slide" Target="slides/slide33.xml"/><Relationship Id="rId36" Type="http://schemas.openxmlformats.org/officeDocument/2006/relationships/slide" Target="slides/slide32.xml"/><Relationship Id="rId35" Type="http://schemas.openxmlformats.org/officeDocument/2006/relationships/slide" Target="slides/slide31.xml"/><Relationship Id="rId34" Type="http://schemas.openxmlformats.org/officeDocument/2006/relationships/slide" Target="slides/slide30.xml"/><Relationship Id="rId33" Type="http://schemas.openxmlformats.org/officeDocument/2006/relationships/slide" Target="slides/slide29.xml"/><Relationship Id="rId32" Type="http://schemas.openxmlformats.org/officeDocument/2006/relationships/slide" Target="slides/slide28.xml"/><Relationship Id="rId31" Type="http://schemas.openxmlformats.org/officeDocument/2006/relationships/slide" Target="slides/slide27.xml"/><Relationship Id="rId30" Type="http://schemas.openxmlformats.org/officeDocument/2006/relationships/slide" Target="slides/slide26.xml"/><Relationship Id="rId3" Type="http://schemas.openxmlformats.org/officeDocument/2006/relationships/slideMaster" Target="slideMasters/slideMaster2.xml"/><Relationship Id="rId29" Type="http://schemas.openxmlformats.org/officeDocument/2006/relationships/slide" Target="slides/slide25.xml"/><Relationship Id="rId28" Type="http://schemas.openxmlformats.org/officeDocument/2006/relationships/slide" Target="slides/slide24.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1#1">
  <dgm:title val=""/>
  <dgm:desc val=""/>
  <dgm:catLst>
    <dgm:cat type="colorful" pri="10100"/>
  </dgm:catLst>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2">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colorful1#2">
  <dgm:title val=""/>
  <dgm:desc val=""/>
  <dgm:catLst>
    <dgm:cat type="colorful" pri="10100"/>
  </dgm:catLst>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3">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FD478015-E4AE-4E80-AF24-A2D21EDBC337}" type="doc">
      <dgm:prSet loTypeId="urn:microsoft.com/office/officeart/2005/8/layout/vList2#3" loCatId="list" qsTypeId="urn:microsoft.com/office/officeart/2005/8/quickstyle/simple1#9" qsCatId="simple" csTypeId="urn:microsoft.com/office/officeart/2005/8/colors/colorful1" csCatId="colorful" phldr="1"/>
      <dgm:spPr/>
      <dgm:t>
        <a:bodyPr/>
        <a:lstStyle/>
        <a:p>
          <a:endParaRPr lang="zh-CN" altLang="en-US"/>
        </a:p>
      </dgm:t>
    </dgm:pt>
    <dgm:pt modelId="{35EEBC4D-253C-40B6-A38D-5C4AE37EE567}">
      <dgm:prSet phldrT="[文本]" phldr="0" custT="1"/>
      <dgm:spPr>
        <a:solidFill>
          <a:schemeClr val="bg1"/>
        </a:solidFill>
        <a:ln>
          <a:solidFill>
            <a:schemeClr val="accent1"/>
          </a:solidFill>
        </a:ln>
      </dgm:spPr>
      <dgm:t>
        <a:bodyPr vert="horz" wrap="square" lIns="558556" tIns="83820" rIns="83820" bIns="83820" numCol="1" spcCol="1270" anchor="ctr" anchorCtr="0" forceAA="0"/>
        <a:p>
          <a:pPr algn="l" defTabSz="1466850">
            <a:lnSpc>
              <a:spcPct val="90000"/>
            </a:lnSpc>
            <a:spcBef>
              <a:spcPct val="0"/>
            </a:spcBef>
            <a:spcAft>
              <a:spcPct val="35000"/>
            </a:spcAft>
          </a:pPr>
          <a:r>
            <a:rPr lang="zh-CN" altLang="en-US" sz="3200" b="1" kern="1200" dirty="0">
              <a:solidFill>
                <a:srgbClr val="2F5597"/>
              </a:solidFill>
              <a:latin typeface="微软雅黑" panose="020B0503020204020204" pitchFamily="34" charset="-122"/>
              <a:ea typeface="微软雅黑" panose="020B0503020204020204" pitchFamily="34" charset="-122"/>
              <a:cs typeface="+mn-cs"/>
            </a:rPr>
            <a:t>存储器的层次结构</a:t>
          </a:r>
          <a:r>
            <a:rPr lang="zh-CN" altLang="en-US" sz="3200" b="1" kern="1200" dirty="0">
              <a:solidFill>
                <a:srgbClr val="2F5597"/>
              </a:solidFill>
              <a:latin typeface="微软雅黑" panose="020B0503020204020204" pitchFamily="34" charset="-122"/>
              <a:ea typeface="微软雅黑" panose="020B0503020204020204" pitchFamily="34" charset="-122"/>
              <a:cs typeface="+mn-cs"/>
            </a:rPr>
            <a:t/>
          </a:r>
          <a:endParaRPr lang="zh-CN" altLang="en-US" sz="3200" b="1" kern="1200" dirty="0">
            <a:solidFill>
              <a:srgbClr val="2F5597"/>
            </a:solidFill>
            <a:latin typeface="微软雅黑" panose="020B0503020204020204" pitchFamily="34" charset="-122"/>
            <a:ea typeface="微软雅黑" panose="020B0503020204020204" pitchFamily="34" charset="-122"/>
            <a:cs typeface="+mn-cs"/>
          </a:endParaRPr>
        </a:p>
      </dgm:t>
    </dgm:pt>
    <dgm:pt modelId="{0DB1FB0F-E3E4-4EE8-BE91-04D430FB4DFF}" cxnId="{DF091002-1A07-448B-BD8F-F931F3A994ED}" type="parTrans">
      <dgm:prSet/>
      <dgm:spPr/>
      <dgm:t>
        <a:bodyPr/>
        <a:lstStyle/>
        <a:p>
          <a:endParaRPr lang="zh-CN" altLang="en-US"/>
        </a:p>
      </dgm:t>
    </dgm:pt>
    <dgm:pt modelId="{B0B98F56-42B7-4EC3-89A0-35E375E90921}" cxnId="{DF091002-1A07-448B-BD8F-F931F3A994ED}" type="sibTrans">
      <dgm:prSet/>
      <dgm:spPr/>
      <dgm:t>
        <a:bodyPr/>
        <a:lstStyle/>
        <a:p>
          <a:endParaRPr lang="zh-CN" altLang="en-US"/>
        </a:p>
      </dgm:t>
    </dgm:pt>
    <dgm:pt modelId="{1AD147BB-ECCD-4AD6-B446-86EACD600D49}">
      <dgm:prSet phldr="0" custT="1"/>
      <dgm:spPr>
        <a:solidFill>
          <a:schemeClr val="bg1"/>
        </a:solidFill>
        <a:ln>
          <a:solidFill>
            <a:schemeClr val="accent1"/>
          </a:solidFill>
        </a:ln>
      </dgm:spPr>
      <dgm:t>
        <a:bodyPr vert="horz" wrap="square"/>
        <a:p>
          <a:pPr algn="l" defTabSz="1466850">
            <a:lnSpc>
              <a:spcPct val="90000"/>
            </a:lnSpc>
            <a:spcBef>
              <a:spcPct val="0"/>
            </a:spcBef>
            <a:spcAft>
              <a:spcPct val="35000"/>
            </a:spcAft>
          </a:pPr>
          <a:r>
            <a:rPr lang="zh-CN" altLang="en-US" sz="3200" b="1" kern="1200" dirty="0">
              <a:solidFill>
                <a:srgbClr val="2F5597"/>
              </a:solidFill>
              <a:latin typeface="微软雅黑" panose="020B0503020204020204" pitchFamily="34" charset="-122"/>
              <a:ea typeface="微软雅黑" panose="020B0503020204020204" pitchFamily="34" charset="-122"/>
              <a:cs typeface="+mn-cs"/>
            </a:rPr>
            <a:t>    程序的装入和链接</a:t>
          </a:r>
          <a:r>
            <a:rPr lang="zh-CN" altLang="en-US" sz="3200" b="1" kern="1200" dirty="0">
              <a:solidFill>
                <a:srgbClr val="2F5597"/>
              </a:solidFill>
              <a:latin typeface="微软雅黑" panose="020B0503020204020204" pitchFamily="34" charset="-122"/>
              <a:ea typeface="微软雅黑" panose="020B0503020204020204" pitchFamily="34" charset="-122"/>
              <a:cs typeface="+mn-cs"/>
            </a:rPr>
            <a:t/>
          </a:r>
          <a:endParaRPr lang="zh-CN" altLang="en-US" sz="3200" b="1" kern="1200" dirty="0">
            <a:solidFill>
              <a:srgbClr val="2F5597"/>
            </a:solidFill>
            <a:latin typeface="微软雅黑" panose="020B0503020204020204" pitchFamily="34" charset="-122"/>
            <a:ea typeface="微软雅黑" panose="020B0503020204020204" pitchFamily="34" charset="-122"/>
            <a:cs typeface="+mn-cs"/>
          </a:endParaRPr>
        </a:p>
      </dgm:t>
    </dgm:pt>
    <dgm:pt modelId="{24B51315-1B0B-4F79-AF5C-142DDE53554B}" cxnId="{763ABB4B-00D7-461D-B837-4C554DC562E9}" type="parTrans">
      <dgm:prSet/>
      <dgm:spPr/>
      <dgm:t>
        <a:bodyPr/>
        <a:lstStyle/>
        <a:p>
          <a:endParaRPr lang="zh-CN" altLang="en-US"/>
        </a:p>
      </dgm:t>
    </dgm:pt>
    <dgm:pt modelId="{5B4E2F5C-B8A9-4CD3-A569-5BD69BDDBC7C}" cxnId="{763ABB4B-00D7-461D-B837-4C554DC562E9}" type="sibTrans">
      <dgm:prSet/>
      <dgm:spPr/>
      <dgm:t>
        <a:bodyPr/>
        <a:lstStyle/>
        <a:p>
          <a:endParaRPr lang="zh-CN" altLang="en-US"/>
        </a:p>
      </dgm:t>
    </dgm:pt>
    <dgm:pt modelId="{FB4DF201-843C-4B73-8F0D-51E31B0DA051}">
      <dgm:prSet phldr="0" custT="1"/>
      <dgm:spPr>
        <a:solidFill>
          <a:schemeClr val="bg1"/>
        </a:solidFill>
        <a:ln>
          <a:solidFill>
            <a:schemeClr val="accent1"/>
          </a:solidFill>
        </a:ln>
      </dgm:spPr>
      <dgm:t>
        <a:bodyPr vert="horz" wrap="square"/>
        <a:p>
          <a:pPr algn="l" defTabSz="1466850">
            <a:lnSpc>
              <a:spcPct val="90000"/>
            </a:lnSpc>
            <a:spcBef>
              <a:spcPct val="0"/>
            </a:spcBef>
            <a:spcAft>
              <a:spcPct val="35000"/>
            </a:spcAft>
          </a:pPr>
          <a:r>
            <a:rPr lang="zh-CN" altLang="en-US" sz="3200" b="1" kern="1200" dirty="0">
              <a:solidFill>
                <a:srgbClr val="2F5597"/>
              </a:solidFill>
              <a:latin typeface="微软雅黑" panose="020B0503020204020204" pitchFamily="34" charset="-122"/>
              <a:ea typeface="微软雅黑" panose="020B0503020204020204" pitchFamily="34" charset="-122"/>
              <a:cs typeface="+mn-cs"/>
            </a:rPr>
            <a:t>    连续分配存储管理方式</a:t>
          </a:r>
          <a:r>
            <a:rPr lang="zh-CN" altLang="en-US" sz="3200" b="1" kern="1200" dirty="0">
              <a:solidFill>
                <a:srgbClr val="2F5597"/>
              </a:solidFill>
              <a:latin typeface="微软雅黑" panose="020B0503020204020204" pitchFamily="34" charset="-122"/>
              <a:ea typeface="微软雅黑" panose="020B0503020204020204" pitchFamily="34" charset="-122"/>
              <a:cs typeface="+mn-cs"/>
            </a:rPr>
            <a:t/>
          </a:r>
          <a:endParaRPr lang="zh-CN" altLang="en-US" sz="3200" b="1" kern="1200" dirty="0">
            <a:solidFill>
              <a:srgbClr val="2F5597"/>
            </a:solidFill>
            <a:latin typeface="微软雅黑" panose="020B0503020204020204" pitchFamily="34" charset="-122"/>
            <a:ea typeface="微软雅黑" panose="020B0503020204020204" pitchFamily="34" charset="-122"/>
            <a:cs typeface="+mn-cs"/>
          </a:endParaRPr>
        </a:p>
      </dgm:t>
    </dgm:pt>
    <dgm:pt modelId="{A92B47A3-4B1B-4DBF-9C8F-53BB89C57576}" cxnId="{8C23A21C-0F7F-406B-8060-BDD929BC7D6D}" type="parTrans">
      <dgm:prSet/>
      <dgm:spPr/>
      <dgm:t>
        <a:bodyPr/>
        <a:lstStyle/>
        <a:p>
          <a:endParaRPr lang="zh-CN" altLang="en-US"/>
        </a:p>
      </dgm:t>
    </dgm:pt>
    <dgm:pt modelId="{2F98E893-B11C-4A3D-8B25-F80E13394A80}" cxnId="{8C23A21C-0F7F-406B-8060-BDD929BC7D6D}" type="sibTrans">
      <dgm:prSet/>
      <dgm:spPr/>
      <dgm:t>
        <a:bodyPr/>
        <a:lstStyle/>
        <a:p>
          <a:endParaRPr lang="zh-CN" altLang="en-US"/>
        </a:p>
      </dgm:t>
    </dgm:pt>
    <dgm:pt modelId="{431842DA-C10C-4F00-A8FF-38F36FAA3318}">
      <dgm:prSet custT="1"/>
      <dgm:spPr>
        <a:solidFill>
          <a:schemeClr val="accent1">
            <a:lumMod val="75000"/>
          </a:schemeClr>
        </a:solidFill>
      </dgm:spPr>
      <dgm:t>
        <a:bodyPr/>
        <a:lstStyle/>
        <a:p>
          <a:pPr marL="0" lvl="0" indent="0" algn="l" defTabSz="1466850">
            <a:lnSpc>
              <a:spcPct val="90000"/>
            </a:lnSpc>
            <a:spcBef>
              <a:spcPct val="0"/>
            </a:spcBef>
            <a:spcAft>
              <a:spcPct val="35000"/>
            </a:spcAft>
            <a:buNone/>
          </a:pPr>
          <a:r>
            <a:rPr lang="zh-CN" altLang="en-US" sz="3200" b="1" kern="1200" dirty="0">
              <a:latin typeface="微软雅黑" panose="020B0503020204020204" pitchFamily="34" charset="-122"/>
              <a:ea typeface="微软雅黑" panose="020B0503020204020204" pitchFamily="34" charset="-122"/>
              <a:cs typeface="+mn-cs"/>
            </a:rPr>
            <a:t>    对换（</a:t>
          </a:r>
          <a:r>
            <a:rPr lang="en-US" altLang="zh-CN" sz="3200" b="1" kern="1200" dirty="0">
              <a:latin typeface="微软雅黑" panose="020B0503020204020204" pitchFamily="34" charset="-122"/>
              <a:ea typeface="微软雅黑" panose="020B0503020204020204" pitchFamily="34" charset="-122"/>
              <a:cs typeface="+mn-cs"/>
            </a:rPr>
            <a:t>Swapping</a:t>
          </a:r>
          <a:r>
            <a:rPr lang="zh-CN" altLang="en-US" sz="3200" b="1" kern="1200" dirty="0">
              <a:latin typeface="微软雅黑" panose="020B0503020204020204" pitchFamily="34" charset="-122"/>
              <a:ea typeface="微软雅黑" panose="020B0503020204020204" pitchFamily="34" charset="-122"/>
              <a:cs typeface="+mn-cs"/>
            </a:rPr>
            <a:t>）</a:t>
          </a:r>
        </a:p>
      </dgm:t>
    </dgm:pt>
    <dgm:pt modelId="{BE0C0096-21E5-4052-9490-5A12F6133583}" cxnId="{0235674B-27B9-4A4B-A793-8BF4BD0FC2CC}" type="parTrans">
      <dgm:prSet/>
      <dgm:spPr/>
      <dgm:t>
        <a:bodyPr/>
        <a:lstStyle/>
        <a:p>
          <a:endParaRPr lang="zh-CN" altLang="en-US"/>
        </a:p>
      </dgm:t>
    </dgm:pt>
    <dgm:pt modelId="{E216F8AC-76D1-45A8-B317-CA0BB7ACCF2F}" cxnId="{0235674B-27B9-4A4B-A793-8BF4BD0FC2CC}" type="sibTrans">
      <dgm:prSet/>
      <dgm:spPr/>
      <dgm:t>
        <a:bodyPr/>
        <a:lstStyle/>
        <a:p>
          <a:endParaRPr lang="zh-CN" altLang="en-US"/>
        </a:p>
      </dgm:t>
    </dgm:pt>
    <dgm:pt modelId="{C73CA419-B308-4FEC-BB9F-9EA192EABD32}">
      <dgm:prSet custT="1"/>
      <dgm:spPr>
        <a:solidFill>
          <a:schemeClr val="accent1">
            <a:lumMod val="75000"/>
          </a:schemeClr>
        </a:solidFill>
      </dgm:spPr>
      <dgm:t>
        <a:bodyPr/>
        <a:lstStyle/>
        <a:p>
          <a:pPr marL="0" lvl="0" indent="0" algn="l" defTabSz="1466850">
            <a:lnSpc>
              <a:spcPct val="90000"/>
            </a:lnSpc>
            <a:spcBef>
              <a:spcPct val="0"/>
            </a:spcBef>
            <a:spcAft>
              <a:spcPct val="35000"/>
            </a:spcAft>
            <a:buNone/>
          </a:pPr>
          <a:r>
            <a:rPr lang="zh-CN" altLang="en-US" sz="3200" b="1" kern="1200" dirty="0">
              <a:latin typeface="微软雅黑" panose="020B0503020204020204" pitchFamily="34" charset="-122"/>
              <a:ea typeface="微软雅黑" panose="020B0503020204020204" pitchFamily="34" charset="-122"/>
              <a:cs typeface="+mn-cs"/>
            </a:rPr>
            <a:t>    分页存储管理方式</a:t>
          </a:r>
        </a:p>
      </dgm:t>
    </dgm:pt>
    <dgm:pt modelId="{65E10C13-A8E5-4B34-A00E-314FD6825CE3}" cxnId="{AE8D4C49-88F1-4059-984B-423B89C040AF}" type="parTrans">
      <dgm:prSet/>
      <dgm:spPr/>
      <dgm:t>
        <a:bodyPr/>
        <a:lstStyle/>
        <a:p>
          <a:endParaRPr lang="zh-CN" altLang="en-US"/>
        </a:p>
      </dgm:t>
    </dgm:pt>
    <dgm:pt modelId="{2A989A88-5D37-47D6-AA7A-31CB121F721E}" cxnId="{AE8D4C49-88F1-4059-984B-423B89C040AF}" type="sibTrans">
      <dgm:prSet/>
      <dgm:spPr/>
      <dgm:t>
        <a:bodyPr/>
        <a:lstStyle/>
        <a:p>
          <a:endParaRPr lang="zh-CN" altLang="en-US"/>
        </a:p>
      </dgm:t>
    </dgm:pt>
    <dgm:pt modelId="{D33436B3-0B13-4F32-9190-BCCD9B53E797}">
      <dgm:prSet custT="1"/>
      <dgm:spPr>
        <a:solidFill>
          <a:schemeClr val="accent1">
            <a:lumMod val="75000"/>
          </a:schemeClr>
        </a:solidFill>
      </dgm:spPr>
      <dgm:t>
        <a:bodyPr/>
        <a:lstStyle/>
        <a:p>
          <a:pPr marL="0" lvl="0" indent="0" algn="l" defTabSz="1466850">
            <a:lnSpc>
              <a:spcPct val="90000"/>
            </a:lnSpc>
            <a:spcBef>
              <a:spcPct val="0"/>
            </a:spcBef>
            <a:spcAft>
              <a:spcPct val="35000"/>
            </a:spcAft>
            <a:buNone/>
          </a:pPr>
          <a:r>
            <a:rPr lang="zh-CN" altLang="en-US" sz="3200" b="1" kern="1200" dirty="0">
              <a:latin typeface="微软雅黑" panose="020B0503020204020204" pitchFamily="34" charset="-122"/>
              <a:ea typeface="微软雅黑" panose="020B0503020204020204" pitchFamily="34" charset="-122"/>
              <a:cs typeface="+mn-cs"/>
            </a:rPr>
            <a:t>    分段存储管理方式</a:t>
          </a:r>
        </a:p>
      </dgm:t>
    </dgm:pt>
    <dgm:pt modelId="{AC01A53B-906E-4AA6-8ADB-FD0A506CF275}" cxnId="{56CC90A0-0B3D-4997-ADC0-314D6F46F899}" type="parTrans">
      <dgm:prSet/>
      <dgm:spPr/>
      <dgm:t>
        <a:bodyPr/>
        <a:lstStyle/>
        <a:p>
          <a:endParaRPr lang="zh-CN" altLang="en-US"/>
        </a:p>
      </dgm:t>
    </dgm:pt>
    <dgm:pt modelId="{F66FA5A6-3FD2-4AA2-B7BC-F2DBFF7EAEEC}" cxnId="{56CC90A0-0B3D-4997-ADC0-314D6F46F899}" type="sibTrans">
      <dgm:prSet/>
      <dgm:spPr/>
      <dgm:t>
        <a:bodyPr/>
        <a:lstStyle/>
        <a:p>
          <a:endParaRPr lang="zh-CN" altLang="en-US"/>
        </a:p>
      </dgm:t>
    </dgm:pt>
    <dgm:pt modelId="{CAF4CC0F-3782-4F8A-B74F-8D8B3539C608}" type="pres">
      <dgm:prSet presAssocID="{FD478015-E4AE-4E80-AF24-A2D21EDBC337}" presName="linear" presStyleCnt="0">
        <dgm:presLayoutVars>
          <dgm:animLvl val="lvl"/>
          <dgm:resizeHandles val="exact"/>
        </dgm:presLayoutVars>
      </dgm:prSet>
      <dgm:spPr/>
    </dgm:pt>
    <dgm:pt modelId="{D2030072-27AD-406A-84AE-0966EE003465}" type="pres">
      <dgm:prSet presAssocID="{35EEBC4D-253C-40B6-A38D-5C4AE37EE567}" presName="parentText" presStyleLbl="node1" presStyleIdx="0" presStyleCnt="6" custLinFactNeighborX="302">
        <dgm:presLayoutVars>
          <dgm:chMax val="0"/>
          <dgm:bulletEnabled val="1"/>
        </dgm:presLayoutVars>
      </dgm:prSet>
      <dgm:spPr>
        <a:prstGeom prst="roundRect">
          <a:avLst/>
        </a:prstGeom>
      </dgm:spPr>
    </dgm:pt>
    <dgm:pt modelId="{33C3C1E0-101A-4178-BBFF-A4AEF9F3C3AF}" type="pres">
      <dgm:prSet presAssocID="{B0B98F56-42B7-4EC3-89A0-35E375E90921}" presName="spacer" presStyleCnt="0"/>
      <dgm:spPr/>
    </dgm:pt>
    <dgm:pt modelId="{9D955F22-870E-4516-9F36-BFA399447422}" type="pres">
      <dgm:prSet presAssocID="{1AD147BB-ECCD-4AD6-B446-86EACD600D49}" presName="parentText" presStyleLbl="node1" presStyleIdx="1" presStyleCnt="6">
        <dgm:presLayoutVars>
          <dgm:chMax val="0"/>
          <dgm:bulletEnabled val="1"/>
        </dgm:presLayoutVars>
      </dgm:prSet>
      <dgm:spPr/>
    </dgm:pt>
    <dgm:pt modelId="{2FE02930-3677-461D-B85E-26435DB47E7B}" type="pres">
      <dgm:prSet presAssocID="{5B4E2F5C-B8A9-4CD3-A569-5BD69BDDBC7C}" presName="spacer" presStyleCnt="0"/>
      <dgm:spPr/>
    </dgm:pt>
    <dgm:pt modelId="{6F219609-DD04-44CD-8464-34C16D707E20}" type="pres">
      <dgm:prSet presAssocID="{FB4DF201-843C-4B73-8F0D-51E31B0DA051}" presName="parentText" presStyleLbl="node1" presStyleIdx="2" presStyleCnt="6">
        <dgm:presLayoutVars>
          <dgm:chMax val="0"/>
          <dgm:bulletEnabled val="1"/>
        </dgm:presLayoutVars>
      </dgm:prSet>
      <dgm:spPr/>
    </dgm:pt>
    <dgm:pt modelId="{9272CB60-3011-4C5D-858C-13AA8841EE96}" type="pres">
      <dgm:prSet presAssocID="{2F98E893-B11C-4A3D-8B25-F80E13394A80}" presName="spacer" presStyleCnt="0"/>
      <dgm:spPr/>
    </dgm:pt>
    <dgm:pt modelId="{E55D7849-AFAE-4859-9368-B9591CC879BF}" type="pres">
      <dgm:prSet presAssocID="{431842DA-C10C-4F00-A8FF-38F36FAA3318}" presName="parentText" presStyleLbl="node1" presStyleIdx="3" presStyleCnt="6">
        <dgm:presLayoutVars>
          <dgm:chMax val="0"/>
          <dgm:bulletEnabled val="1"/>
        </dgm:presLayoutVars>
      </dgm:prSet>
      <dgm:spPr/>
    </dgm:pt>
    <dgm:pt modelId="{5328934A-E02D-471D-B63A-84F222434C14}" type="pres">
      <dgm:prSet presAssocID="{E216F8AC-76D1-45A8-B317-CA0BB7ACCF2F}" presName="spacer" presStyleCnt="0"/>
      <dgm:spPr/>
    </dgm:pt>
    <dgm:pt modelId="{232815BA-619A-4614-9627-2F42AED66E49}" type="pres">
      <dgm:prSet presAssocID="{C73CA419-B308-4FEC-BB9F-9EA192EABD32}" presName="parentText" presStyleLbl="node1" presStyleIdx="4" presStyleCnt="6">
        <dgm:presLayoutVars>
          <dgm:chMax val="0"/>
          <dgm:bulletEnabled val="1"/>
        </dgm:presLayoutVars>
      </dgm:prSet>
      <dgm:spPr/>
    </dgm:pt>
    <dgm:pt modelId="{83DB15C9-6AFA-448B-B9A6-828601D1C86B}" type="pres">
      <dgm:prSet presAssocID="{2A989A88-5D37-47D6-AA7A-31CB121F721E}" presName="spacer" presStyleCnt="0"/>
      <dgm:spPr/>
    </dgm:pt>
    <dgm:pt modelId="{E0DD0EBA-5357-496A-800C-A32E8C411ACA}" type="pres">
      <dgm:prSet presAssocID="{D33436B3-0B13-4F32-9190-BCCD9B53E797}" presName="parentText" presStyleLbl="node1" presStyleIdx="5" presStyleCnt="6">
        <dgm:presLayoutVars>
          <dgm:chMax val="0"/>
          <dgm:bulletEnabled val="1"/>
        </dgm:presLayoutVars>
      </dgm:prSet>
      <dgm:spPr/>
    </dgm:pt>
  </dgm:ptLst>
  <dgm:cxnLst>
    <dgm:cxn modelId="{DF091002-1A07-448B-BD8F-F931F3A994ED}" srcId="{FD478015-E4AE-4E80-AF24-A2D21EDBC337}" destId="{35EEBC4D-253C-40B6-A38D-5C4AE37EE567}" srcOrd="0" destOrd="0" parTransId="{0DB1FB0F-E3E4-4EE8-BE91-04D430FB4DFF}" sibTransId="{B0B98F56-42B7-4EC3-89A0-35E375E90921}"/>
    <dgm:cxn modelId="{763ABB4B-00D7-461D-B837-4C554DC562E9}" srcId="{FD478015-E4AE-4E80-AF24-A2D21EDBC337}" destId="{1AD147BB-ECCD-4AD6-B446-86EACD600D49}" srcOrd="1" destOrd="0" parTransId="{24B51315-1B0B-4F79-AF5C-142DDE53554B}" sibTransId="{5B4E2F5C-B8A9-4CD3-A569-5BD69BDDBC7C}"/>
    <dgm:cxn modelId="{8C23A21C-0F7F-406B-8060-BDD929BC7D6D}" srcId="{FD478015-E4AE-4E80-AF24-A2D21EDBC337}" destId="{FB4DF201-843C-4B73-8F0D-51E31B0DA051}" srcOrd="2" destOrd="0" parTransId="{A92B47A3-4B1B-4DBF-9C8F-53BB89C57576}" sibTransId="{2F98E893-B11C-4A3D-8B25-F80E13394A80}"/>
    <dgm:cxn modelId="{0235674B-27B9-4A4B-A793-8BF4BD0FC2CC}" srcId="{FD478015-E4AE-4E80-AF24-A2D21EDBC337}" destId="{431842DA-C10C-4F00-A8FF-38F36FAA3318}" srcOrd="3" destOrd="0" parTransId="{BE0C0096-21E5-4052-9490-5A12F6133583}" sibTransId="{E216F8AC-76D1-45A8-B317-CA0BB7ACCF2F}"/>
    <dgm:cxn modelId="{AE8D4C49-88F1-4059-984B-423B89C040AF}" srcId="{FD478015-E4AE-4E80-AF24-A2D21EDBC337}" destId="{C73CA419-B308-4FEC-BB9F-9EA192EABD32}" srcOrd="4" destOrd="0" parTransId="{65E10C13-A8E5-4B34-A00E-314FD6825CE3}" sibTransId="{2A989A88-5D37-47D6-AA7A-31CB121F721E}"/>
    <dgm:cxn modelId="{56CC90A0-0B3D-4997-ADC0-314D6F46F899}" srcId="{FD478015-E4AE-4E80-AF24-A2D21EDBC337}" destId="{D33436B3-0B13-4F32-9190-BCCD9B53E797}" srcOrd="5" destOrd="0" parTransId="{AC01A53B-906E-4AA6-8ADB-FD0A506CF275}" sibTransId="{F66FA5A6-3FD2-4AA2-B7BC-F2DBFF7EAEEC}"/>
    <dgm:cxn modelId="{69D71E1D-88CA-4FF8-92A5-671E7F572B28}" type="presOf" srcId="{FD478015-E4AE-4E80-AF24-A2D21EDBC337}" destId="{CAF4CC0F-3782-4F8A-B74F-8D8B3539C608}" srcOrd="0" destOrd="0" presId="urn:microsoft.com/office/officeart/2005/8/layout/vList2#3"/>
    <dgm:cxn modelId="{71423226-6736-4E5B-AE20-C96C390189FD}" type="presParOf" srcId="{CAF4CC0F-3782-4F8A-B74F-8D8B3539C608}" destId="{D2030072-27AD-406A-84AE-0966EE003465}" srcOrd="0" destOrd="0" presId="urn:microsoft.com/office/officeart/2005/8/layout/vList2#3"/>
    <dgm:cxn modelId="{6D0F6A2D-298B-4578-8722-B73714B9E35B}" type="presOf" srcId="{35EEBC4D-253C-40B6-A38D-5C4AE37EE567}" destId="{D2030072-27AD-406A-84AE-0966EE003465}" srcOrd="0" destOrd="0" presId="urn:microsoft.com/office/officeart/2005/8/layout/vList2#3"/>
    <dgm:cxn modelId="{CB2F7A47-1C55-4938-9DB0-45FA6AD5FDCA}" type="presParOf" srcId="{CAF4CC0F-3782-4F8A-B74F-8D8B3539C608}" destId="{33C3C1E0-101A-4178-BBFF-A4AEF9F3C3AF}" srcOrd="1" destOrd="0" presId="urn:microsoft.com/office/officeart/2005/8/layout/vList2#3"/>
    <dgm:cxn modelId="{2519B0D8-5311-4927-8AA1-007A17BBAAB1}" type="presParOf" srcId="{CAF4CC0F-3782-4F8A-B74F-8D8B3539C608}" destId="{9D955F22-870E-4516-9F36-BFA399447422}" srcOrd="2" destOrd="0" presId="urn:microsoft.com/office/officeart/2005/8/layout/vList2#3"/>
    <dgm:cxn modelId="{C3E11FF6-B54C-44A5-A6F8-BD845532AA5C}" type="presOf" srcId="{1AD147BB-ECCD-4AD6-B446-86EACD600D49}" destId="{9D955F22-870E-4516-9F36-BFA399447422}" srcOrd="0" destOrd="0" presId="urn:microsoft.com/office/officeart/2005/8/layout/vList2#3"/>
    <dgm:cxn modelId="{D03BAFAF-66FC-4022-B3B6-3B80AADC13BF}" type="presParOf" srcId="{CAF4CC0F-3782-4F8A-B74F-8D8B3539C608}" destId="{2FE02930-3677-461D-B85E-26435DB47E7B}" srcOrd="3" destOrd="0" presId="urn:microsoft.com/office/officeart/2005/8/layout/vList2#3"/>
    <dgm:cxn modelId="{97C9E7B4-0923-42AA-A52B-14460BC3B799}" type="presParOf" srcId="{CAF4CC0F-3782-4F8A-B74F-8D8B3539C608}" destId="{6F219609-DD04-44CD-8464-34C16D707E20}" srcOrd="4" destOrd="0" presId="urn:microsoft.com/office/officeart/2005/8/layout/vList2#3"/>
    <dgm:cxn modelId="{81D45C78-971C-4332-93A5-6C3743298BBB}" type="presOf" srcId="{FB4DF201-843C-4B73-8F0D-51E31B0DA051}" destId="{6F219609-DD04-44CD-8464-34C16D707E20}" srcOrd="0" destOrd="0" presId="urn:microsoft.com/office/officeart/2005/8/layout/vList2#3"/>
    <dgm:cxn modelId="{30645009-91C3-4A5A-8BCE-E0051F13A097}" type="presParOf" srcId="{CAF4CC0F-3782-4F8A-B74F-8D8B3539C608}" destId="{9272CB60-3011-4C5D-858C-13AA8841EE96}" srcOrd="5" destOrd="0" presId="urn:microsoft.com/office/officeart/2005/8/layout/vList2#3"/>
    <dgm:cxn modelId="{314A9886-C17D-4440-8EFF-A16467FC25D8}" type="presParOf" srcId="{CAF4CC0F-3782-4F8A-B74F-8D8B3539C608}" destId="{E55D7849-AFAE-4859-9368-B9591CC879BF}" srcOrd="6" destOrd="0" presId="urn:microsoft.com/office/officeart/2005/8/layout/vList2#3"/>
    <dgm:cxn modelId="{76838A40-D2E4-46CB-9452-E91C0812E529}" type="presOf" srcId="{431842DA-C10C-4F00-A8FF-38F36FAA3318}" destId="{E55D7849-AFAE-4859-9368-B9591CC879BF}" srcOrd="0" destOrd="0" presId="urn:microsoft.com/office/officeart/2005/8/layout/vList2#3"/>
    <dgm:cxn modelId="{2FC43720-363F-4845-BF13-9654F843ACE9}" type="presParOf" srcId="{CAF4CC0F-3782-4F8A-B74F-8D8B3539C608}" destId="{5328934A-E02D-471D-B63A-84F222434C14}" srcOrd="7" destOrd="0" presId="urn:microsoft.com/office/officeart/2005/8/layout/vList2#3"/>
    <dgm:cxn modelId="{ED3A1411-77FC-4FE7-B5E0-161D38F7E3D8}" type="presParOf" srcId="{CAF4CC0F-3782-4F8A-B74F-8D8B3539C608}" destId="{232815BA-619A-4614-9627-2F42AED66E49}" srcOrd="8" destOrd="0" presId="urn:microsoft.com/office/officeart/2005/8/layout/vList2#3"/>
    <dgm:cxn modelId="{41755DB7-F6FD-4C97-9B7D-3E69CEC8BBC3}" type="presOf" srcId="{C73CA419-B308-4FEC-BB9F-9EA192EABD32}" destId="{232815BA-619A-4614-9627-2F42AED66E49}" srcOrd="0" destOrd="0" presId="urn:microsoft.com/office/officeart/2005/8/layout/vList2#3"/>
    <dgm:cxn modelId="{E3A930CE-3A0E-4F76-A4BC-221F1B2E7442}" type="presParOf" srcId="{CAF4CC0F-3782-4F8A-B74F-8D8B3539C608}" destId="{83DB15C9-6AFA-448B-B9A6-828601D1C86B}" srcOrd="9" destOrd="0" presId="urn:microsoft.com/office/officeart/2005/8/layout/vList2#3"/>
    <dgm:cxn modelId="{20D1CF68-AB10-4E72-BB91-870F5BC8D6F7}" type="presParOf" srcId="{CAF4CC0F-3782-4F8A-B74F-8D8B3539C608}" destId="{E0DD0EBA-5357-496A-800C-A32E8C411ACA}" srcOrd="10" destOrd="0" presId="urn:microsoft.com/office/officeart/2005/8/layout/vList2#3"/>
    <dgm:cxn modelId="{B422AFFD-8967-4BDA-87E7-61A5AD4FF5F6}" type="presOf" srcId="{D33436B3-0B13-4F32-9190-BCCD9B53E797}" destId="{E0DD0EBA-5357-496A-800C-A32E8C411ACA}" srcOrd="0" destOrd="0" presId="urn:microsoft.com/office/officeart/2005/8/layout/vList2#3"/>
  </dgm:cxnLst>
  <dgm:bg>
    <a:noFill/>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FD478015-E4AE-4E80-AF24-A2D21EDBC337}" type="doc">
      <dgm:prSet loTypeId="urn:microsoft.com/office/officeart/2005/8/layout/vList2#3" loCatId="list" qsTypeId="urn:microsoft.com/office/officeart/2005/8/quickstyle/simple1#9" qsCatId="simple" csTypeId="urn:microsoft.com/office/officeart/2005/8/colors/colorful1" csCatId="colorful" phldr="1"/>
      <dgm:spPr/>
      <dgm:t>
        <a:bodyPr/>
        <a:lstStyle/>
        <a:p>
          <a:endParaRPr lang="zh-CN" altLang="en-US"/>
        </a:p>
      </dgm:t>
    </dgm:pt>
    <dgm:pt modelId="{1AD147BB-ECCD-4AD6-B446-86EACD600D49}">
      <dgm:prSet custT="1"/>
      <dgm:spPr>
        <a:solidFill>
          <a:srgbClr val="4472C4">
            <a:lumMod val="75000"/>
          </a:srgbClr>
        </a:solidFill>
        <a:ln w="12700" cap="flat" cmpd="sng" algn="ctr">
          <a:solidFill>
            <a:prstClr val="white">
              <a:hueOff val="0"/>
              <a:satOff val="0"/>
              <a:lumOff val="0"/>
              <a:alphaOff val="0"/>
            </a:prstClr>
          </a:solidFill>
          <a:prstDash val="solid"/>
          <a:miter lim="800000"/>
        </a:ln>
        <a:effectLst/>
      </dgm:spPr>
      <dgm:t>
        <a:bodyPr spcFirstLastPara="0" vert="horz" wrap="square" lIns="121920" tIns="121920" rIns="121920" bIns="121920" numCol="1" spcCol="1270" anchor="ctr" anchorCtr="0"/>
        <a:lstStyle/>
        <a:p>
          <a:pPr marL="0" lvl="0" indent="0" algn="l" defTabSz="1466850">
            <a:lnSpc>
              <a:spcPct val="90000"/>
            </a:lnSpc>
            <a:spcBef>
              <a:spcPct val="0"/>
            </a:spcBef>
            <a:spcAft>
              <a:spcPct val="35000"/>
            </a:spcAft>
            <a:buNone/>
          </a:pPr>
          <a:r>
            <a:rPr lang="zh-CN" altLang="en-US" sz="3200" b="1" kern="1200" dirty="0">
              <a:solidFill>
                <a:prstClr val="white"/>
              </a:solidFill>
              <a:latin typeface="微软雅黑" panose="020B0503020204020204" pitchFamily="34" charset="-122"/>
              <a:ea typeface="微软雅黑" panose="020B0503020204020204" pitchFamily="34" charset="-122"/>
              <a:cs typeface="+mn-cs"/>
            </a:rPr>
            <a:t>    程序的装入和链接</a:t>
          </a:r>
        </a:p>
      </dgm:t>
    </dgm:pt>
    <dgm:pt modelId="{24B51315-1B0B-4F79-AF5C-142DDE53554B}" cxnId="{5F278370-DC1B-43BD-9892-81A65D94011D}" type="parTrans">
      <dgm:prSet/>
      <dgm:spPr/>
      <dgm:t>
        <a:bodyPr/>
        <a:lstStyle/>
        <a:p>
          <a:endParaRPr lang="zh-CN" altLang="en-US"/>
        </a:p>
      </dgm:t>
    </dgm:pt>
    <dgm:pt modelId="{5B4E2F5C-B8A9-4CD3-A569-5BD69BDDBC7C}" cxnId="{5F278370-DC1B-43BD-9892-81A65D94011D}" type="sibTrans">
      <dgm:prSet/>
      <dgm:spPr/>
      <dgm:t>
        <a:bodyPr/>
        <a:lstStyle/>
        <a:p>
          <a:endParaRPr lang="zh-CN" altLang="en-US"/>
        </a:p>
      </dgm:t>
    </dgm:pt>
    <dgm:pt modelId="{FB4DF201-843C-4B73-8F0D-51E31B0DA051}">
      <dgm:prSet custT="1"/>
      <dgm:spPr>
        <a:solidFill>
          <a:srgbClr val="4472C4">
            <a:lumMod val="75000"/>
          </a:srgbClr>
        </a:solidFill>
        <a:ln w="12700" cap="flat" cmpd="sng" algn="ctr">
          <a:solidFill>
            <a:prstClr val="white">
              <a:hueOff val="0"/>
              <a:satOff val="0"/>
              <a:lumOff val="0"/>
              <a:alphaOff val="0"/>
            </a:prstClr>
          </a:solidFill>
          <a:prstDash val="solid"/>
          <a:miter lim="800000"/>
        </a:ln>
        <a:effectLst/>
      </dgm:spPr>
      <dgm:t>
        <a:bodyPr spcFirstLastPara="0" vert="horz" wrap="square" lIns="121920" tIns="121920" rIns="121920" bIns="121920" numCol="1" spcCol="1270" anchor="ctr" anchorCtr="0"/>
        <a:lstStyle/>
        <a:p>
          <a:pPr marL="0" lvl="0" indent="0" algn="l" defTabSz="1466850">
            <a:lnSpc>
              <a:spcPct val="90000"/>
            </a:lnSpc>
            <a:spcBef>
              <a:spcPct val="0"/>
            </a:spcBef>
            <a:spcAft>
              <a:spcPct val="35000"/>
            </a:spcAft>
            <a:buNone/>
          </a:pPr>
          <a:r>
            <a:rPr lang="zh-CN" altLang="en-US" sz="3200" b="1" kern="1200" dirty="0">
              <a:solidFill>
                <a:schemeClr val="bg1"/>
              </a:solidFill>
              <a:latin typeface="微软雅黑" panose="020B0503020204020204" pitchFamily="34" charset="-122"/>
              <a:ea typeface="微软雅黑" panose="020B0503020204020204" pitchFamily="34" charset="-122"/>
              <a:cs typeface="+mn-cs"/>
            </a:rPr>
            <a:t>    连续分配存储管理方式</a:t>
          </a:r>
        </a:p>
      </dgm:t>
    </dgm:pt>
    <dgm:pt modelId="{A92B47A3-4B1B-4DBF-9C8F-53BB89C57576}" cxnId="{3A912073-6D15-4AEB-8B4D-8AF24F204D31}" type="parTrans">
      <dgm:prSet/>
      <dgm:spPr/>
      <dgm:t>
        <a:bodyPr/>
        <a:lstStyle/>
        <a:p>
          <a:endParaRPr lang="zh-CN" altLang="en-US"/>
        </a:p>
      </dgm:t>
    </dgm:pt>
    <dgm:pt modelId="{2F98E893-B11C-4A3D-8B25-F80E13394A80}" cxnId="{3A912073-6D15-4AEB-8B4D-8AF24F204D31}" type="sibTrans">
      <dgm:prSet/>
      <dgm:spPr/>
      <dgm:t>
        <a:bodyPr/>
        <a:lstStyle/>
        <a:p>
          <a:endParaRPr lang="zh-CN" altLang="en-US"/>
        </a:p>
      </dgm:t>
    </dgm:pt>
    <dgm:pt modelId="{431842DA-C10C-4F00-A8FF-38F36FAA3318}">
      <dgm:prSet custT="1"/>
      <dgm:spPr>
        <a:solidFill>
          <a:prstClr val="white"/>
        </a:solidFill>
        <a:ln w="12700" cap="flat" cmpd="sng" algn="ctr">
          <a:solidFill>
            <a:srgbClr val="2F5597"/>
          </a:solidFill>
          <a:prstDash val="solid"/>
          <a:miter lim="800000"/>
        </a:ln>
        <a:effectLst/>
      </dgm:spPr>
      <dgm:t>
        <a:bodyPr spcFirstLastPara="0" vert="horz" wrap="square" lIns="558556" tIns="83820" rIns="83820" bIns="83820" numCol="1" spcCol="1270" anchor="ctr" anchorCtr="0"/>
        <a:lstStyle/>
        <a:p>
          <a:pPr marL="0" lvl="0" indent="0" algn="l" defTabSz="1466850">
            <a:lnSpc>
              <a:spcPct val="90000"/>
            </a:lnSpc>
            <a:spcBef>
              <a:spcPct val="0"/>
            </a:spcBef>
            <a:spcAft>
              <a:spcPct val="35000"/>
            </a:spcAft>
            <a:buNone/>
          </a:pPr>
          <a:r>
            <a:rPr lang="zh-CN" altLang="en-US" sz="3200" b="1" kern="1200" dirty="0">
              <a:solidFill>
                <a:srgbClr val="2F5597"/>
              </a:solidFill>
              <a:latin typeface="微软雅黑" panose="020B0503020204020204" pitchFamily="34" charset="-122"/>
              <a:ea typeface="微软雅黑" panose="020B0503020204020204" pitchFamily="34" charset="-122"/>
              <a:cs typeface="+mn-cs"/>
            </a:rPr>
            <a:t> 对换（</a:t>
          </a:r>
          <a:r>
            <a:rPr lang="en-US" altLang="zh-CN" sz="3200" b="1" kern="1200" dirty="0">
              <a:solidFill>
                <a:srgbClr val="2F5597"/>
              </a:solidFill>
              <a:latin typeface="微软雅黑" panose="020B0503020204020204" pitchFamily="34" charset="-122"/>
              <a:ea typeface="微软雅黑" panose="020B0503020204020204" pitchFamily="34" charset="-122"/>
              <a:cs typeface="+mn-cs"/>
            </a:rPr>
            <a:t>Swapping</a:t>
          </a:r>
          <a:r>
            <a:rPr lang="zh-CN" altLang="en-US" sz="3200" b="1" kern="1200" dirty="0">
              <a:solidFill>
                <a:srgbClr val="2F5597"/>
              </a:solidFill>
              <a:latin typeface="微软雅黑" panose="020B0503020204020204" pitchFamily="34" charset="-122"/>
              <a:ea typeface="微软雅黑" panose="020B0503020204020204" pitchFamily="34" charset="-122"/>
              <a:cs typeface="+mn-cs"/>
            </a:rPr>
            <a:t>）</a:t>
          </a:r>
        </a:p>
      </dgm:t>
    </dgm:pt>
    <dgm:pt modelId="{BE0C0096-21E5-4052-9490-5A12F6133583}" cxnId="{B259F718-CCD2-4763-8869-C91BB99F2806}" type="parTrans">
      <dgm:prSet/>
      <dgm:spPr/>
      <dgm:t>
        <a:bodyPr/>
        <a:lstStyle/>
        <a:p>
          <a:endParaRPr lang="zh-CN" altLang="en-US"/>
        </a:p>
      </dgm:t>
    </dgm:pt>
    <dgm:pt modelId="{E216F8AC-76D1-45A8-B317-CA0BB7ACCF2F}" cxnId="{B259F718-CCD2-4763-8869-C91BB99F2806}" type="sibTrans">
      <dgm:prSet/>
      <dgm:spPr/>
      <dgm:t>
        <a:bodyPr/>
        <a:lstStyle/>
        <a:p>
          <a:endParaRPr lang="zh-CN" altLang="en-US"/>
        </a:p>
      </dgm:t>
    </dgm:pt>
    <dgm:pt modelId="{C73CA419-B308-4FEC-BB9F-9EA192EABD32}">
      <dgm:prSet custT="1"/>
      <dgm:spPr>
        <a:solidFill>
          <a:schemeClr val="accent1">
            <a:lumMod val="75000"/>
          </a:schemeClr>
        </a:solidFill>
      </dgm:spPr>
      <dgm:t>
        <a:bodyPr/>
        <a:lstStyle/>
        <a:p>
          <a:pPr marL="0" lvl="0" indent="0" algn="l" defTabSz="1466850">
            <a:lnSpc>
              <a:spcPct val="90000"/>
            </a:lnSpc>
            <a:spcBef>
              <a:spcPct val="0"/>
            </a:spcBef>
            <a:spcAft>
              <a:spcPct val="35000"/>
            </a:spcAft>
            <a:buNone/>
          </a:pPr>
          <a:r>
            <a:rPr lang="zh-CN" altLang="en-US" sz="3200" b="1" kern="1200" dirty="0">
              <a:latin typeface="微软雅黑" panose="020B0503020204020204" pitchFamily="34" charset="-122"/>
              <a:ea typeface="微软雅黑" panose="020B0503020204020204" pitchFamily="34" charset="-122"/>
              <a:cs typeface="+mn-cs"/>
            </a:rPr>
            <a:t>    分页存储管理方式</a:t>
          </a:r>
        </a:p>
      </dgm:t>
    </dgm:pt>
    <dgm:pt modelId="{65E10C13-A8E5-4B34-A00E-314FD6825CE3}" cxnId="{C3B1DB02-AF7B-46ED-88D3-4391098D3645}" type="parTrans">
      <dgm:prSet/>
      <dgm:spPr/>
      <dgm:t>
        <a:bodyPr/>
        <a:lstStyle/>
        <a:p>
          <a:endParaRPr lang="zh-CN" altLang="en-US"/>
        </a:p>
      </dgm:t>
    </dgm:pt>
    <dgm:pt modelId="{2A989A88-5D37-47D6-AA7A-31CB121F721E}" cxnId="{C3B1DB02-AF7B-46ED-88D3-4391098D3645}" type="sibTrans">
      <dgm:prSet/>
      <dgm:spPr/>
      <dgm:t>
        <a:bodyPr/>
        <a:lstStyle/>
        <a:p>
          <a:endParaRPr lang="zh-CN" altLang="en-US"/>
        </a:p>
      </dgm:t>
    </dgm:pt>
    <dgm:pt modelId="{D33436B3-0B13-4F32-9190-BCCD9B53E797}">
      <dgm:prSet custT="1"/>
      <dgm:spPr>
        <a:solidFill>
          <a:schemeClr val="accent1">
            <a:lumMod val="75000"/>
          </a:schemeClr>
        </a:solidFill>
      </dgm:spPr>
      <dgm:t>
        <a:bodyPr/>
        <a:lstStyle/>
        <a:p>
          <a:pPr marL="0" lvl="0" indent="0" algn="l" defTabSz="1466850">
            <a:lnSpc>
              <a:spcPct val="90000"/>
            </a:lnSpc>
            <a:spcBef>
              <a:spcPct val="0"/>
            </a:spcBef>
            <a:spcAft>
              <a:spcPct val="35000"/>
            </a:spcAft>
            <a:buNone/>
          </a:pPr>
          <a:r>
            <a:rPr lang="zh-CN" altLang="en-US" sz="3200" b="1" kern="1200" dirty="0">
              <a:latin typeface="微软雅黑" panose="020B0503020204020204" pitchFamily="34" charset="-122"/>
              <a:ea typeface="微软雅黑" panose="020B0503020204020204" pitchFamily="34" charset="-122"/>
              <a:cs typeface="+mn-cs"/>
            </a:rPr>
            <a:t>    分段存储管理方式</a:t>
          </a:r>
        </a:p>
      </dgm:t>
    </dgm:pt>
    <dgm:pt modelId="{AC01A53B-906E-4AA6-8ADB-FD0A506CF275}" cxnId="{745844F4-E7BF-49A0-BF39-85F379FE92AE}" type="parTrans">
      <dgm:prSet/>
      <dgm:spPr/>
      <dgm:t>
        <a:bodyPr/>
        <a:lstStyle/>
        <a:p>
          <a:endParaRPr lang="zh-CN" altLang="en-US"/>
        </a:p>
      </dgm:t>
    </dgm:pt>
    <dgm:pt modelId="{F66FA5A6-3FD2-4AA2-B7BC-F2DBFF7EAEEC}" cxnId="{745844F4-E7BF-49A0-BF39-85F379FE92AE}" type="sibTrans">
      <dgm:prSet/>
      <dgm:spPr/>
      <dgm:t>
        <a:bodyPr/>
        <a:lstStyle/>
        <a:p>
          <a:endParaRPr lang="zh-CN" altLang="en-US"/>
        </a:p>
      </dgm:t>
    </dgm:pt>
    <dgm:pt modelId="{35EEBC4D-253C-40B6-A38D-5C4AE37EE567}">
      <dgm:prSet phldrT="[文本]" custT="1"/>
      <dgm:spPr>
        <a:solidFill>
          <a:srgbClr val="4472C4">
            <a:lumMod val="75000"/>
          </a:srgbClr>
        </a:solidFill>
        <a:ln w="12700" cap="flat" cmpd="sng" algn="ctr">
          <a:solidFill>
            <a:prstClr val="white">
              <a:hueOff val="0"/>
              <a:satOff val="0"/>
              <a:lumOff val="0"/>
              <a:alphaOff val="0"/>
            </a:prstClr>
          </a:solidFill>
          <a:prstDash val="solid"/>
          <a:miter lim="800000"/>
        </a:ln>
        <a:effectLst/>
      </dgm:spPr>
      <dgm:t>
        <a:bodyPr spcFirstLastPara="0" vert="horz" wrap="square" lIns="121920" tIns="121920" rIns="121920" bIns="121920" numCol="1" spcCol="1270" anchor="ctr" anchorCtr="0"/>
        <a:lstStyle/>
        <a:p>
          <a:pPr marL="0" lvl="0" indent="0" algn="l" defTabSz="1466850">
            <a:lnSpc>
              <a:spcPct val="90000"/>
            </a:lnSpc>
            <a:spcBef>
              <a:spcPct val="0"/>
            </a:spcBef>
            <a:spcAft>
              <a:spcPct val="35000"/>
            </a:spcAft>
            <a:buNone/>
          </a:pPr>
          <a:r>
            <a:rPr lang="zh-CN" altLang="en-US" sz="3200" b="1" kern="1200" dirty="0">
              <a:solidFill>
                <a:schemeClr val="bg1"/>
              </a:solidFill>
              <a:latin typeface="微软雅黑" panose="020B0503020204020204" pitchFamily="34" charset="-122"/>
              <a:ea typeface="微软雅黑" panose="020B0503020204020204" pitchFamily="34" charset="-122"/>
              <a:cs typeface="+mn-cs"/>
            </a:rPr>
            <a:t>    存储器的层次结构</a:t>
          </a:r>
        </a:p>
      </dgm:t>
    </dgm:pt>
    <dgm:pt modelId="{0DB1FB0F-E3E4-4EE8-BE91-04D430FB4DFF}" cxnId="{9856D63F-2B56-415E-A2DB-CDD8C4B129D4}" type="parTrans">
      <dgm:prSet/>
      <dgm:spPr/>
      <dgm:t>
        <a:bodyPr/>
        <a:lstStyle/>
        <a:p>
          <a:endParaRPr lang="zh-CN" altLang="en-US"/>
        </a:p>
      </dgm:t>
    </dgm:pt>
    <dgm:pt modelId="{B0B98F56-42B7-4EC3-89A0-35E375E90921}" cxnId="{9856D63F-2B56-415E-A2DB-CDD8C4B129D4}" type="sibTrans">
      <dgm:prSet/>
      <dgm:spPr/>
      <dgm:t>
        <a:bodyPr/>
        <a:lstStyle/>
        <a:p>
          <a:endParaRPr lang="zh-CN" altLang="en-US"/>
        </a:p>
      </dgm:t>
    </dgm:pt>
    <dgm:pt modelId="{CAF4CC0F-3782-4F8A-B74F-8D8B3539C608}" type="pres">
      <dgm:prSet presAssocID="{FD478015-E4AE-4E80-AF24-A2D21EDBC337}" presName="linear" presStyleCnt="0">
        <dgm:presLayoutVars>
          <dgm:animLvl val="lvl"/>
          <dgm:resizeHandles val="exact"/>
        </dgm:presLayoutVars>
      </dgm:prSet>
      <dgm:spPr/>
    </dgm:pt>
    <dgm:pt modelId="{D2030072-27AD-406A-84AE-0966EE003465}" type="pres">
      <dgm:prSet presAssocID="{35EEBC4D-253C-40B6-A38D-5C4AE37EE567}" presName="parentText" presStyleLbl="node1" presStyleIdx="0" presStyleCnt="6" custLinFactNeighborX="302">
        <dgm:presLayoutVars>
          <dgm:chMax val="0"/>
          <dgm:bulletEnabled val="1"/>
        </dgm:presLayoutVars>
      </dgm:prSet>
      <dgm:spPr>
        <a:xfrm>
          <a:off x="0" y="1984"/>
          <a:ext cx="7335520" cy="925494"/>
        </a:xfrm>
        <a:prstGeom prst="roundRect">
          <a:avLst/>
        </a:prstGeom>
      </dgm:spPr>
    </dgm:pt>
    <dgm:pt modelId="{33C3C1E0-101A-4178-BBFF-A4AEF9F3C3AF}" type="pres">
      <dgm:prSet presAssocID="{B0B98F56-42B7-4EC3-89A0-35E375E90921}" presName="spacer" presStyleCnt="0"/>
      <dgm:spPr/>
    </dgm:pt>
    <dgm:pt modelId="{9D955F22-870E-4516-9F36-BFA399447422}" type="pres">
      <dgm:prSet presAssocID="{1AD147BB-ECCD-4AD6-B446-86EACD600D49}" presName="parentText" presStyleLbl="node1" presStyleIdx="1" presStyleCnt="6">
        <dgm:presLayoutVars>
          <dgm:chMax val="0"/>
          <dgm:bulletEnabled val="1"/>
        </dgm:presLayoutVars>
      </dgm:prSet>
      <dgm:spPr>
        <a:xfrm>
          <a:off x="0" y="940612"/>
          <a:ext cx="7335520" cy="925945"/>
        </a:xfrm>
        <a:prstGeom prst="roundRect">
          <a:avLst/>
        </a:prstGeom>
      </dgm:spPr>
    </dgm:pt>
    <dgm:pt modelId="{2FE02930-3677-461D-B85E-26435DB47E7B}" type="pres">
      <dgm:prSet presAssocID="{5B4E2F5C-B8A9-4CD3-A569-5BD69BDDBC7C}" presName="spacer" presStyleCnt="0"/>
      <dgm:spPr/>
    </dgm:pt>
    <dgm:pt modelId="{6F219609-DD04-44CD-8464-34C16D707E20}" type="pres">
      <dgm:prSet presAssocID="{FB4DF201-843C-4B73-8F0D-51E31B0DA051}" presName="parentText" presStyleLbl="node1" presStyleIdx="2" presStyleCnt="6">
        <dgm:presLayoutVars>
          <dgm:chMax val="0"/>
          <dgm:bulletEnabled val="1"/>
        </dgm:presLayoutVars>
      </dgm:prSet>
      <dgm:spPr>
        <a:xfrm>
          <a:off x="0" y="1880803"/>
          <a:ext cx="7335520" cy="925945"/>
        </a:xfrm>
        <a:prstGeom prst="roundRect">
          <a:avLst/>
        </a:prstGeom>
      </dgm:spPr>
    </dgm:pt>
    <dgm:pt modelId="{9272CB60-3011-4C5D-858C-13AA8841EE96}" type="pres">
      <dgm:prSet presAssocID="{2F98E893-B11C-4A3D-8B25-F80E13394A80}" presName="spacer" presStyleCnt="0"/>
      <dgm:spPr/>
    </dgm:pt>
    <dgm:pt modelId="{E55D7849-AFAE-4859-9368-B9591CC879BF}" type="pres">
      <dgm:prSet presAssocID="{431842DA-C10C-4F00-A8FF-38F36FAA3318}" presName="parentText" presStyleLbl="node1" presStyleIdx="3" presStyleCnt="6">
        <dgm:presLayoutVars>
          <dgm:chMax val="0"/>
          <dgm:bulletEnabled val="1"/>
        </dgm:presLayoutVars>
      </dgm:prSet>
      <dgm:spPr>
        <a:xfrm>
          <a:off x="0" y="2820993"/>
          <a:ext cx="7335520" cy="925945"/>
        </a:xfrm>
        <a:prstGeom prst="roundRect">
          <a:avLst/>
        </a:prstGeom>
      </dgm:spPr>
    </dgm:pt>
    <dgm:pt modelId="{5328934A-E02D-471D-B63A-84F222434C14}" type="pres">
      <dgm:prSet presAssocID="{E216F8AC-76D1-45A8-B317-CA0BB7ACCF2F}" presName="spacer" presStyleCnt="0"/>
      <dgm:spPr/>
    </dgm:pt>
    <dgm:pt modelId="{232815BA-619A-4614-9627-2F42AED66E49}" type="pres">
      <dgm:prSet presAssocID="{C73CA419-B308-4FEC-BB9F-9EA192EABD32}" presName="parentText" presStyleLbl="node1" presStyleIdx="4" presStyleCnt="6">
        <dgm:presLayoutVars>
          <dgm:chMax val="0"/>
          <dgm:bulletEnabled val="1"/>
        </dgm:presLayoutVars>
      </dgm:prSet>
      <dgm:spPr/>
    </dgm:pt>
    <dgm:pt modelId="{83DB15C9-6AFA-448B-B9A6-828601D1C86B}" type="pres">
      <dgm:prSet presAssocID="{2A989A88-5D37-47D6-AA7A-31CB121F721E}" presName="spacer" presStyleCnt="0"/>
      <dgm:spPr/>
    </dgm:pt>
    <dgm:pt modelId="{E0DD0EBA-5357-496A-800C-A32E8C411ACA}" type="pres">
      <dgm:prSet presAssocID="{D33436B3-0B13-4F32-9190-BCCD9B53E797}" presName="parentText" presStyleLbl="node1" presStyleIdx="5" presStyleCnt="6">
        <dgm:presLayoutVars>
          <dgm:chMax val="0"/>
          <dgm:bulletEnabled val="1"/>
        </dgm:presLayoutVars>
      </dgm:prSet>
      <dgm:spPr/>
    </dgm:pt>
  </dgm:ptLst>
  <dgm:cxnLst>
    <dgm:cxn modelId="{C3B1DB02-AF7B-46ED-88D3-4391098D3645}" srcId="{FD478015-E4AE-4E80-AF24-A2D21EDBC337}" destId="{C73CA419-B308-4FEC-BB9F-9EA192EABD32}" srcOrd="4" destOrd="0" parTransId="{65E10C13-A8E5-4B34-A00E-314FD6825CE3}" sibTransId="{2A989A88-5D37-47D6-AA7A-31CB121F721E}"/>
    <dgm:cxn modelId="{B259F718-CCD2-4763-8869-C91BB99F2806}" srcId="{FD478015-E4AE-4E80-AF24-A2D21EDBC337}" destId="{431842DA-C10C-4F00-A8FF-38F36FAA3318}" srcOrd="3" destOrd="0" parTransId="{BE0C0096-21E5-4052-9490-5A12F6133583}" sibTransId="{E216F8AC-76D1-45A8-B317-CA0BB7ACCF2F}"/>
    <dgm:cxn modelId="{F6093220-A59C-4747-94B3-D08D43D6DC4F}" type="presOf" srcId="{C73CA419-B308-4FEC-BB9F-9EA192EABD32}" destId="{232815BA-619A-4614-9627-2F42AED66E49}" srcOrd="0" destOrd="0" presId="urn:microsoft.com/office/officeart/2005/8/layout/vList2#3"/>
    <dgm:cxn modelId="{9856D63F-2B56-415E-A2DB-CDD8C4B129D4}" srcId="{FD478015-E4AE-4E80-AF24-A2D21EDBC337}" destId="{35EEBC4D-253C-40B6-A38D-5C4AE37EE567}" srcOrd="0" destOrd="0" parTransId="{0DB1FB0F-E3E4-4EE8-BE91-04D430FB4DFF}" sibTransId="{B0B98F56-42B7-4EC3-89A0-35E375E90921}"/>
    <dgm:cxn modelId="{47913864-5C95-4FF0-B0F7-9073254BD915}" type="presOf" srcId="{D33436B3-0B13-4F32-9190-BCCD9B53E797}" destId="{E0DD0EBA-5357-496A-800C-A32E8C411ACA}" srcOrd="0" destOrd="0" presId="urn:microsoft.com/office/officeart/2005/8/layout/vList2#3"/>
    <dgm:cxn modelId="{5F278370-DC1B-43BD-9892-81A65D94011D}" srcId="{FD478015-E4AE-4E80-AF24-A2D21EDBC337}" destId="{1AD147BB-ECCD-4AD6-B446-86EACD600D49}" srcOrd="1" destOrd="0" parTransId="{24B51315-1B0B-4F79-AF5C-142DDE53554B}" sibTransId="{5B4E2F5C-B8A9-4CD3-A569-5BD69BDDBC7C}"/>
    <dgm:cxn modelId="{3A912073-6D15-4AEB-8B4D-8AF24F204D31}" srcId="{FD478015-E4AE-4E80-AF24-A2D21EDBC337}" destId="{FB4DF201-843C-4B73-8F0D-51E31B0DA051}" srcOrd="2" destOrd="0" parTransId="{A92B47A3-4B1B-4DBF-9C8F-53BB89C57576}" sibTransId="{2F98E893-B11C-4A3D-8B25-F80E13394A80}"/>
    <dgm:cxn modelId="{0EE7279D-E2D8-4B05-B360-85836C646924}" type="presOf" srcId="{FB4DF201-843C-4B73-8F0D-51E31B0DA051}" destId="{6F219609-DD04-44CD-8464-34C16D707E20}" srcOrd="0" destOrd="0" presId="urn:microsoft.com/office/officeart/2005/8/layout/vList2#3"/>
    <dgm:cxn modelId="{0C1117A7-0AC5-4EAB-B05D-7173F3A0BDCC}" type="presOf" srcId="{431842DA-C10C-4F00-A8FF-38F36FAA3318}" destId="{E55D7849-AFAE-4859-9368-B9591CC879BF}" srcOrd="0" destOrd="0" presId="urn:microsoft.com/office/officeart/2005/8/layout/vList2#3"/>
    <dgm:cxn modelId="{9A130AB1-2B40-4346-9B26-8C8E5C643B8B}" type="presOf" srcId="{35EEBC4D-253C-40B6-A38D-5C4AE37EE567}" destId="{D2030072-27AD-406A-84AE-0966EE003465}" srcOrd="0" destOrd="0" presId="urn:microsoft.com/office/officeart/2005/8/layout/vList2#3"/>
    <dgm:cxn modelId="{1B1C5DBB-7600-4413-8610-830CC47E1FC6}" type="presOf" srcId="{FD478015-E4AE-4E80-AF24-A2D21EDBC337}" destId="{CAF4CC0F-3782-4F8A-B74F-8D8B3539C608}" srcOrd="0" destOrd="0" presId="urn:microsoft.com/office/officeart/2005/8/layout/vList2#3"/>
    <dgm:cxn modelId="{FAB6C7CD-8F5F-48EC-8259-EB14715353D1}" type="presOf" srcId="{1AD147BB-ECCD-4AD6-B446-86EACD600D49}" destId="{9D955F22-870E-4516-9F36-BFA399447422}" srcOrd="0" destOrd="0" presId="urn:microsoft.com/office/officeart/2005/8/layout/vList2#3"/>
    <dgm:cxn modelId="{745844F4-E7BF-49A0-BF39-85F379FE92AE}" srcId="{FD478015-E4AE-4E80-AF24-A2D21EDBC337}" destId="{D33436B3-0B13-4F32-9190-BCCD9B53E797}" srcOrd="5" destOrd="0" parTransId="{AC01A53B-906E-4AA6-8ADB-FD0A506CF275}" sibTransId="{F66FA5A6-3FD2-4AA2-B7BC-F2DBFF7EAEEC}"/>
    <dgm:cxn modelId="{359E1A13-5AFA-4975-8EC1-F22471D4C607}" type="presParOf" srcId="{CAF4CC0F-3782-4F8A-B74F-8D8B3539C608}" destId="{D2030072-27AD-406A-84AE-0966EE003465}" srcOrd="0" destOrd="0" presId="urn:microsoft.com/office/officeart/2005/8/layout/vList2#3"/>
    <dgm:cxn modelId="{336067B4-8699-444C-9E1D-0470951F2E67}" type="presParOf" srcId="{CAF4CC0F-3782-4F8A-B74F-8D8B3539C608}" destId="{33C3C1E0-101A-4178-BBFF-A4AEF9F3C3AF}" srcOrd="1" destOrd="0" presId="urn:microsoft.com/office/officeart/2005/8/layout/vList2#3"/>
    <dgm:cxn modelId="{C8306F97-005B-434A-82B8-FACA2CAB4B24}" type="presParOf" srcId="{CAF4CC0F-3782-4F8A-B74F-8D8B3539C608}" destId="{9D955F22-870E-4516-9F36-BFA399447422}" srcOrd="2" destOrd="0" presId="urn:microsoft.com/office/officeart/2005/8/layout/vList2#3"/>
    <dgm:cxn modelId="{73FF7D11-26A8-4488-9DD3-A45E8E60BF84}" type="presParOf" srcId="{CAF4CC0F-3782-4F8A-B74F-8D8B3539C608}" destId="{2FE02930-3677-461D-B85E-26435DB47E7B}" srcOrd="3" destOrd="0" presId="urn:microsoft.com/office/officeart/2005/8/layout/vList2#3"/>
    <dgm:cxn modelId="{6716DD35-687D-482F-A498-BD13972F127F}" type="presParOf" srcId="{CAF4CC0F-3782-4F8A-B74F-8D8B3539C608}" destId="{6F219609-DD04-44CD-8464-34C16D707E20}" srcOrd="4" destOrd="0" presId="urn:microsoft.com/office/officeart/2005/8/layout/vList2#3"/>
    <dgm:cxn modelId="{F4402D62-DD80-44A6-AC6D-E0D6DDC2F5A5}" type="presParOf" srcId="{CAF4CC0F-3782-4F8A-B74F-8D8B3539C608}" destId="{9272CB60-3011-4C5D-858C-13AA8841EE96}" srcOrd="5" destOrd="0" presId="urn:microsoft.com/office/officeart/2005/8/layout/vList2#3"/>
    <dgm:cxn modelId="{4F7DC1B6-360F-4C01-92F5-E6CCFA2494DA}" type="presParOf" srcId="{CAF4CC0F-3782-4F8A-B74F-8D8B3539C608}" destId="{E55D7849-AFAE-4859-9368-B9591CC879BF}" srcOrd="6" destOrd="0" presId="urn:microsoft.com/office/officeart/2005/8/layout/vList2#3"/>
    <dgm:cxn modelId="{B8754C1D-3232-4060-8594-0169340183C2}" type="presParOf" srcId="{CAF4CC0F-3782-4F8A-B74F-8D8B3539C608}" destId="{5328934A-E02D-471D-B63A-84F222434C14}" srcOrd="7" destOrd="0" presId="urn:microsoft.com/office/officeart/2005/8/layout/vList2#3"/>
    <dgm:cxn modelId="{8BC2684A-B71C-4260-97AE-6041099325AF}" type="presParOf" srcId="{CAF4CC0F-3782-4F8A-B74F-8D8B3539C608}" destId="{232815BA-619A-4614-9627-2F42AED66E49}" srcOrd="8" destOrd="0" presId="urn:microsoft.com/office/officeart/2005/8/layout/vList2#3"/>
    <dgm:cxn modelId="{657990C9-6A12-4CC3-8E37-E3F21C779D2B}" type="presParOf" srcId="{CAF4CC0F-3782-4F8A-B74F-8D8B3539C608}" destId="{83DB15C9-6AFA-448B-B9A6-828601D1C86B}" srcOrd="9" destOrd="0" presId="urn:microsoft.com/office/officeart/2005/8/layout/vList2#3"/>
    <dgm:cxn modelId="{726CE9CC-BF12-4531-9946-2F40C39DE838}" type="presParOf" srcId="{CAF4CC0F-3782-4F8A-B74F-8D8B3539C608}" destId="{E0DD0EBA-5357-496A-800C-A32E8C411ACA}" srcOrd="10" destOrd="0" presId="urn:microsoft.com/office/officeart/2005/8/layout/vList2#3"/>
  </dgm:cxnLst>
  <dgm:bg>
    <a:noFill/>
  </dgm:bg>
  <dgm:whole/>
  <dgm:extLst>
    <a:ext uri="http://schemas.microsoft.com/office/drawing/2008/diagram">
      <dsp:dataModelExt xmlns:dsp="http://schemas.microsoft.com/office/drawing/2008/diagram" relId="rId5"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199054B8-D981-4F34-8C0E-06B9F3465F91}"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zh-CN" altLang="en-US"/>
        </a:p>
      </dgm:t>
    </dgm:pt>
    <dgm:pt modelId="{77613E4E-113B-41EE-955F-76727D83C738}">
      <dgm:prSet phldrT="[文本]" phldr="0" custT="1"/>
      <dgm:spPr>
        <a:solidFill>
          <a:schemeClr val="bg1"/>
        </a:solidFill>
        <a:ln>
          <a:solidFill>
            <a:srgbClr val="2F5597"/>
          </a:solidFill>
        </a:ln>
      </dgm:spPr>
      <dgm:t>
        <a:bodyPr vert="horz" wrap="square"/>
        <a:p>
          <a:pPr>
            <a:lnSpc>
              <a:spcPct val="100000"/>
            </a:lnSpc>
            <a:spcBef>
              <a:spcPct val="0"/>
            </a:spcBef>
            <a:spcAft>
              <a:spcPct val="35000"/>
            </a:spcAft>
          </a:pPr>
          <a:r>
            <a:rPr lang="zh-CN" altLang="en-US" sz="2800" b="1" dirty="0">
              <a:solidFill>
                <a:srgbClr val="2F5597"/>
              </a:solidFill>
              <a:latin typeface="微软雅黑" panose="020B0503020204020204" pitchFamily="34" charset="-122"/>
              <a:ea typeface="微软雅黑" panose="020B0503020204020204" pitchFamily="34" charset="-122"/>
            </a:rPr>
            <a:t>多道程序环境下</a:t>
          </a:r>
          <a:r>
            <a:rPr lang="zh-CN" altLang="en-US" sz="2800" b="1" dirty="0">
              <a:solidFill>
                <a:srgbClr val="2F5597"/>
              </a:solidFill>
              <a:latin typeface="微软雅黑" panose="020B0503020204020204" pitchFamily="34" charset="-122"/>
              <a:ea typeface="微软雅黑" panose="020B0503020204020204" pitchFamily="34" charset="-122"/>
            </a:rPr>
            <a:t>对</a:t>
          </a:r>
          <a:r>
            <a:rPr lang="zh-CN" altLang="en-US" sz="2800" b="1" dirty="0">
              <a:solidFill>
                <a:srgbClr val="2F5597"/>
              </a:solidFill>
              <a:latin typeface="微软雅黑" panose="020B0503020204020204" pitchFamily="34" charset="-122"/>
              <a:ea typeface="微软雅黑" panose="020B0503020204020204" pitchFamily="34" charset="-122"/>
            </a:rPr>
            <a:t>换技术</a:t>
          </a:r>
          <a:r>
            <a:rPr sz="2400"/>
            <a:t/>
          </a:r>
          <a:endParaRPr sz="2400"/>
        </a:p>
      </dgm:t>
    </dgm:pt>
    <dgm:pt modelId="{110BBF70-FADB-416B-BA45-A6472ED1D786}" cxnId="{04E182F0-C294-4492-A787-DAB3D3A7C78D}" type="parTrans">
      <dgm:prSet/>
      <dgm:spPr/>
      <dgm:t>
        <a:bodyPr/>
        <a:lstStyle/>
        <a:p>
          <a:endParaRPr lang="zh-CN" altLang="en-US"/>
        </a:p>
      </dgm:t>
    </dgm:pt>
    <dgm:pt modelId="{5279F90E-BF5E-4F45-8EED-44C92A6235B8}" cxnId="{04E182F0-C294-4492-A787-DAB3D3A7C78D}" type="sibTrans">
      <dgm:prSet/>
      <dgm:spPr/>
      <dgm:t>
        <a:bodyPr/>
        <a:lstStyle/>
        <a:p>
          <a:endParaRPr lang="zh-CN" altLang="en-US"/>
        </a:p>
      </dgm:t>
    </dgm:pt>
    <dgm:pt modelId="{1DE17AFD-E6E7-4E69-BB2F-FD7A6E52C0BD}">
      <dgm:prSet phldrT="[文本]" custT="1"/>
      <dgm:spPr>
        <a:solidFill>
          <a:schemeClr val="bg1"/>
        </a:solidFill>
        <a:ln>
          <a:solidFill>
            <a:srgbClr val="2F5597"/>
          </a:solidFill>
        </a:ln>
      </dgm:spPr>
      <dgm:t>
        <a:bodyPr/>
        <a:lstStyle/>
        <a:p>
          <a:r>
            <a:rPr lang="zh-CN" altLang="en-US" sz="2800" b="1" dirty="0">
              <a:solidFill>
                <a:srgbClr val="2F5597"/>
              </a:solidFill>
              <a:latin typeface="微软雅黑" panose="020B0503020204020204" pitchFamily="34" charset="-122"/>
              <a:ea typeface="微软雅黑" panose="020B0503020204020204" pitchFamily="34" charset="-122"/>
            </a:rPr>
            <a:t>对换空间的管理</a:t>
          </a:r>
        </a:p>
      </dgm:t>
    </dgm:pt>
    <dgm:pt modelId="{6D9ADD38-CCE7-4B2C-8790-5BCA0C78F40A}" cxnId="{17EE38F2-7CD3-42F0-A329-1DF03EE329CD}" type="parTrans">
      <dgm:prSet/>
      <dgm:spPr/>
      <dgm:t>
        <a:bodyPr/>
        <a:lstStyle/>
        <a:p>
          <a:endParaRPr lang="zh-CN" altLang="en-US"/>
        </a:p>
      </dgm:t>
    </dgm:pt>
    <dgm:pt modelId="{4B47CE86-DDA2-4F92-A8F6-BF2684A65613}" cxnId="{17EE38F2-7CD3-42F0-A329-1DF03EE329CD}" type="sibTrans">
      <dgm:prSet/>
      <dgm:spPr/>
      <dgm:t>
        <a:bodyPr/>
        <a:lstStyle/>
        <a:p>
          <a:endParaRPr lang="zh-CN" altLang="en-US"/>
        </a:p>
      </dgm:t>
    </dgm:pt>
    <dgm:pt modelId="{D51090BD-496F-453F-A78F-4E3851FDFAC9}">
      <dgm:prSet phldrT="[文本]" custT="1"/>
      <dgm:spPr>
        <a:solidFill>
          <a:schemeClr val="bg1"/>
        </a:solidFill>
        <a:ln>
          <a:solidFill>
            <a:srgbClr val="2F5597"/>
          </a:solidFill>
        </a:ln>
      </dgm:spPr>
      <dgm:t>
        <a:bodyPr/>
        <a:lstStyle/>
        <a:p>
          <a:r>
            <a:rPr lang="zh-CN" altLang="en-US" sz="2800" b="1" dirty="0">
              <a:solidFill>
                <a:srgbClr val="2F5597"/>
              </a:solidFill>
              <a:latin typeface="微软雅黑" panose="020B0503020204020204" pitchFamily="34" charset="-122"/>
              <a:ea typeface="微软雅黑" panose="020B0503020204020204" pitchFamily="34" charset="-122"/>
            </a:rPr>
            <a:t>进程的换出与换入</a:t>
          </a:r>
        </a:p>
      </dgm:t>
    </dgm:pt>
    <dgm:pt modelId="{BD3E0CD9-A78C-4324-B899-D078DB6AEAF1}" cxnId="{CECD52C8-D271-410A-9C1B-ACBD9520C9E4}" type="parTrans">
      <dgm:prSet/>
      <dgm:spPr/>
      <dgm:t>
        <a:bodyPr/>
        <a:lstStyle/>
        <a:p>
          <a:endParaRPr lang="zh-CN" altLang="en-US"/>
        </a:p>
      </dgm:t>
    </dgm:pt>
    <dgm:pt modelId="{0CA0872C-5CCB-4E5B-863E-FF9639D4A646}" cxnId="{CECD52C8-D271-410A-9C1B-ACBD9520C9E4}" type="sibTrans">
      <dgm:prSet/>
      <dgm:spPr/>
      <dgm:t>
        <a:bodyPr/>
        <a:lstStyle/>
        <a:p>
          <a:endParaRPr lang="zh-CN" altLang="en-US"/>
        </a:p>
      </dgm:t>
    </dgm:pt>
    <dgm:pt modelId="{F517AB00-573C-45CB-B4B8-17111068DCB6}" type="pres">
      <dgm:prSet presAssocID="{199054B8-D981-4F34-8C0E-06B9F3465F91}" presName="linear" presStyleCnt="0">
        <dgm:presLayoutVars>
          <dgm:dir/>
          <dgm:animLvl val="lvl"/>
          <dgm:resizeHandles val="exact"/>
        </dgm:presLayoutVars>
      </dgm:prSet>
      <dgm:spPr/>
    </dgm:pt>
    <dgm:pt modelId="{6ADFF888-FBC8-4D0C-9E8C-AC5DE90ADF91}" type="pres">
      <dgm:prSet presAssocID="{77613E4E-113B-41EE-955F-76727D83C738}" presName="parentLin" presStyleCnt="0"/>
      <dgm:spPr/>
    </dgm:pt>
    <dgm:pt modelId="{6E4C71DF-12E2-4A1E-AB5A-880743A5BA1C}" type="pres">
      <dgm:prSet presAssocID="{77613E4E-113B-41EE-955F-76727D83C738}" presName="parentLeftMargin" presStyleCnt="0"/>
      <dgm:spPr/>
    </dgm:pt>
    <dgm:pt modelId="{2A7184BB-52DB-4C52-8420-130E9E3C13B2}" type="pres">
      <dgm:prSet presAssocID="{77613E4E-113B-41EE-955F-76727D83C738}" presName="parentText" presStyleLbl="node1" presStyleIdx="0" presStyleCnt="3">
        <dgm:presLayoutVars>
          <dgm:chMax val="0"/>
          <dgm:bulletEnabled val="1"/>
        </dgm:presLayoutVars>
      </dgm:prSet>
      <dgm:spPr/>
    </dgm:pt>
    <dgm:pt modelId="{CEFA1F0A-959C-49D7-A724-1A2F9AACEFCA}" type="pres">
      <dgm:prSet presAssocID="{77613E4E-113B-41EE-955F-76727D83C738}" presName="negativeSpace" presStyleCnt="0"/>
      <dgm:spPr/>
    </dgm:pt>
    <dgm:pt modelId="{AA9447A5-91BF-4C3A-B005-3C85857BAD48}" type="pres">
      <dgm:prSet presAssocID="{77613E4E-113B-41EE-955F-76727D83C738}" presName="childText" presStyleLbl="conFgAcc1" presStyleIdx="0" presStyleCnt="3">
        <dgm:presLayoutVars>
          <dgm:bulletEnabled val="1"/>
        </dgm:presLayoutVars>
      </dgm:prSet>
      <dgm:spPr>
        <a:solidFill>
          <a:srgbClr val="2F5597"/>
        </a:solidFill>
        <a:ln>
          <a:solidFill>
            <a:srgbClr val="2F5597"/>
          </a:solidFill>
        </a:ln>
      </dgm:spPr>
    </dgm:pt>
    <dgm:pt modelId="{71206B89-6D6F-4065-A4F7-C9CE52A79B44}" type="pres">
      <dgm:prSet presAssocID="{5279F90E-BF5E-4F45-8EED-44C92A6235B8}" presName="spaceBetweenRectangles" presStyleCnt="0"/>
      <dgm:spPr/>
    </dgm:pt>
    <dgm:pt modelId="{E9816913-B8BF-41D3-A25D-2D9AC4CCB148}" type="pres">
      <dgm:prSet presAssocID="{1DE17AFD-E6E7-4E69-BB2F-FD7A6E52C0BD}" presName="parentLin" presStyleCnt="0"/>
      <dgm:spPr/>
    </dgm:pt>
    <dgm:pt modelId="{651E08F0-ABA6-4F03-8E0A-EE693A3E1665}" type="pres">
      <dgm:prSet presAssocID="{1DE17AFD-E6E7-4E69-BB2F-FD7A6E52C0BD}" presName="parentLeftMargin" presStyleCnt="0"/>
      <dgm:spPr/>
    </dgm:pt>
    <dgm:pt modelId="{32005391-0F6F-4CE7-A63B-C0EB18DC9D39}" type="pres">
      <dgm:prSet presAssocID="{1DE17AFD-E6E7-4E69-BB2F-FD7A6E52C0BD}" presName="parentText" presStyleLbl="node1" presStyleIdx="1" presStyleCnt="3">
        <dgm:presLayoutVars>
          <dgm:chMax val="0"/>
          <dgm:bulletEnabled val="1"/>
        </dgm:presLayoutVars>
      </dgm:prSet>
      <dgm:spPr/>
    </dgm:pt>
    <dgm:pt modelId="{06325A17-66CE-400B-A192-8ABD0B4C0DE7}" type="pres">
      <dgm:prSet presAssocID="{1DE17AFD-E6E7-4E69-BB2F-FD7A6E52C0BD}" presName="negativeSpace" presStyleCnt="0"/>
      <dgm:spPr/>
    </dgm:pt>
    <dgm:pt modelId="{B98633E7-1255-400C-97DF-142421D4D9FB}" type="pres">
      <dgm:prSet presAssocID="{1DE17AFD-E6E7-4E69-BB2F-FD7A6E52C0BD}" presName="childText" presStyleLbl="conFgAcc1" presStyleIdx="1" presStyleCnt="3">
        <dgm:presLayoutVars>
          <dgm:bulletEnabled val="1"/>
        </dgm:presLayoutVars>
      </dgm:prSet>
      <dgm:spPr>
        <a:xfrm>
          <a:off x="0" y="1473388"/>
          <a:ext cx="6486385" cy="604800"/>
        </a:xfrm>
        <a:prstGeom prst="rect">
          <a:avLst/>
        </a:prstGeom>
        <a:solidFill>
          <a:srgbClr val="2F5597"/>
        </a:solidFill>
        <a:ln w="12700" cap="flat" cmpd="sng" algn="ctr">
          <a:solidFill>
            <a:srgbClr val="2F5597"/>
          </a:solidFill>
          <a:prstDash val="solid"/>
          <a:miter lim="800000"/>
        </a:ln>
        <a:effectLst/>
      </dgm:spPr>
    </dgm:pt>
    <dgm:pt modelId="{0275BAD8-5BC0-4B3C-A344-92E5F00F206F}" type="pres">
      <dgm:prSet presAssocID="{4B47CE86-DDA2-4F92-A8F6-BF2684A65613}" presName="spaceBetweenRectangles" presStyleCnt="0"/>
      <dgm:spPr/>
    </dgm:pt>
    <dgm:pt modelId="{461C904A-BBCA-4A30-9BAE-08F626A8A2F1}" type="pres">
      <dgm:prSet presAssocID="{D51090BD-496F-453F-A78F-4E3851FDFAC9}" presName="parentLin" presStyleCnt="0"/>
      <dgm:spPr/>
    </dgm:pt>
    <dgm:pt modelId="{C022F0E2-D138-4B75-906C-74F516094EF6}" type="pres">
      <dgm:prSet presAssocID="{D51090BD-496F-453F-A78F-4E3851FDFAC9}" presName="parentLeftMargin" presStyleCnt="0"/>
      <dgm:spPr/>
    </dgm:pt>
    <dgm:pt modelId="{D5E0838E-2154-41F8-AB95-93327E12EB8F}" type="pres">
      <dgm:prSet presAssocID="{D51090BD-496F-453F-A78F-4E3851FDFAC9}" presName="parentText" presStyleLbl="node1" presStyleIdx="2" presStyleCnt="3">
        <dgm:presLayoutVars>
          <dgm:chMax val="0"/>
          <dgm:bulletEnabled val="1"/>
        </dgm:presLayoutVars>
      </dgm:prSet>
      <dgm:spPr/>
    </dgm:pt>
    <dgm:pt modelId="{9B67FD88-6E57-472F-B13A-42E75CB671DD}" type="pres">
      <dgm:prSet presAssocID="{D51090BD-496F-453F-A78F-4E3851FDFAC9}" presName="negativeSpace" presStyleCnt="0"/>
      <dgm:spPr/>
    </dgm:pt>
    <dgm:pt modelId="{C07C73CB-A80D-4B2A-9F42-2A0041437C51}" type="pres">
      <dgm:prSet presAssocID="{D51090BD-496F-453F-A78F-4E3851FDFAC9}" presName="childText" presStyleLbl="conFgAcc1" presStyleIdx="2" presStyleCnt="3">
        <dgm:presLayoutVars>
          <dgm:bulletEnabled val="1"/>
        </dgm:presLayoutVars>
      </dgm:prSet>
      <dgm:spPr>
        <a:xfrm>
          <a:off x="0" y="2562028"/>
          <a:ext cx="6486385" cy="604800"/>
        </a:xfrm>
        <a:prstGeom prst="rect">
          <a:avLst/>
        </a:prstGeom>
        <a:solidFill>
          <a:srgbClr val="2F5597"/>
        </a:solidFill>
        <a:ln w="12700" cap="flat" cmpd="sng" algn="ctr">
          <a:solidFill>
            <a:srgbClr val="2F5597"/>
          </a:solidFill>
          <a:prstDash val="solid"/>
          <a:miter lim="800000"/>
        </a:ln>
        <a:effectLst/>
      </dgm:spPr>
    </dgm:pt>
  </dgm:ptLst>
  <dgm:cxnLst>
    <dgm:cxn modelId="{04E182F0-C294-4492-A787-DAB3D3A7C78D}" srcId="{199054B8-D981-4F34-8C0E-06B9F3465F91}" destId="{77613E4E-113B-41EE-955F-76727D83C738}" srcOrd="0" destOrd="0" parTransId="{110BBF70-FADB-416B-BA45-A6472ED1D786}" sibTransId="{5279F90E-BF5E-4F45-8EED-44C92A6235B8}"/>
    <dgm:cxn modelId="{17EE38F2-7CD3-42F0-A329-1DF03EE329CD}" srcId="{199054B8-D981-4F34-8C0E-06B9F3465F91}" destId="{1DE17AFD-E6E7-4E69-BB2F-FD7A6E52C0BD}" srcOrd="1" destOrd="0" parTransId="{6D9ADD38-CCE7-4B2C-8790-5BCA0C78F40A}" sibTransId="{4B47CE86-DDA2-4F92-A8F6-BF2684A65613}"/>
    <dgm:cxn modelId="{CECD52C8-D271-410A-9C1B-ACBD9520C9E4}" srcId="{199054B8-D981-4F34-8C0E-06B9F3465F91}" destId="{D51090BD-496F-453F-A78F-4E3851FDFAC9}" srcOrd="2" destOrd="0" parTransId="{BD3E0CD9-A78C-4324-B899-D078DB6AEAF1}" sibTransId="{0CA0872C-5CCB-4E5B-863E-FF9639D4A646}"/>
    <dgm:cxn modelId="{DDB3D9B0-B003-40A9-AE23-FDCF5699A06A}" type="presOf" srcId="{199054B8-D981-4F34-8C0E-06B9F3465F91}" destId="{F517AB00-573C-45CB-B4B8-17111068DCB6}" srcOrd="0" destOrd="0" presId="urn:microsoft.com/office/officeart/2005/8/layout/list1"/>
    <dgm:cxn modelId="{62AB98F9-5098-4874-8609-D318ADCD1837}" type="presParOf" srcId="{F517AB00-573C-45CB-B4B8-17111068DCB6}" destId="{6ADFF888-FBC8-4D0C-9E8C-AC5DE90ADF91}" srcOrd="0" destOrd="0" presId="urn:microsoft.com/office/officeart/2005/8/layout/list1"/>
    <dgm:cxn modelId="{6DFBF29A-B3E7-42D6-BA17-1EBADB16D854}" type="presParOf" srcId="{6ADFF888-FBC8-4D0C-9E8C-AC5DE90ADF91}" destId="{6E4C71DF-12E2-4A1E-AB5A-880743A5BA1C}" srcOrd="0" destOrd="0" presId="urn:microsoft.com/office/officeart/2005/8/layout/list1"/>
    <dgm:cxn modelId="{4E97EB9B-FF48-4D6F-8D4A-C8B117B584DD}" type="presOf" srcId="{77613E4E-113B-41EE-955F-76727D83C738}" destId="{6E4C71DF-12E2-4A1E-AB5A-880743A5BA1C}" srcOrd="0" destOrd="0" presId="urn:microsoft.com/office/officeart/2005/8/layout/list1"/>
    <dgm:cxn modelId="{1C932B98-E510-4A2E-AF4A-16001FCE3784}" type="presParOf" srcId="{6ADFF888-FBC8-4D0C-9E8C-AC5DE90ADF91}" destId="{2A7184BB-52DB-4C52-8420-130E9E3C13B2}" srcOrd="1" destOrd="0" presId="urn:microsoft.com/office/officeart/2005/8/layout/list1"/>
    <dgm:cxn modelId="{C25A0FD5-D709-407D-9530-1B41776EB32F}" type="presOf" srcId="{77613E4E-113B-41EE-955F-76727D83C738}" destId="{2A7184BB-52DB-4C52-8420-130E9E3C13B2}" srcOrd="0" destOrd="0" presId="urn:microsoft.com/office/officeart/2005/8/layout/list1"/>
    <dgm:cxn modelId="{D925AD7E-CA05-4C9F-BB8B-3B2668FA32D4}" type="presParOf" srcId="{F517AB00-573C-45CB-B4B8-17111068DCB6}" destId="{CEFA1F0A-959C-49D7-A724-1A2F9AACEFCA}" srcOrd="1" destOrd="0" presId="urn:microsoft.com/office/officeart/2005/8/layout/list1"/>
    <dgm:cxn modelId="{1B4B9BA6-B66A-43D8-AFF2-047A9C124903}" type="presParOf" srcId="{F517AB00-573C-45CB-B4B8-17111068DCB6}" destId="{AA9447A5-91BF-4C3A-B005-3C85857BAD48}" srcOrd="2" destOrd="0" presId="urn:microsoft.com/office/officeart/2005/8/layout/list1"/>
    <dgm:cxn modelId="{5C80B4AD-6A35-40A7-B100-EC5289AFD127}" type="presParOf" srcId="{F517AB00-573C-45CB-B4B8-17111068DCB6}" destId="{71206B89-6D6F-4065-A4F7-C9CE52A79B44}" srcOrd="3" destOrd="0" presId="urn:microsoft.com/office/officeart/2005/8/layout/list1"/>
    <dgm:cxn modelId="{15EE0197-0DDB-465E-887B-29491D2CF3C2}" type="presParOf" srcId="{F517AB00-573C-45CB-B4B8-17111068DCB6}" destId="{E9816913-B8BF-41D3-A25D-2D9AC4CCB148}" srcOrd="4" destOrd="0" presId="urn:microsoft.com/office/officeart/2005/8/layout/list1"/>
    <dgm:cxn modelId="{AD01664F-3BA3-40DD-B29B-62C85293467A}" type="presParOf" srcId="{E9816913-B8BF-41D3-A25D-2D9AC4CCB148}" destId="{651E08F0-ABA6-4F03-8E0A-EE693A3E1665}" srcOrd="0" destOrd="4" presId="urn:microsoft.com/office/officeart/2005/8/layout/list1"/>
    <dgm:cxn modelId="{AA22FC68-70BA-4805-B6BF-BB9F5E0BC7C1}" type="presOf" srcId="{1DE17AFD-E6E7-4E69-BB2F-FD7A6E52C0BD}" destId="{651E08F0-ABA6-4F03-8E0A-EE693A3E1665}" srcOrd="0" destOrd="0" presId="urn:microsoft.com/office/officeart/2005/8/layout/list1"/>
    <dgm:cxn modelId="{EF1EDD71-5B2A-4DD8-8C7E-A1CBC100A903}" type="presParOf" srcId="{E9816913-B8BF-41D3-A25D-2D9AC4CCB148}" destId="{32005391-0F6F-4CE7-A63B-C0EB18DC9D39}" srcOrd="1" destOrd="4" presId="urn:microsoft.com/office/officeart/2005/8/layout/list1"/>
    <dgm:cxn modelId="{D4827821-9C0B-443E-9060-24572DFB1EAB}" type="presOf" srcId="{1DE17AFD-E6E7-4E69-BB2F-FD7A6E52C0BD}" destId="{32005391-0F6F-4CE7-A63B-C0EB18DC9D39}" srcOrd="0" destOrd="0" presId="urn:microsoft.com/office/officeart/2005/8/layout/list1"/>
    <dgm:cxn modelId="{24161D1F-A2FE-477D-A6D3-75821DD28304}" type="presParOf" srcId="{F517AB00-573C-45CB-B4B8-17111068DCB6}" destId="{06325A17-66CE-400B-A192-8ABD0B4C0DE7}" srcOrd="5" destOrd="0" presId="urn:microsoft.com/office/officeart/2005/8/layout/list1"/>
    <dgm:cxn modelId="{63F77C51-6FAC-45F8-B6A7-F03B598A0AF7}" type="presParOf" srcId="{F517AB00-573C-45CB-B4B8-17111068DCB6}" destId="{B98633E7-1255-400C-97DF-142421D4D9FB}" srcOrd="6" destOrd="0" presId="urn:microsoft.com/office/officeart/2005/8/layout/list1"/>
    <dgm:cxn modelId="{CA76F1A5-FADF-4EF8-9D5B-04E68242900B}" type="presParOf" srcId="{F517AB00-573C-45CB-B4B8-17111068DCB6}" destId="{0275BAD8-5BC0-4B3C-A344-92E5F00F206F}" srcOrd="7" destOrd="0" presId="urn:microsoft.com/office/officeart/2005/8/layout/list1"/>
    <dgm:cxn modelId="{ADB783A9-9811-436B-A70A-1DFB7EBF5046}" type="presParOf" srcId="{F517AB00-573C-45CB-B4B8-17111068DCB6}" destId="{461C904A-BBCA-4A30-9BAE-08F626A8A2F1}" srcOrd="8" destOrd="0" presId="urn:microsoft.com/office/officeart/2005/8/layout/list1"/>
    <dgm:cxn modelId="{29754CD9-22F9-4971-8429-E61154CBFB0F}" type="presParOf" srcId="{461C904A-BBCA-4A30-9BAE-08F626A8A2F1}" destId="{C022F0E2-D138-4B75-906C-74F516094EF6}" srcOrd="0" destOrd="8" presId="urn:microsoft.com/office/officeart/2005/8/layout/list1"/>
    <dgm:cxn modelId="{2FB0A54B-E273-4B80-8C02-9AA55B0D16AC}" type="presOf" srcId="{D51090BD-496F-453F-A78F-4E3851FDFAC9}" destId="{C022F0E2-D138-4B75-906C-74F516094EF6}" srcOrd="0" destOrd="0" presId="urn:microsoft.com/office/officeart/2005/8/layout/list1"/>
    <dgm:cxn modelId="{9C6C833A-C9C8-43A4-9581-7CA7FC1818E2}" type="presParOf" srcId="{461C904A-BBCA-4A30-9BAE-08F626A8A2F1}" destId="{D5E0838E-2154-41F8-AB95-93327E12EB8F}" srcOrd="1" destOrd="8" presId="urn:microsoft.com/office/officeart/2005/8/layout/list1"/>
    <dgm:cxn modelId="{26CD29EB-C979-4A95-B59D-6C79B010F22D}" type="presOf" srcId="{D51090BD-496F-453F-A78F-4E3851FDFAC9}" destId="{D5E0838E-2154-41F8-AB95-93327E12EB8F}" srcOrd="0" destOrd="0" presId="urn:microsoft.com/office/officeart/2005/8/layout/list1"/>
    <dgm:cxn modelId="{A5ADB85C-5484-424E-B4A5-1AF7F76C7513}" type="presParOf" srcId="{F517AB00-573C-45CB-B4B8-17111068DCB6}" destId="{9B67FD88-6E57-472F-B13A-42E75CB671DD}" srcOrd="9" destOrd="0" presId="urn:microsoft.com/office/officeart/2005/8/layout/list1"/>
    <dgm:cxn modelId="{088EFCD9-303F-4D67-9E52-8DDF0657FD8F}" type="presParOf" srcId="{F517AB00-573C-45CB-B4B8-17111068DCB6}" destId="{C07C73CB-A80D-4B2A-9F42-2A0041437C51}" srcOrd="10"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FD478015-E4AE-4E80-AF24-A2D21EDBC337}" type="doc">
      <dgm:prSet loTypeId="urn:microsoft.com/office/officeart/2005/8/layout/vList2#3" loCatId="list" qsTypeId="urn:microsoft.com/office/officeart/2005/8/quickstyle/simple1#9" qsCatId="simple" csTypeId="urn:microsoft.com/office/officeart/2005/8/colors/colorful1#1" csCatId="colorful" phldr="1"/>
      <dgm:spPr/>
      <dgm:t>
        <a:bodyPr/>
        <a:lstStyle/>
        <a:p>
          <a:endParaRPr lang="zh-CN" altLang="en-US"/>
        </a:p>
      </dgm:t>
    </dgm:pt>
    <dgm:pt modelId="{1AD147BB-ECCD-4AD6-B446-86EACD600D49}">
      <dgm:prSet custT="1"/>
      <dgm:spPr>
        <a:solidFill>
          <a:srgbClr val="4472C4">
            <a:lumMod val="75000"/>
          </a:srgbClr>
        </a:solidFill>
        <a:ln w="12700" cap="flat" cmpd="sng" algn="ctr">
          <a:solidFill>
            <a:prstClr val="white">
              <a:hueOff val="0"/>
              <a:satOff val="0"/>
              <a:lumOff val="0"/>
              <a:alphaOff val="0"/>
            </a:prstClr>
          </a:solidFill>
          <a:prstDash val="solid"/>
          <a:miter lim="800000"/>
        </a:ln>
        <a:effectLst/>
      </dgm:spPr>
      <dgm:t>
        <a:bodyPr spcFirstLastPara="0" vert="horz" wrap="square" lIns="121920" tIns="121920" rIns="121920" bIns="121920" numCol="1" spcCol="1270" anchor="ctr" anchorCtr="0"/>
        <a:lstStyle/>
        <a:p>
          <a:pPr marL="0" lvl="0" indent="0" algn="l" defTabSz="1466850">
            <a:lnSpc>
              <a:spcPct val="90000"/>
            </a:lnSpc>
            <a:spcBef>
              <a:spcPct val="0"/>
            </a:spcBef>
            <a:spcAft>
              <a:spcPct val="35000"/>
            </a:spcAft>
            <a:buNone/>
          </a:pPr>
          <a:r>
            <a:rPr lang="zh-CN" altLang="en-US" sz="3200" b="1" kern="1200" dirty="0">
              <a:solidFill>
                <a:prstClr val="white"/>
              </a:solidFill>
              <a:latin typeface="微软雅黑" panose="020B0503020204020204" pitchFamily="34" charset="-122"/>
              <a:ea typeface="微软雅黑" panose="020B0503020204020204" pitchFamily="34" charset="-122"/>
              <a:cs typeface="+mn-cs"/>
            </a:rPr>
            <a:t>    程序的装入和链接</a:t>
          </a:r>
        </a:p>
      </dgm:t>
    </dgm:pt>
    <dgm:pt modelId="{24B51315-1B0B-4F79-AF5C-142DDE53554B}" cxnId="{5F278370-DC1B-43BD-9892-81A65D94011D}" type="parTrans">
      <dgm:prSet/>
      <dgm:spPr/>
      <dgm:t>
        <a:bodyPr/>
        <a:lstStyle/>
        <a:p>
          <a:endParaRPr lang="zh-CN" altLang="en-US"/>
        </a:p>
      </dgm:t>
    </dgm:pt>
    <dgm:pt modelId="{5B4E2F5C-B8A9-4CD3-A569-5BD69BDDBC7C}" cxnId="{5F278370-DC1B-43BD-9892-81A65D94011D}" type="sibTrans">
      <dgm:prSet/>
      <dgm:spPr/>
      <dgm:t>
        <a:bodyPr/>
        <a:lstStyle/>
        <a:p>
          <a:endParaRPr lang="zh-CN" altLang="en-US"/>
        </a:p>
      </dgm:t>
    </dgm:pt>
    <dgm:pt modelId="{FB4DF201-843C-4B73-8F0D-51E31B0DA051}">
      <dgm:prSet custT="1"/>
      <dgm:spPr>
        <a:solidFill>
          <a:srgbClr val="4472C4">
            <a:lumMod val="75000"/>
          </a:srgbClr>
        </a:solidFill>
        <a:ln w="12700" cap="flat" cmpd="sng" algn="ctr">
          <a:solidFill>
            <a:prstClr val="white">
              <a:hueOff val="0"/>
              <a:satOff val="0"/>
              <a:lumOff val="0"/>
              <a:alphaOff val="0"/>
            </a:prstClr>
          </a:solidFill>
          <a:prstDash val="solid"/>
          <a:miter lim="800000"/>
        </a:ln>
        <a:effectLst/>
      </dgm:spPr>
      <dgm:t>
        <a:bodyPr spcFirstLastPara="0" vert="horz" wrap="square" lIns="121920" tIns="121920" rIns="121920" bIns="121920" numCol="1" spcCol="1270" anchor="ctr" anchorCtr="0"/>
        <a:lstStyle/>
        <a:p>
          <a:pPr marL="0" lvl="0" indent="0" algn="l" defTabSz="1466850">
            <a:lnSpc>
              <a:spcPct val="90000"/>
            </a:lnSpc>
            <a:spcBef>
              <a:spcPct val="0"/>
            </a:spcBef>
            <a:spcAft>
              <a:spcPct val="35000"/>
            </a:spcAft>
            <a:buNone/>
          </a:pPr>
          <a:r>
            <a:rPr lang="zh-CN" altLang="en-US" sz="3200" b="1" kern="1200" dirty="0">
              <a:solidFill>
                <a:schemeClr val="bg1"/>
              </a:solidFill>
              <a:latin typeface="微软雅黑" panose="020B0503020204020204" pitchFamily="34" charset="-122"/>
              <a:ea typeface="微软雅黑" panose="020B0503020204020204" pitchFamily="34" charset="-122"/>
              <a:cs typeface="+mn-cs"/>
            </a:rPr>
            <a:t>    连续分配存储管理方式</a:t>
          </a:r>
        </a:p>
      </dgm:t>
    </dgm:pt>
    <dgm:pt modelId="{A92B47A3-4B1B-4DBF-9C8F-53BB89C57576}" cxnId="{3A912073-6D15-4AEB-8B4D-8AF24F204D31}" type="parTrans">
      <dgm:prSet/>
      <dgm:spPr/>
      <dgm:t>
        <a:bodyPr/>
        <a:lstStyle/>
        <a:p>
          <a:endParaRPr lang="zh-CN" altLang="en-US"/>
        </a:p>
      </dgm:t>
    </dgm:pt>
    <dgm:pt modelId="{2F98E893-B11C-4A3D-8B25-F80E13394A80}" cxnId="{3A912073-6D15-4AEB-8B4D-8AF24F204D31}" type="sibTrans">
      <dgm:prSet/>
      <dgm:spPr/>
      <dgm:t>
        <a:bodyPr/>
        <a:lstStyle/>
        <a:p>
          <a:endParaRPr lang="zh-CN" altLang="en-US"/>
        </a:p>
      </dgm:t>
    </dgm:pt>
    <dgm:pt modelId="{431842DA-C10C-4F00-A8FF-38F36FAA3318}">
      <dgm:prSet custT="1"/>
      <dgm:spPr>
        <a:solidFill>
          <a:srgbClr val="4472C4">
            <a:lumMod val="75000"/>
          </a:srgbClr>
        </a:solidFill>
        <a:ln w="12700" cap="flat" cmpd="sng" algn="ctr">
          <a:solidFill>
            <a:prstClr val="white">
              <a:hueOff val="0"/>
              <a:satOff val="0"/>
              <a:lumOff val="0"/>
              <a:alphaOff val="0"/>
            </a:prstClr>
          </a:solidFill>
          <a:prstDash val="solid"/>
          <a:miter lim="800000"/>
        </a:ln>
        <a:effectLst/>
      </dgm:spPr>
      <dgm:t>
        <a:bodyPr spcFirstLastPara="0" vert="horz" wrap="square" lIns="121920" tIns="121920" rIns="121920" bIns="121920" numCol="1" spcCol="1270" anchor="ctr" anchorCtr="0"/>
        <a:lstStyle/>
        <a:p>
          <a:pPr marL="0" lvl="0" indent="0" algn="l" defTabSz="1466850">
            <a:lnSpc>
              <a:spcPct val="90000"/>
            </a:lnSpc>
            <a:spcBef>
              <a:spcPct val="0"/>
            </a:spcBef>
            <a:spcAft>
              <a:spcPct val="35000"/>
            </a:spcAft>
            <a:buNone/>
          </a:pPr>
          <a:r>
            <a:rPr lang="zh-CN" altLang="en-US" sz="3200" b="1" kern="1200" dirty="0">
              <a:solidFill>
                <a:prstClr val="white"/>
              </a:solidFill>
              <a:latin typeface="微软雅黑" panose="020B0503020204020204" pitchFamily="34" charset="-122"/>
              <a:ea typeface="微软雅黑" panose="020B0503020204020204" pitchFamily="34" charset="-122"/>
              <a:cs typeface="+mn-cs"/>
            </a:rPr>
            <a:t>    对换（</a:t>
          </a:r>
          <a:r>
            <a:rPr lang="en-US" altLang="zh-CN" sz="3200" b="1" kern="1200" dirty="0">
              <a:solidFill>
                <a:prstClr val="white"/>
              </a:solidFill>
              <a:latin typeface="微软雅黑" panose="020B0503020204020204" pitchFamily="34" charset="-122"/>
              <a:ea typeface="微软雅黑" panose="020B0503020204020204" pitchFamily="34" charset="-122"/>
              <a:cs typeface="+mn-cs"/>
            </a:rPr>
            <a:t>Swapping</a:t>
          </a:r>
          <a:r>
            <a:rPr lang="zh-CN" altLang="en-US" sz="3200" b="1" kern="1200" dirty="0">
              <a:solidFill>
                <a:prstClr val="white"/>
              </a:solidFill>
              <a:latin typeface="微软雅黑" panose="020B0503020204020204" pitchFamily="34" charset="-122"/>
              <a:ea typeface="微软雅黑" panose="020B0503020204020204" pitchFamily="34" charset="-122"/>
              <a:cs typeface="+mn-cs"/>
            </a:rPr>
            <a:t>）</a:t>
          </a:r>
        </a:p>
      </dgm:t>
    </dgm:pt>
    <dgm:pt modelId="{BE0C0096-21E5-4052-9490-5A12F6133583}" cxnId="{B259F718-CCD2-4763-8869-C91BB99F2806}" type="parTrans">
      <dgm:prSet/>
      <dgm:spPr/>
      <dgm:t>
        <a:bodyPr/>
        <a:lstStyle/>
        <a:p>
          <a:endParaRPr lang="zh-CN" altLang="en-US"/>
        </a:p>
      </dgm:t>
    </dgm:pt>
    <dgm:pt modelId="{E216F8AC-76D1-45A8-B317-CA0BB7ACCF2F}" cxnId="{B259F718-CCD2-4763-8869-C91BB99F2806}" type="sibTrans">
      <dgm:prSet/>
      <dgm:spPr/>
      <dgm:t>
        <a:bodyPr/>
        <a:lstStyle/>
        <a:p>
          <a:endParaRPr lang="zh-CN" altLang="en-US"/>
        </a:p>
      </dgm:t>
    </dgm:pt>
    <dgm:pt modelId="{C73CA419-B308-4FEC-BB9F-9EA192EABD32}">
      <dgm:prSet custT="1"/>
      <dgm:spPr>
        <a:solidFill>
          <a:prstClr val="white"/>
        </a:solidFill>
        <a:ln w="12700" cap="flat" cmpd="sng" algn="ctr">
          <a:solidFill>
            <a:srgbClr val="2F5597"/>
          </a:solidFill>
          <a:prstDash val="solid"/>
          <a:miter lim="800000"/>
        </a:ln>
        <a:effectLst/>
      </dgm:spPr>
      <dgm:t>
        <a:bodyPr spcFirstLastPara="0" vert="horz" wrap="square" lIns="558556" tIns="83820" rIns="83820" bIns="83820" numCol="1" spcCol="1270" anchor="ctr" anchorCtr="0"/>
        <a:lstStyle/>
        <a:p>
          <a:pPr marL="0" lvl="0" indent="0" algn="l" defTabSz="1466850">
            <a:lnSpc>
              <a:spcPct val="90000"/>
            </a:lnSpc>
            <a:spcBef>
              <a:spcPct val="0"/>
            </a:spcBef>
            <a:spcAft>
              <a:spcPct val="35000"/>
            </a:spcAft>
            <a:buNone/>
          </a:pPr>
          <a:r>
            <a:rPr lang="zh-CN" altLang="en-US" sz="3200" b="1" kern="1200" dirty="0">
              <a:solidFill>
                <a:srgbClr val="2F5597"/>
              </a:solidFill>
              <a:latin typeface="微软雅黑" panose="020B0503020204020204" pitchFamily="34" charset="-122"/>
              <a:ea typeface="微软雅黑" panose="020B0503020204020204" pitchFamily="34" charset="-122"/>
              <a:cs typeface="+mn-cs"/>
            </a:rPr>
            <a:t> 分页存储管理方式</a:t>
          </a:r>
        </a:p>
      </dgm:t>
    </dgm:pt>
    <dgm:pt modelId="{65E10C13-A8E5-4B34-A00E-314FD6825CE3}" cxnId="{C3B1DB02-AF7B-46ED-88D3-4391098D3645}" type="parTrans">
      <dgm:prSet/>
      <dgm:spPr/>
      <dgm:t>
        <a:bodyPr/>
        <a:lstStyle/>
        <a:p>
          <a:endParaRPr lang="zh-CN" altLang="en-US"/>
        </a:p>
      </dgm:t>
    </dgm:pt>
    <dgm:pt modelId="{2A989A88-5D37-47D6-AA7A-31CB121F721E}" cxnId="{C3B1DB02-AF7B-46ED-88D3-4391098D3645}" type="sibTrans">
      <dgm:prSet/>
      <dgm:spPr/>
      <dgm:t>
        <a:bodyPr/>
        <a:lstStyle/>
        <a:p>
          <a:endParaRPr lang="zh-CN" altLang="en-US"/>
        </a:p>
      </dgm:t>
    </dgm:pt>
    <dgm:pt modelId="{D33436B3-0B13-4F32-9190-BCCD9B53E797}">
      <dgm:prSet custT="1"/>
      <dgm:spPr>
        <a:solidFill>
          <a:schemeClr val="accent1">
            <a:lumMod val="75000"/>
          </a:schemeClr>
        </a:solidFill>
      </dgm:spPr>
      <dgm:t>
        <a:bodyPr/>
        <a:lstStyle/>
        <a:p>
          <a:pPr marL="0" lvl="0" indent="0" algn="l" defTabSz="1466850">
            <a:lnSpc>
              <a:spcPct val="90000"/>
            </a:lnSpc>
            <a:spcBef>
              <a:spcPct val="0"/>
            </a:spcBef>
            <a:spcAft>
              <a:spcPct val="35000"/>
            </a:spcAft>
            <a:buNone/>
          </a:pPr>
          <a:r>
            <a:rPr lang="zh-CN" altLang="en-US" sz="3200" b="1" kern="1200" dirty="0">
              <a:latin typeface="微软雅黑" panose="020B0503020204020204" pitchFamily="34" charset="-122"/>
              <a:ea typeface="微软雅黑" panose="020B0503020204020204" pitchFamily="34" charset="-122"/>
              <a:cs typeface="+mn-cs"/>
            </a:rPr>
            <a:t>    分段存储管理方式</a:t>
          </a:r>
        </a:p>
      </dgm:t>
    </dgm:pt>
    <dgm:pt modelId="{AC01A53B-906E-4AA6-8ADB-FD0A506CF275}" cxnId="{745844F4-E7BF-49A0-BF39-85F379FE92AE}" type="parTrans">
      <dgm:prSet/>
      <dgm:spPr/>
      <dgm:t>
        <a:bodyPr/>
        <a:lstStyle/>
        <a:p>
          <a:endParaRPr lang="zh-CN" altLang="en-US"/>
        </a:p>
      </dgm:t>
    </dgm:pt>
    <dgm:pt modelId="{F66FA5A6-3FD2-4AA2-B7BC-F2DBFF7EAEEC}" cxnId="{745844F4-E7BF-49A0-BF39-85F379FE92AE}" type="sibTrans">
      <dgm:prSet/>
      <dgm:spPr/>
      <dgm:t>
        <a:bodyPr/>
        <a:lstStyle/>
        <a:p>
          <a:endParaRPr lang="zh-CN" altLang="en-US"/>
        </a:p>
      </dgm:t>
    </dgm:pt>
    <dgm:pt modelId="{35EEBC4D-253C-40B6-A38D-5C4AE37EE567}">
      <dgm:prSet phldrT="[文本]" custT="1"/>
      <dgm:spPr>
        <a:solidFill>
          <a:srgbClr val="4472C4">
            <a:lumMod val="75000"/>
          </a:srgbClr>
        </a:solidFill>
        <a:ln w="12700" cap="flat" cmpd="sng" algn="ctr">
          <a:solidFill>
            <a:prstClr val="white">
              <a:hueOff val="0"/>
              <a:satOff val="0"/>
              <a:lumOff val="0"/>
              <a:alphaOff val="0"/>
            </a:prstClr>
          </a:solidFill>
          <a:prstDash val="solid"/>
          <a:miter lim="800000"/>
        </a:ln>
        <a:effectLst/>
      </dgm:spPr>
      <dgm:t>
        <a:bodyPr spcFirstLastPara="0" vert="horz" wrap="square" lIns="121920" tIns="121920" rIns="121920" bIns="121920" numCol="1" spcCol="1270" anchor="ctr" anchorCtr="0"/>
        <a:lstStyle/>
        <a:p>
          <a:pPr marL="0" lvl="0" indent="0" algn="l" defTabSz="1466850">
            <a:lnSpc>
              <a:spcPct val="90000"/>
            </a:lnSpc>
            <a:spcBef>
              <a:spcPct val="0"/>
            </a:spcBef>
            <a:spcAft>
              <a:spcPct val="35000"/>
            </a:spcAft>
            <a:buNone/>
          </a:pPr>
          <a:r>
            <a:rPr lang="zh-CN" altLang="en-US" sz="3200" b="1" kern="1200" dirty="0">
              <a:solidFill>
                <a:schemeClr val="bg1"/>
              </a:solidFill>
              <a:latin typeface="微软雅黑" panose="020B0503020204020204" pitchFamily="34" charset="-122"/>
              <a:ea typeface="微软雅黑" panose="020B0503020204020204" pitchFamily="34" charset="-122"/>
              <a:cs typeface="+mn-cs"/>
            </a:rPr>
            <a:t>    存储器的层次结构</a:t>
          </a:r>
        </a:p>
      </dgm:t>
    </dgm:pt>
    <dgm:pt modelId="{0DB1FB0F-E3E4-4EE8-BE91-04D430FB4DFF}" cxnId="{9856D63F-2B56-415E-A2DB-CDD8C4B129D4}" type="parTrans">
      <dgm:prSet/>
      <dgm:spPr/>
      <dgm:t>
        <a:bodyPr/>
        <a:lstStyle/>
        <a:p>
          <a:endParaRPr lang="zh-CN" altLang="en-US"/>
        </a:p>
      </dgm:t>
    </dgm:pt>
    <dgm:pt modelId="{B0B98F56-42B7-4EC3-89A0-35E375E90921}" cxnId="{9856D63F-2B56-415E-A2DB-CDD8C4B129D4}" type="sibTrans">
      <dgm:prSet/>
      <dgm:spPr/>
      <dgm:t>
        <a:bodyPr/>
        <a:lstStyle/>
        <a:p>
          <a:endParaRPr lang="zh-CN" altLang="en-US"/>
        </a:p>
      </dgm:t>
    </dgm:pt>
    <dgm:pt modelId="{CAF4CC0F-3782-4F8A-B74F-8D8B3539C608}" type="pres">
      <dgm:prSet presAssocID="{FD478015-E4AE-4E80-AF24-A2D21EDBC337}" presName="linear" presStyleCnt="0">
        <dgm:presLayoutVars>
          <dgm:animLvl val="lvl"/>
          <dgm:resizeHandles val="exact"/>
        </dgm:presLayoutVars>
      </dgm:prSet>
      <dgm:spPr/>
    </dgm:pt>
    <dgm:pt modelId="{D2030072-27AD-406A-84AE-0966EE003465}" type="pres">
      <dgm:prSet presAssocID="{35EEBC4D-253C-40B6-A38D-5C4AE37EE567}" presName="parentText" presStyleLbl="node1" presStyleIdx="0" presStyleCnt="6" custLinFactNeighborX="302">
        <dgm:presLayoutVars>
          <dgm:chMax val="0"/>
          <dgm:bulletEnabled val="1"/>
        </dgm:presLayoutVars>
      </dgm:prSet>
      <dgm:spPr>
        <a:xfrm>
          <a:off x="0" y="1984"/>
          <a:ext cx="7335520" cy="925494"/>
        </a:xfrm>
        <a:prstGeom prst="roundRect">
          <a:avLst/>
        </a:prstGeom>
      </dgm:spPr>
    </dgm:pt>
    <dgm:pt modelId="{33C3C1E0-101A-4178-BBFF-A4AEF9F3C3AF}" type="pres">
      <dgm:prSet presAssocID="{B0B98F56-42B7-4EC3-89A0-35E375E90921}" presName="spacer" presStyleCnt="0"/>
      <dgm:spPr/>
    </dgm:pt>
    <dgm:pt modelId="{9D955F22-870E-4516-9F36-BFA399447422}" type="pres">
      <dgm:prSet presAssocID="{1AD147BB-ECCD-4AD6-B446-86EACD600D49}" presName="parentText" presStyleLbl="node1" presStyleIdx="1" presStyleCnt="6">
        <dgm:presLayoutVars>
          <dgm:chMax val="0"/>
          <dgm:bulletEnabled val="1"/>
        </dgm:presLayoutVars>
      </dgm:prSet>
      <dgm:spPr>
        <a:xfrm>
          <a:off x="0" y="940612"/>
          <a:ext cx="7335520" cy="925945"/>
        </a:xfrm>
        <a:prstGeom prst="roundRect">
          <a:avLst/>
        </a:prstGeom>
      </dgm:spPr>
    </dgm:pt>
    <dgm:pt modelId="{2FE02930-3677-461D-B85E-26435DB47E7B}" type="pres">
      <dgm:prSet presAssocID="{5B4E2F5C-B8A9-4CD3-A569-5BD69BDDBC7C}" presName="spacer" presStyleCnt="0"/>
      <dgm:spPr/>
    </dgm:pt>
    <dgm:pt modelId="{6F219609-DD04-44CD-8464-34C16D707E20}" type="pres">
      <dgm:prSet presAssocID="{FB4DF201-843C-4B73-8F0D-51E31B0DA051}" presName="parentText" presStyleLbl="node1" presStyleIdx="2" presStyleCnt="6">
        <dgm:presLayoutVars>
          <dgm:chMax val="0"/>
          <dgm:bulletEnabled val="1"/>
        </dgm:presLayoutVars>
      </dgm:prSet>
      <dgm:spPr>
        <a:xfrm>
          <a:off x="0" y="1880803"/>
          <a:ext cx="7335520" cy="925945"/>
        </a:xfrm>
        <a:prstGeom prst="roundRect">
          <a:avLst/>
        </a:prstGeom>
      </dgm:spPr>
    </dgm:pt>
    <dgm:pt modelId="{9272CB60-3011-4C5D-858C-13AA8841EE96}" type="pres">
      <dgm:prSet presAssocID="{2F98E893-B11C-4A3D-8B25-F80E13394A80}" presName="spacer" presStyleCnt="0"/>
      <dgm:spPr/>
    </dgm:pt>
    <dgm:pt modelId="{E55D7849-AFAE-4859-9368-B9591CC879BF}" type="pres">
      <dgm:prSet presAssocID="{431842DA-C10C-4F00-A8FF-38F36FAA3318}" presName="parentText" presStyleLbl="node1" presStyleIdx="3" presStyleCnt="6">
        <dgm:presLayoutVars>
          <dgm:chMax val="0"/>
          <dgm:bulletEnabled val="1"/>
        </dgm:presLayoutVars>
      </dgm:prSet>
      <dgm:spPr>
        <a:xfrm>
          <a:off x="0" y="2820993"/>
          <a:ext cx="7335520" cy="925945"/>
        </a:xfrm>
        <a:prstGeom prst="roundRect">
          <a:avLst/>
        </a:prstGeom>
      </dgm:spPr>
    </dgm:pt>
    <dgm:pt modelId="{5328934A-E02D-471D-B63A-84F222434C14}" type="pres">
      <dgm:prSet presAssocID="{E216F8AC-76D1-45A8-B317-CA0BB7ACCF2F}" presName="spacer" presStyleCnt="0"/>
      <dgm:spPr/>
    </dgm:pt>
    <dgm:pt modelId="{232815BA-619A-4614-9627-2F42AED66E49}" type="pres">
      <dgm:prSet presAssocID="{C73CA419-B308-4FEC-BB9F-9EA192EABD32}" presName="parentText" presStyleLbl="node1" presStyleIdx="4" presStyleCnt="6">
        <dgm:presLayoutVars>
          <dgm:chMax val="0"/>
          <dgm:bulletEnabled val="1"/>
        </dgm:presLayoutVars>
      </dgm:prSet>
      <dgm:spPr>
        <a:xfrm>
          <a:off x="0" y="3761184"/>
          <a:ext cx="7335520" cy="925945"/>
        </a:xfrm>
        <a:prstGeom prst="roundRect">
          <a:avLst/>
        </a:prstGeom>
      </dgm:spPr>
    </dgm:pt>
    <dgm:pt modelId="{83DB15C9-6AFA-448B-B9A6-828601D1C86B}" type="pres">
      <dgm:prSet presAssocID="{2A989A88-5D37-47D6-AA7A-31CB121F721E}" presName="spacer" presStyleCnt="0"/>
      <dgm:spPr/>
    </dgm:pt>
    <dgm:pt modelId="{E0DD0EBA-5357-496A-800C-A32E8C411ACA}" type="pres">
      <dgm:prSet presAssocID="{D33436B3-0B13-4F32-9190-BCCD9B53E797}" presName="parentText" presStyleLbl="node1" presStyleIdx="5" presStyleCnt="6">
        <dgm:presLayoutVars>
          <dgm:chMax val="0"/>
          <dgm:bulletEnabled val="1"/>
        </dgm:presLayoutVars>
      </dgm:prSet>
      <dgm:spPr/>
    </dgm:pt>
  </dgm:ptLst>
  <dgm:cxnLst>
    <dgm:cxn modelId="{C3B1DB02-AF7B-46ED-88D3-4391098D3645}" srcId="{FD478015-E4AE-4E80-AF24-A2D21EDBC337}" destId="{C73CA419-B308-4FEC-BB9F-9EA192EABD32}" srcOrd="4" destOrd="0" parTransId="{65E10C13-A8E5-4B34-A00E-314FD6825CE3}" sibTransId="{2A989A88-5D37-47D6-AA7A-31CB121F721E}"/>
    <dgm:cxn modelId="{B259F718-CCD2-4763-8869-C91BB99F2806}" srcId="{FD478015-E4AE-4E80-AF24-A2D21EDBC337}" destId="{431842DA-C10C-4F00-A8FF-38F36FAA3318}" srcOrd="3" destOrd="0" parTransId="{BE0C0096-21E5-4052-9490-5A12F6133583}" sibTransId="{E216F8AC-76D1-45A8-B317-CA0BB7ACCF2F}"/>
    <dgm:cxn modelId="{F6093220-A59C-4747-94B3-D08D43D6DC4F}" type="presOf" srcId="{C73CA419-B308-4FEC-BB9F-9EA192EABD32}" destId="{232815BA-619A-4614-9627-2F42AED66E49}" srcOrd="0" destOrd="0" presId="urn:microsoft.com/office/officeart/2005/8/layout/vList2#3"/>
    <dgm:cxn modelId="{9856D63F-2B56-415E-A2DB-CDD8C4B129D4}" srcId="{FD478015-E4AE-4E80-AF24-A2D21EDBC337}" destId="{35EEBC4D-253C-40B6-A38D-5C4AE37EE567}" srcOrd="0" destOrd="0" parTransId="{0DB1FB0F-E3E4-4EE8-BE91-04D430FB4DFF}" sibTransId="{B0B98F56-42B7-4EC3-89A0-35E375E90921}"/>
    <dgm:cxn modelId="{47913864-5C95-4FF0-B0F7-9073254BD915}" type="presOf" srcId="{D33436B3-0B13-4F32-9190-BCCD9B53E797}" destId="{E0DD0EBA-5357-496A-800C-A32E8C411ACA}" srcOrd="0" destOrd="0" presId="urn:microsoft.com/office/officeart/2005/8/layout/vList2#3"/>
    <dgm:cxn modelId="{5F278370-DC1B-43BD-9892-81A65D94011D}" srcId="{FD478015-E4AE-4E80-AF24-A2D21EDBC337}" destId="{1AD147BB-ECCD-4AD6-B446-86EACD600D49}" srcOrd="1" destOrd="0" parTransId="{24B51315-1B0B-4F79-AF5C-142DDE53554B}" sibTransId="{5B4E2F5C-B8A9-4CD3-A569-5BD69BDDBC7C}"/>
    <dgm:cxn modelId="{3A912073-6D15-4AEB-8B4D-8AF24F204D31}" srcId="{FD478015-E4AE-4E80-AF24-A2D21EDBC337}" destId="{FB4DF201-843C-4B73-8F0D-51E31B0DA051}" srcOrd="2" destOrd="0" parTransId="{A92B47A3-4B1B-4DBF-9C8F-53BB89C57576}" sibTransId="{2F98E893-B11C-4A3D-8B25-F80E13394A80}"/>
    <dgm:cxn modelId="{0EE7279D-E2D8-4B05-B360-85836C646924}" type="presOf" srcId="{FB4DF201-843C-4B73-8F0D-51E31B0DA051}" destId="{6F219609-DD04-44CD-8464-34C16D707E20}" srcOrd="0" destOrd="0" presId="urn:microsoft.com/office/officeart/2005/8/layout/vList2#3"/>
    <dgm:cxn modelId="{0C1117A7-0AC5-4EAB-B05D-7173F3A0BDCC}" type="presOf" srcId="{431842DA-C10C-4F00-A8FF-38F36FAA3318}" destId="{E55D7849-AFAE-4859-9368-B9591CC879BF}" srcOrd="0" destOrd="0" presId="urn:microsoft.com/office/officeart/2005/8/layout/vList2#3"/>
    <dgm:cxn modelId="{9A130AB1-2B40-4346-9B26-8C8E5C643B8B}" type="presOf" srcId="{35EEBC4D-253C-40B6-A38D-5C4AE37EE567}" destId="{D2030072-27AD-406A-84AE-0966EE003465}" srcOrd="0" destOrd="0" presId="urn:microsoft.com/office/officeart/2005/8/layout/vList2#3"/>
    <dgm:cxn modelId="{1B1C5DBB-7600-4413-8610-830CC47E1FC6}" type="presOf" srcId="{FD478015-E4AE-4E80-AF24-A2D21EDBC337}" destId="{CAF4CC0F-3782-4F8A-B74F-8D8B3539C608}" srcOrd="0" destOrd="0" presId="urn:microsoft.com/office/officeart/2005/8/layout/vList2#3"/>
    <dgm:cxn modelId="{FAB6C7CD-8F5F-48EC-8259-EB14715353D1}" type="presOf" srcId="{1AD147BB-ECCD-4AD6-B446-86EACD600D49}" destId="{9D955F22-870E-4516-9F36-BFA399447422}" srcOrd="0" destOrd="0" presId="urn:microsoft.com/office/officeart/2005/8/layout/vList2#3"/>
    <dgm:cxn modelId="{745844F4-E7BF-49A0-BF39-85F379FE92AE}" srcId="{FD478015-E4AE-4E80-AF24-A2D21EDBC337}" destId="{D33436B3-0B13-4F32-9190-BCCD9B53E797}" srcOrd="5" destOrd="0" parTransId="{AC01A53B-906E-4AA6-8ADB-FD0A506CF275}" sibTransId="{F66FA5A6-3FD2-4AA2-B7BC-F2DBFF7EAEEC}"/>
    <dgm:cxn modelId="{359E1A13-5AFA-4975-8EC1-F22471D4C607}" type="presParOf" srcId="{CAF4CC0F-3782-4F8A-B74F-8D8B3539C608}" destId="{D2030072-27AD-406A-84AE-0966EE003465}" srcOrd="0" destOrd="0" presId="urn:microsoft.com/office/officeart/2005/8/layout/vList2#3"/>
    <dgm:cxn modelId="{336067B4-8699-444C-9E1D-0470951F2E67}" type="presParOf" srcId="{CAF4CC0F-3782-4F8A-B74F-8D8B3539C608}" destId="{33C3C1E0-101A-4178-BBFF-A4AEF9F3C3AF}" srcOrd="1" destOrd="0" presId="urn:microsoft.com/office/officeart/2005/8/layout/vList2#3"/>
    <dgm:cxn modelId="{C8306F97-005B-434A-82B8-FACA2CAB4B24}" type="presParOf" srcId="{CAF4CC0F-3782-4F8A-B74F-8D8B3539C608}" destId="{9D955F22-870E-4516-9F36-BFA399447422}" srcOrd="2" destOrd="0" presId="urn:microsoft.com/office/officeart/2005/8/layout/vList2#3"/>
    <dgm:cxn modelId="{73FF7D11-26A8-4488-9DD3-A45E8E60BF84}" type="presParOf" srcId="{CAF4CC0F-3782-4F8A-B74F-8D8B3539C608}" destId="{2FE02930-3677-461D-B85E-26435DB47E7B}" srcOrd="3" destOrd="0" presId="urn:microsoft.com/office/officeart/2005/8/layout/vList2#3"/>
    <dgm:cxn modelId="{6716DD35-687D-482F-A498-BD13972F127F}" type="presParOf" srcId="{CAF4CC0F-3782-4F8A-B74F-8D8B3539C608}" destId="{6F219609-DD04-44CD-8464-34C16D707E20}" srcOrd="4" destOrd="0" presId="urn:microsoft.com/office/officeart/2005/8/layout/vList2#3"/>
    <dgm:cxn modelId="{F4402D62-DD80-44A6-AC6D-E0D6DDC2F5A5}" type="presParOf" srcId="{CAF4CC0F-3782-4F8A-B74F-8D8B3539C608}" destId="{9272CB60-3011-4C5D-858C-13AA8841EE96}" srcOrd="5" destOrd="0" presId="urn:microsoft.com/office/officeart/2005/8/layout/vList2#3"/>
    <dgm:cxn modelId="{4F7DC1B6-360F-4C01-92F5-E6CCFA2494DA}" type="presParOf" srcId="{CAF4CC0F-3782-4F8A-B74F-8D8B3539C608}" destId="{E55D7849-AFAE-4859-9368-B9591CC879BF}" srcOrd="6" destOrd="0" presId="urn:microsoft.com/office/officeart/2005/8/layout/vList2#3"/>
    <dgm:cxn modelId="{B8754C1D-3232-4060-8594-0169340183C2}" type="presParOf" srcId="{CAF4CC0F-3782-4F8A-B74F-8D8B3539C608}" destId="{5328934A-E02D-471D-B63A-84F222434C14}" srcOrd="7" destOrd="0" presId="urn:microsoft.com/office/officeart/2005/8/layout/vList2#3"/>
    <dgm:cxn modelId="{8BC2684A-B71C-4260-97AE-6041099325AF}" type="presParOf" srcId="{CAF4CC0F-3782-4F8A-B74F-8D8B3539C608}" destId="{232815BA-619A-4614-9627-2F42AED66E49}" srcOrd="8" destOrd="0" presId="urn:microsoft.com/office/officeart/2005/8/layout/vList2#3"/>
    <dgm:cxn modelId="{657990C9-6A12-4CC3-8E37-E3F21C779D2B}" type="presParOf" srcId="{CAF4CC0F-3782-4F8A-B74F-8D8B3539C608}" destId="{83DB15C9-6AFA-448B-B9A6-828601D1C86B}" srcOrd="9" destOrd="0" presId="urn:microsoft.com/office/officeart/2005/8/layout/vList2#3"/>
    <dgm:cxn modelId="{726CE9CC-BF12-4531-9946-2F40C39DE838}" type="presParOf" srcId="{CAF4CC0F-3782-4F8A-B74F-8D8B3539C608}" destId="{E0DD0EBA-5357-496A-800C-A32E8C411ACA}" srcOrd="10" destOrd="0" presId="urn:microsoft.com/office/officeart/2005/8/layout/vList2#3"/>
  </dgm:cxnLst>
  <dgm:bg>
    <a:noFill/>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199054B8-D981-4F34-8C0E-06B9F3465F91}" type="doc">
      <dgm:prSet loTypeId="urn:microsoft.com/office/officeart/2005/8/layout/list1#2" loCatId="list" qsTypeId="urn:microsoft.com/office/officeart/2005/8/quickstyle/simple1#2" qsCatId="simple" csTypeId="urn:microsoft.com/office/officeart/2005/8/colors/accent1_2#2" csCatId="accent1" phldr="1"/>
      <dgm:spPr/>
      <dgm:t>
        <a:bodyPr/>
        <a:lstStyle/>
        <a:p>
          <a:endParaRPr lang="zh-CN" altLang="en-US"/>
        </a:p>
      </dgm:t>
    </dgm:pt>
    <dgm:pt modelId="{77613E4E-113B-41EE-955F-76727D83C738}">
      <dgm:prSet phldrT="[文本]" custT="1"/>
      <dgm:spPr>
        <a:solidFill>
          <a:schemeClr val="bg1"/>
        </a:solidFill>
        <a:ln>
          <a:solidFill>
            <a:srgbClr val="2F5597"/>
          </a:solidFill>
        </a:ln>
      </dgm:spPr>
      <dgm:t>
        <a:bodyPr/>
        <a:lstStyle/>
        <a:p>
          <a:r>
            <a:rPr lang="zh-CN" altLang="en-US" sz="2800" b="1" dirty="0">
              <a:solidFill>
                <a:srgbClr val="2F5597"/>
              </a:solidFill>
              <a:latin typeface="微软雅黑" panose="020B0503020204020204" pitchFamily="34" charset="-122"/>
              <a:ea typeface="微软雅黑" panose="020B0503020204020204" pitchFamily="34" charset="-122"/>
            </a:rPr>
            <a:t>分页存储管理的基本方法</a:t>
          </a:r>
        </a:p>
      </dgm:t>
    </dgm:pt>
    <dgm:pt modelId="{110BBF70-FADB-416B-BA45-A6472ED1D786}" cxnId="{7A3FCAA2-B644-4A4A-AEBC-CDE3A4004478}" type="parTrans">
      <dgm:prSet/>
      <dgm:spPr/>
      <dgm:t>
        <a:bodyPr/>
        <a:lstStyle/>
        <a:p>
          <a:endParaRPr lang="zh-CN" altLang="en-US"/>
        </a:p>
      </dgm:t>
    </dgm:pt>
    <dgm:pt modelId="{5279F90E-BF5E-4F45-8EED-44C92A6235B8}" cxnId="{7A3FCAA2-B644-4A4A-AEBC-CDE3A4004478}" type="sibTrans">
      <dgm:prSet/>
      <dgm:spPr/>
      <dgm:t>
        <a:bodyPr/>
        <a:lstStyle/>
        <a:p>
          <a:endParaRPr lang="zh-CN" altLang="en-US"/>
        </a:p>
      </dgm:t>
    </dgm:pt>
    <dgm:pt modelId="{1DE17AFD-E6E7-4E69-BB2F-FD7A6E52C0BD}">
      <dgm:prSet phldrT="[文本]" custT="1"/>
      <dgm:spPr>
        <a:solidFill>
          <a:schemeClr val="bg1"/>
        </a:solidFill>
        <a:ln>
          <a:solidFill>
            <a:srgbClr val="2F5597"/>
          </a:solidFill>
        </a:ln>
      </dgm:spPr>
      <dgm:t>
        <a:bodyPr/>
        <a:lstStyle/>
        <a:p>
          <a:r>
            <a:rPr lang="zh-CN" altLang="en-US" sz="2800" b="1" dirty="0">
              <a:solidFill>
                <a:srgbClr val="2F5597"/>
              </a:solidFill>
              <a:latin typeface="微软雅黑" panose="020B0503020204020204" pitchFamily="34" charset="-122"/>
              <a:ea typeface="微软雅黑" panose="020B0503020204020204" pitchFamily="34" charset="-122"/>
            </a:rPr>
            <a:t>地址变换机构</a:t>
          </a:r>
        </a:p>
      </dgm:t>
    </dgm:pt>
    <dgm:pt modelId="{6D9ADD38-CCE7-4B2C-8790-5BCA0C78F40A}" cxnId="{15A2BCAE-5BBD-4AC5-92F2-CFE56FBD3F4A}" type="parTrans">
      <dgm:prSet/>
      <dgm:spPr/>
      <dgm:t>
        <a:bodyPr/>
        <a:lstStyle/>
        <a:p>
          <a:endParaRPr lang="zh-CN" altLang="en-US"/>
        </a:p>
      </dgm:t>
    </dgm:pt>
    <dgm:pt modelId="{4B47CE86-DDA2-4F92-A8F6-BF2684A65613}" cxnId="{15A2BCAE-5BBD-4AC5-92F2-CFE56FBD3F4A}" type="sibTrans">
      <dgm:prSet/>
      <dgm:spPr/>
      <dgm:t>
        <a:bodyPr/>
        <a:lstStyle/>
        <a:p>
          <a:endParaRPr lang="zh-CN" altLang="en-US"/>
        </a:p>
      </dgm:t>
    </dgm:pt>
    <dgm:pt modelId="{D51090BD-496F-453F-A78F-4E3851FDFAC9}">
      <dgm:prSet phldrT="[文本]" custT="1"/>
      <dgm:spPr>
        <a:solidFill>
          <a:schemeClr val="bg1"/>
        </a:solidFill>
        <a:ln>
          <a:solidFill>
            <a:srgbClr val="2F5597"/>
          </a:solidFill>
        </a:ln>
      </dgm:spPr>
      <dgm:t>
        <a:bodyPr/>
        <a:lstStyle/>
        <a:p>
          <a:r>
            <a:rPr lang="zh-CN" altLang="en-US" sz="2800" b="1">
              <a:solidFill>
                <a:srgbClr val="2F5597"/>
              </a:solidFill>
              <a:latin typeface="微软雅黑" panose="020B0503020204020204" pitchFamily="34" charset="-122"/>
              <a:ea typeface="微软雅黑" panose="020B0503020204020204" pitchFamily="34" charset="-122"/>
            </a:rPr>
            <a:t>访问内存的有效时间</a:t>
          </a:r>
          <a:endParaRPr lang="zh-CN" altLang="en-US" sz="2800" b="1" dirty="0">
            <a:solidFill>
              <a:srgbClr val="2F5597"/>
            </a:solidFill>
            <a:latin typeface="微软雅黑" panose="020B0503020204020204" pitchFamily="34" charset="-122"/>
            <a:ea typeface="微软雅黑" panose="020B0503020204020204" pitchFamily="34" charset="-122"/>
          </a:endParaRPr>
        </a:p>
      </dgm:t>
    </dgm:pt>
    <dgm:pt modelId="{BD3E0CD9-A78C-4324-B899-D078DB6AEAF1}" cxnId="{ACC2B226-9160-4C44-9C38-A4867965EB3B}" type="parTrans">
      <dgm:prSet/>
      <dgm:spPr/>
      <dgm:t>
        <a:bodyPr/>
        <a:lstStyle/>
        <a:p>
          <a:endParaRPr lang="zh-CN" altLang="en-US"/>
        </a:p>
      </dgm:t>
    </dgm:pt>
    <dgm:pt modelId="{0CA0872C-5CCB-4E5B-863E-FF9639D4A646}" cxnId="{ACC2B226-9160-4C44-9C38-A4867965EB3B}" type="sibTrans">
      <dgm:prSet/>
      <dgm:spPr/>
      <dgm:t>
        <a:bodyPr/>
        <a:lstStyle/>
        <a:p>
          <a:endParaRPr lang="zh-CN" altLang="en-US"/>
        </a:p>
      </dgm:t>
    </dgm:pt>
    <dgm:pt modelId="{E5C1CE71-FDD6-4271-BE38-D0EC7A9C289B}">
      <dgm:prSet phldrT="[文本]" custT="1"/>
      <dgm:spPr>
        <a:solidFill>
          <a:schemeClr val="bg1"/>
        </a:solidFill>
        <a:ln>
          <a:solidFill>
            <a:srgbClr val="2F5597"/>
          </a:solidFill>
        </a:ln>
      </dgm:spPr>
      <dgm:t>
        <a:bodyPr/>
        <a:lstStyle/>
        <a:p>
          <a:r>
            <a:rPr lang="zh-CN" altLang="en-US" sz="2800" b="1" dirty="0">
              <a:solidFill>
                <a:srgbClr val="2F5597"/>
              </a:solidFill>
              <a:latin typeface="微软雅黑" panose="020B0503020204020204" pitchFamily="34" charset="-122"/>
              <a:ea typeface="微软雅黑" panose="020B0503020204020204" pitchFamily="34" charset="-122"/>
            </a:rPr>
            <a:t>反置页表</a:t>
          </a:r>
        </a:p>
      </dgm:t>
    </dgm:pt>
    <dgm:pt modelId="{925C3075-2B92-41AE-8ABA-BADE39F7B6F9}" cxnId="{6BA1AC84-AA68-45DF-BAAA-4C2BB163CF03}" type="parTrans">
      <dgm:prSet/>
      <dgm:spPr/>
      <dgm:t>
        <a:bodyPr/>
        <a:lstStyle/>
        <a:p>
          <a:endParaRPr lang="zh-CN" altLang="en-US"/>
        </a:p>
      </dgm:t>
    </dgm:pt>
    <dgm:pt modelId="{BF046E37-BBEA-4282-B9B8-2ACAA142847C}" cxnId="{6BA1AC84-AA68-45DF-BAAA-4C2BB163CF03}" type="sibTrans">
      <dgm:prSet/>
      <dgm:spPr/>
      <dgm:t>
        <a:bodyPr/>
        <a:lstStyle/>
        <a:p>
          <a:endParaRPr lang="zh-CN" altLang="en-US"/>
        </a:p>
      </dgm:t>
    </dgm:pt>
    <dgm:pt modelId="{6C47817C-7754-4DD7-8870-3B13E2401488}">
      <dgm:prSet phldrT="[文本]" custT="1"/>
      <dgm:spPr>
        <a:solidFill>
          <a:schemeClr val="bg1"/>
        </a:solidFill>
        <a:ln>
          <a:solidFill>
            <a:srgbClr val="2F5597"/>
          </a:solidFill>
        </a:ln>
      </dgm:spPr>
      <dgm:t>
        <a:bodyPr/>
        <a:lstStyle/>
        <a:p>
          <a:r>
            <a:rPr lang="zh-CN" altLang="en-US" sz="2800" b="1" dirty="0">
              <a:solidFill>
                <a:srgbClr val="2F5597"/>
              </a:solidFill>
              <a:latin typeface="微软雅黑" panose="020B0503020204020204" pitchFamily="34" charset="-122"/>
              <a:ea typeface="微软雅黑" panose="020B0503020204020204" pitchFamily="34" charset="-122"/>
            </a:rPr>
            <a:t>两级和多级页表</a:t>
          </a:r>
        </a:p>
      </dgm:t>
    </dgm:pt>
    <dgm:pt modelId="{AA9B1041-D15D-4787-9B34-7E423F8473C4}" cxnId="{5260FD10-A5F6-4E76-A4C4-C32DCFB5BEBD}" type="parTrans">
      <dgm:prSet/>
      <dgm:spPr/>
      <dgm:t>
        <a:bodyPr/>
        <a:lstStyle/>
        <a:p>
          <a:endParaRPr lang="zh-CN" altLang="en-US"/>
        </a:p>
      </dgm:t>
    </dgm:pt>
    <dgm:pt modelId="{8BC2157D-BB80-42C2-A869-D869CE794559}" cxnId="{5260FD10-A5F6-4E76-A4C4-C32DCFB5BEBD}" type="sibTrans">
      <dgm:prSet/>
      <dgm:spPr/>
      <dgm:t>
        <a:bodyPr/>
        <a:lstStyle/>
        <a:p>
          <a:endParaRPr lang="zh-CN" altLang="en-US"/>
        </a:p>
      </dgm:t>
    </dgm:pt>
    <dgm:pt modelId="{F517AB00-573C-45CB-B4B8-17111068DCB6}" type="pres">
      <dgm:prSet presAssocID="{199054B8-D981-4F34-8C0E-06B9F3465F91}" presName="linear" presStyleCnt="0">
        <dgm:presLayoutVars>
          <dgm:dir/>
          <dgm:animLvl val="lvl"/>
          <dgm:resizeHandles val="exact"/>
        </dgm:presLayoutVars>
      </dgm:prSet>
      <dgm:spPr/>
    </dgm:pt>
    <dgm:pt modelId="{6ADFF888-FBC8-4D0C-9E8C-AC5DE90ADF91}" type="pres">
      <dgm:prSet presAssocID="{77613E4E-113B-41EE-955F-76727D83C738}" presName="parentLin" presStyleCnt="0"/>
      <dgm:spPr/>
    </dgm:pt>
    <dgm:pt modelId="{6E4C71DF-12E2-4A1E-AB5A-880743A5BA1C}" type="pres">
      <dgm:prSet presAssocID="{77613E4E-113B-41EE-955F-76727D83C738}" presName="parentLeftMargin" presStyleLbl="node1" presStyleIdx="0" presStyleCnt="5"/>
      <dgm:spPr/>
    </dgm:pt>
    <dgm:pt modelId="{2A7184BB-52DB-4C52-8420-130E9E3C13B2}" type="pres">
      <dgm:prSet presAssocID="{77613E4E-113B-41EE-955F-76727D83C738}" presName="parentText" presStyleLbl="node1" presStyleIdx="0" presStyleCnt="5">
        <dgm:presLayoutVars>
          <dgm:chMax val="0"/>
          <dgm:bulletEnabled val="1"/>
        </dgm:presLayoutVars>
      </dgm:prSet>
      <dgm:spPr/>
    </dgm:pt>
    <dgm:pt modelId="{CEFA1F0A-959C-49D7-A724-1A2F9AACEFCA}" type="pres">
      <dgm:prSet presAssocID="{77613E4E-113B-41EE-955F-76727D83C738}" presName="negativeSpace" presStyleCnt="0"/>
      <dgm:spPr/>
    </dgm:pt>
    <dgm:pt modelId="{AA9447A5-91BF-4C3A-B005-3C85857BAD48}" type="pres">
      <dgm:prSet presAssocID="{77613E4E-113B-41EE-955F-76727D83C738}" presName="childText" presStyleLbl="conFgAcc1" presStyleIdx="0" presStyleCnt="5">
        <dgm:presLayoutVars>
          <dgm:bulletEnabled val="1"/>
        </dgm:presLayoutVars>
      </dgm:prSet>
      <dgm:spPr>
        <a:solidFill>
          <a:srgbClr val="2F5597"/>
        </a:solidFill>
        <a:ln>
          <a:solidFill>
            <a:srgbClr val="2F5597"/>
          </a:solidFill>
        </a:ln>
      </dgm:spPr>
    </dgm:pt>
    <dgm:pt modelId="{71206B89-6D6F-4065-A4F7-C9CE52A79B44}" type="pres">
      <dgm:prSet presAssocID="{5279F90E-BF5E-4F45-8EED-44C92A6235B8}" presName="spaceBetweenRectangles" presStyleCnt="0"/>
      <dgm:spPr/>
    </dgm:pt>
    <dgm:pt modelId="{E9816913-B8BF-41D3-A25D-2D9AC4CCB148}" type="pres">
      <dgm:prSet presAssocID="{1DE17AFD-E6E7-4E69-BB2F-FD7A6E52C0BD}" presName="parentLin" presStyleCnt="0"/>
      <dgm:spPr/>
    </dgm:pt>
    <dgm:pt modelId="{651E08F0-ABA6-4F03-8E0A-EE693A3E1665}" type="pres">
      <dgm:prSet presAssocID="{1DE17AFD-E6E7-4E69-BB2F-FD7A6E52C0BD}" presName="parentLeftMargin" presStyleLbl="node1" presStyleIdx="0" presStyleCnt="5"/>
      <dgm:spPr/>
    </dgm:pt>
    <dgm:pt modelId="{32005391-0F6F-4CE7-A63B-C0EB18DC9D39}" type="pres">
      <dgm:prSet presAssocID="{1DE17AFD-E6E7-4E69-BB2F-FD7A6E52C0BD}" presName="parentText" presStyleLbl="node1" presStyleIdx="1" presStyleCnt="5">
        <dgm:presLayoutVars>
          <dgm:chMax val="0"/>
          <dgm:bulletEnabled val="1"/>
        </dgm:presLayoutVars>
      </dgm:prSet>
      <dgm:spPr/>
    </dgm:pt>
    <dgm:pt modelId="{06325A17-66CE-400B-A192-8ABD0B4C0DE7}" type="pres">
      <dgm:prSet presAssocID="{1DE17AFD-E6E7-4E69-BB2F-FD7A6E52C0BD}" presName="negativeSpace" presStyleCnt="0"/>
      <dgm:spPr/>
    </dgm:pt>
    <dgm:pt modelId="{B98633E7-1255-400C-97DF-142421D4D9FB}" type="pres">
      <dgm:prSet presAssocID="{1DE17AFD-E6E7-4E69-BB2F-FD7A6E52C0BD}" presName="childText" presStyleLbl="conFgAcc1" presStyleIdx="1" presStyleCnt="5">
        <dgm:presLayoutVars>
          <dgm:bulletEnabled val="1"/>
        </dgm:presLayoutVars>
      </dgm:prSet>
      <dgm:spPr>
        <a:xfrm>
          <a:off x="0" y="1473388"/>
          <a:ext cx="6486385" cy="604800"/>
        </a:xfrm>
        <a:prstGeom prst="rect">
          <a:avLst/>
        </a:prstGeom>
        <a:solidFill>
          <a:srgbClr val="2F5597"/>
        </a:solidFill>
        <a:ln w="12700" cap="flat" cmpd="sng" algn="ctr">
          <a:solidFill>
            <a:srgbClr val="2F5597"/>
          </a:solidFill>
          <a:prstDash val="solid"/>
          <a:miter lim="800000"/>
        </a:ln>
        <a:effectLst/>
      </dgm:spPr>
    </dgm:pt>
    <dgm:pt modelId="{0275BAD8-5BC0-4B3C-A344-92E5F00F206F}" type="pres">
      <dgm:prSet presAssocID="{4B47CE86-DDA2-4F92-A8F6-BF2684A65613}" presName="spaceBetweenRectangles" presStyleCnt="0"/>
      <dgm:spPr/>
    </dgm:pt>
    <dgm:pt modelId="{461C904A-BBCA-4A30-9BAE-08F626A8A2F1}" type="pres">
      <dgm:prSet presAssocID="{D51090BD-496F-453F-A78F-4E3851FDFAC9}" presName="parentLin" presStyleCnt="0"/>
      <dgm:spPr/>
    </dgm:pt>
    <dgm:pt modelId="{C022F0E2-D138-4B75-906C-74F516094EF6}" type="pres">
      <dgm:prSet presAssocID="{D51090BD-496F-453F-A78F-4E3851FDFAC9}" presName="parentLeftMargin" presStyleLbl="node1" presStyleIdx="1" presStyleCnt="5"/>
      <dgm:spPr/>
    </dgm:pt>
    <dgm:pt modelId="{D5E0838E-2154-41F8-AB95-93327E12EB8F}" type="pres">
      <dgm:prSet presAssocID="{D51090BD-496F-453F-A78F-4E3851FDFAC9}" presName="parentText" presStyleLbl="node1" presStyleIdx="2" presStyleCnt="5">
        <dgm:presLayoutVars>
          <dgm:chMax val="0"/>
          <dgm:bulletEnabled val="1"/>
        </dgm:presLayoutVars>
      </dgm:prSet>
      <dgm:spPr/>
    </dgm:pt>
    <dgm:pt modelId="{9B67FD88-6E57-472F-B13A-42E75CB671DD}" type="pres">
      <dgm:prSet presAssocID="{D51090BD-496F-453F-A78F-4E3851FDFAC9}" presName="negativeSpace" presStyleCnt="0"/>
      <dgm:spPr/>
    </dgm:pt>
    <dgm:pt modelId="{C07C73CB-A80D-4B2A-9F42-2A0041437C51}" type="pres">
      <dgm:prSet presAssocID="{D51090BD-496F-453F-A78F-4E3851FDFAC9}" presName="childText" presStyleLbl="conFgAcc1" presStyleIdx="2" presStyleCnt="5">
        <dgm:presLayoutVars>
          <dgm:bulletEnabled val="1"/>
        </dgm:presLayoutVars>
      </dgm:prSet>
      <dgm:spPr>
        <a:xfrm>
          <a:off x="0" y="2562028"/>
          <a:ext cx="6486385" cy="604800"/>
        </a:xfrm>
        <a:prstGeom prst="rect">
          <a:avLst/>
        </a:prstGeom>
        <a:solidFill>
          <a:srgbClr val="2F5597"/>
        </a:solidFill>
        <a:ln w="12700" cap="flat" cmpd="sng" algn="ctr">
          <a:solidFill>
            <a:srgbClr val="2F5597"/>
          </a:solidFill>
          <a:prstDash val="solid"/>
          <a:miter lim="800000"/>
        </a:ln>
        <a:effectLst/>
      </dgm:spPr>
    </dgm:pt>
    <dgm:pt modelId="{04DE47AA-B404-4ABF-A087-B2F258E1AC3C}" type="pres">
      <dgm:prSet presAssocID="{0CA0872C-5CCB-4E5B-863E-FF9639D4A646}" presName="spaceBetweenRectangles" presStyleCnt="0"/>
      <dgm:spPr/>
    </dgm:pt>
    <dgm:pt modelId="{CEF91C1B-7E97-4EDF-9F10-B125EBE2B424}" type="pres">
      <dgm:prSet presAssocID="{6C47817C-7754-4DD7-8870-3B13E2401488}" presName="parentLin" presStyleCnt="0"/>
      <dgm:spPr/>
    </dgm:pt>
    <dgm:pt modelId="{FC3E547F-B7F6-4856-9144-EC974E13785E}" type="pres">
      <dgm:prSet presAssocID="{6C47817C-7754-4DD7-8870-3B13E2401488}" presName="parentLeftMargin" presStyleLbl="node1" presStyleIdx="2" presStyleCnt="5"/>
      <dgm:spPr/>
    </dgm:pt>
    <dgm:pt modelId="{D672623D-EBCB-42A1-8643-C1B969BA4323}" type="pres">
      <dgm:prSet presAssocID="{6C47817C-7754-4DD7-8870-3B13E2401488}" presName="parentText" presStyleLbl="node1" presStyleIdx="3" presStyleCnt="5">
        <dgm:presLayoutVars>
          <dgm:chMax val="0"/>
          <dgm:bulletEnabled val="1"/>
        </dgm:presLayoutVars>
      </dgm:prSet>
      <dgm:spPr/>
    </dgm:pt>
    <dgm:pt modelId="{6FDD960E-B2FD-4C49-A8AD-3D67852B9617}" type="pres">
      <dgm:prSet presAssocID="{6C47817C-7754-4DD7-8870-3B13E2401488}" presName="negativeSpace" presStyleCnt="0"/>
      <dgm:spPr/>
    </dgm:pt>
    <dgm:pt modelId="{2B69653D-4AC1-40A3-890A-3A2E9DAA72F7}" type="pres">
      <dgm:prSet presAssocID="{6C47817C-7754-4DD7-8870-3B13E2401488}" presName="childText" presStyleLbl="conFgAcc1" presStyleIdx="3" presStyleCnt="5">
        <dgm:presLayoutVars>
          <dgm:bulletEnabled val="1"/>
        </dgm:presLayoutVars>
      </dgm:prSet>
      <dgm:spPr>
        <a:xfrm>
          <a:off x="0" y="2898874"/>
          <a:ext cx="6486385" cy="478800"/>
        </a:xfrm>
        <a:prstGeom prst="rect">
          <a:avLst/>
        </a:prstGeom>
        <a:solidFill>
          <a:srgbClr val="2F5597"/>
        </a:solidFill>
        <a:ln w="12700" cap="flat" cmpd="sng" algn="ctr">
          <a:solidFill>
            <a:srgbClr val="2F5597"/>
          </a:solidFill>
          <a:prstDash val="solid"/>
          <a:miter lim="800000"/>
        </a:ln>
        <a:effectLst/>
      </dgm:spPr>
    </dgm:pt>
    <dgm:pt modelId="{7CE8A14E-212E-4129-94D2-C68782E450E2}" type="pres">
      <dgm:prSet presAssocID="{8BC2157D-BB80-42C2-A869-D869CE794559}" presName="spaceBetweenRectangles" presStyleCnt="0"/>
      <dgm:spPr/>
    </dgm:pt>
    <dgm:pt modelId="{A7DAADEF-3963-46D9-B440-8ABBE5BA73BC}" type="pres">
      <dgm:prSet presAssocID="{E5C1CE71-FDD6-4271-BE38-D0EC7A9C289B}" presName="parentLin" presStyleCnt="0"/>
      <dgm:spPr/>
    </dgm:pt>
    <dgm:pt modelId="{8F74CD81-A10C-465A-9D2F-09A825F91EB8}" type="pres">
      <dgm:prSet presAssocID="{E5C1CE71-FDD6-4271-BE38-D0EC7A9C289B}" presName="parentLeftMargin" presStyleLbl="node1" presStyleIdx="3" presStyleCnt="5"/>
      <dgm:spPr/>
    </dgm:pt>
    <dgm:pt modelId="{B2262D65-1755-480B-8204-E496876C0509}" type="pres">
      <dgm:prSet presAssocID="{E5C1CE71-FDD6-4271-BE38-D0EC7A9C289B}" presName="parentText" presStyleLbl="node1" presStyleIdx="4" presStyleCnt="5">
        <dgm:presLayoutVars>
          <dgm:chMax val="0"/>
          <dgm:bulletEnabled val="1"/>
        </dgm:presLayoutVars>
      </dgm:prSet>
      <dgm:spPr/>
    </dgm:pt>
    <dgm:pt modelId="{E9660FD0-7608-4F16-B906-43036B52CD2F}" type="pres">
      <dgm:prSet presAssocID="{E5C1CE71-FDD6-4271-BE38-D0EC7A9C289B}" presName="negativeSpace" presStyleCnt="0"/>
      <dgm:spPr/>
    </dgm:pt>
    <dgm:pt modelId="{9E1EB1E6-5ED9-4AB8-B433-D5C0B44C69F6}" type="pres">
      <dgm:prSet presAssocID="{E5C1CE71-FDD6-4271-BE38-D0EC7A9C289B}" presName="childText" presStyleLbl="conFgAcc1" presStyleIdx="4" presStyleCnt="5">
        <dgm:presLayoutVars>
          <dgm:bulletEnabled val="1"/>
        </dgm:presLayoutVars>
      </dgm:prSet>
      <dgm:spPr>
        <a:xfrm>
          <a:off x="0" y="3760714"/>
          <a:ext cx="6486385" cy="478800"/>
        </a:xfrm>
        <a:prstGeom prst="rect">
          <a:avLst/>
        </a:prstGeom>
        <a:solidFill>
          <a:srgbClr val="2F5597"/>
        </a:solidFill>
        <a:ln w="12700" cap="flat" cmpd="sng" algn="ctr">
          <a:solidFill>
            <a:srgbClr val="2F5597"/>
          </a:solidFill>
          <a:prstDash val="solid"/>
          <a:miter lim="800000"/>
        </a:ln>
        <a:effectLst/>
      </dgm:spPr>
    </dgm:pt>
  </dgm:ptLst>
  <dgm:cxnLst>
    <dgm:cxn modelId="{98255400-F8A2-4A68-8120-4EACD5946439}" type="presOf" srcId="{6C47817C-7754-4DD7-8870-3B13E2401488}" destId="{D672623D-EBCB-42A1-8643-C1B969BA4323}" srcOrd="1" destOrd="0" presId="urn:microsoft.com/office/officeart/2005/8/layout/list1#2"/>
    <dgm:cxn modelId="{5260FD10-A5F6-4E76-A4C4-C32DCFB5BEBD}" srcId="{199054B8-D981-4F34-8C0E-06B9F3465F91}" destId="{6C47817C-7754-4DD7-8870-3B13E2401488}" srcOrd="3" destOrd="0" parTransId="{AA9B1041-D15D-4787-9B34-7E423F8473C4}" sibTransId="{8BC2157D-BB80-42C2-A869-D869CE794559}"/>
    <dgm:cxn modelId="{ACC2B226-9160-4C44-9C38-A4867965EB3B}" srcId="{199054B8-D981-4F34-8C0E-06B9F3465F91}" destId="{D51090BD-496F-453F-A78F-4E3851FDFAC9}" srcOrd="2" destOrd="0" parTransId="{BD3E0CD9-A78C-4324-B899-D078DB6AEAF1}" sibTransId="{0CA0872C-5CCB-4E5B-863E-FF9639D4A646}"/>
    <dgm:cxn modelId="{2C930678-A1DF-41C0-A930-6E6A13EF3800}" type="presOf" srcId="{77613E4E-113B-41EE-955F-76727D83C738}" destId="{6E4C71DF-12E2-4A1E-AB5A-880743A5BA1C}" srcOrd="0" destOrd="0" presId="urn:microsoft.com/office/officeart/2005/8/layout/list1#2"/>
    <dgm:cxn modelId="{6BA1AC84-AA68-45DF-BAAA-4C2BB163CF03}" srcId="{199054B8-D981-4F34-8C0E-06B9F3465F91}" destId="{E5C1CE71-FDD6-4271-BE38-D0EC7A9C289B}" srcOrd="4" destOrd="0" parTransId="{925C3075-2B92-41AE-8ABA-BADE39F7B6F9}" sibTransId="{BF046E37-BBEA-4282-B9B8-2ACAA142847C}"/>
    <dgm:cxn modelId="{4FC95C86-0421-48B7-9865-E445528DF130}" type="presOf" srcId="{77613E4E-113B-41EE-955F-76727D83C738}" destId="{2A7184BB-52DB-4C52-8420-130E9E3C13B2}" srcOrd="1" destOrd="0" presId="urn:microsoft.com/office/officeart/2005/8/layout/list1#2"/>
    <dgm:cxn modelId="{CE508B86-6B9C-4EBC-843F-6E8C8FF27D62}" type="presOf" srcId="{E5C1CE71-FDD6-4271-BE38-D0EC7A9C289B}" destId="{B2262D65-1755-480B-8204-E496876C0509}" srcOrd="1" destOrd="0" presId="urn:microsoft.com/office/officeart/2005/8/layout/list1#2"/>
    <dgm:cxn modelId="{7A3FCAA2-B644-4A4A-AEBC-CDE3A4004478}" srcId="{199054B8-D981-4F34-8C0E-06B9F3465F91}" destId="{77613E4E-113B-41EE-955F-76727D83C738}" srcOrd="0" destOrd="0" parTransId="{110BBF70-FADB-416B-BA45-A6472ED1D786}" sibTransId="{5279F90E-BF5E-4F45-8EED-44C92A6235B8}"/>
    <dgm:cxn modelId="{15A2BCAE-5BBD-4AC5-92F2-CFE56FBD3F4A}" srcId="{199054B8-D981-4F34-8C0E-06B9F3465F91}" destId="{1DE17AFD-E6E7-4E69-BB2F-FD7A6E52C0BD}" srcOrd="1" destOrd="0" parTransId="{6D9ADD38-CCE7-4B2C-8790-5BCA0C78F40A}" sibTransId="{4B47CE86-DDA2-4F92-A8F6-BF2684A65613}"/>
    <dgm:cxn modelId="{583F13AF-3D78-427A-AA7A-DA79C9CB30FA}" type="presOf" srcId="{199054B8-D981-4F34-8C0E-06B9F3465F91}" destId="{F517AB00-573C-45CB-B4B8-17111068DCB6}" srcOrd="0" destOrd="0" presId="urn:microsoft.com/office/officeart/2005/8/layout/list1#2"/>
    <dgm:cxn modelId="{6A5915BF-1BF5-4A24-B75E-96B8F52893C5}" type="presOf" srcId="{6C47817C-7754-4DD7-8870-3B13E2401488}" destId="{FC3E547F-B7F6-4856-9144-EC974E13785E}" srcOrd="0" destOrd="0" presId="urn:microsoft.com/office/officeart/2005/8/layout/list1#2"/>
    <dgm:cxn modelId="{E19E5BCB-97D7-4934-8AEE-524E3AA7AF5F}" type="presOf" srcId="{1DE17AFD-E6E7-4E69-BB2F-FD7A6E52C0BD}" destId="{651E08F0-ABA6-4F03-8E0A-EE693A3E1665}" srcOrd="0" destOrd="0" presId="urn:microsoft.com/office/officeart/2005/8/layout/list1#2"/>
    <dgm:cxn modelId="{D6BE6CD5-57FE-4CE9-BF31-D65ED182103F}" type="presOf" srcId="{D51090BD-496F-453F-A78F-4E3851FDFAC9}" destId="{C022F0E2-D138-4B75-906C-74F516094EF6}" srcOrd="0" destOrd="0" presId="urn:microsoft.com/office/officeart/2005/8/layout/list1#2"/>
    <dgm:cxn modelId="{39F7B2DE-04C2-4E85-B014-1CA3EF9654B1}" type="presOf" srcId="{E5C1CE71-FDD6-4271-BE38-D0EC7A9C289B}" destId="{8F74CD81-A10C-465A-9D2F-09A825F91EB8}" srcOrd="0" destOrd="0" presId="urn:microsoft.com/office/officeart/2005/8/layout/list1#2"/>
    <dgm:cxn modelId="{713944EB-ADCF-41DF-878A-7700E2E1A02C}" type="presOf" srcId="{1DE17AFD-E6E7-4E69-BB2F-FD7A6E52C0BD}" destId="{32005391-0F6F-4CE7-A63B-C0EB18DC9D39}" srcOrd="1" destOrd="0" presId="urn:microsoft.com/office/officeart/2005/8/layout/list1#2"/>
    <dgm:cxn modelId="{E5F098F0-C0F8-4045-B882-FBC26E909C1E}" type="presOf" srcId="{D51090BD-496F-453F-A78F-4E3851FDFAC9}" destId="{D5E0838E-2154-41F8-AB95-93327E12EB8F}" srcOrd="1" destOrd="0" presId="urn:microsoft.com/office/officeart/2005/8/layout/list1#2"/>
    <dgm:cxn modelId="{E318EB89-2267-4519-B7EF-2DF666D87341}" type="presParOf" srcId="{F517AB00-573C-45CB-B4B8-17111068DCB6}" destId="{6ADFF888-FBC8-4D0C-9E8C-AC5DE90ADF91}" srcOrd="0" destOrd="0" presId="urn:microsoft.com/office/officeart/2005/8/layout/list1#2"/>
    <dgm:cxn modelId="{EC5B3CE0-914F-4BDD-95B8-43361A4D91A8}" type="presParOf" srcId="{6ADFF888-FBC8-4D0C-9E8C-AC5DE90ADF91}" destId="{6E4C71DF-12E2-4A1E-AB5A-880743A5BA1C}" srcOrd="0" destOrd="0" presId="urn:microsoft.com/office/officeart/2005/8/layout/list1#2"/>
    <dgm:cxn modelId="{8C455151-6C7C-4EEC-A1A9-F093EA419D2F}" type="presParOf" srcId="{6ADFF888-FBC8-4D0C-9E8C-AC5DE90ADF91}" destId="{2A7184BB-52DB-4C52-8420-130E9E3C13B2}" srcOrd="1" destOrd="0" presId="urn:microsoft.com/office/officeart/2005/8/layout/list1#2"/>
    <dgm:cxn modelId="{2A6B6383-CBFE-4E1B-A3FC-E6CC37CE9BFF}" type="presParOf" srcId="{F517AB00-573C-45CB-B4B8-17111068DCB6}" destId="{CEFA1F0A-959C-49D7-A724-1A2F9AACEFCA}" srcOrd="1" destOrd="0" presId="urn:microsoft.com/office/officeart/2005/8/layout/list1#2"/>
    <dgm:cxn modelId="{78489681-6E54-45D9-9D08-EB8E02636C9F}" type="presParOf" srcId="{F517AB00-573C-45CB-B4B8-17111068DCB6}" destId="{AA9447A5-91BF-4C3A-B005-3C85857BAD48}" srcOrd="2" destOrd="0" presId="urn:microsoft.com/office/officeart/2005/8/layout/list1#2"/>
    <dgm:cxn modelId="{8F7977B5-A4F7-42C3-B19F-5876F8E08AF5}" type="presParOf" srcId="{F517AB00-573C-45CB-B4B8-17111068DCB6}" destId="{71206B89-6D6F-4065-A4F7-C9CE52A79B44}" srcOrd="3" destOrd="0" presId="urn:microsoft.com/office/officeart/2005/8/layout/list1#2"/>
    <dgm:cxn modelId="{0C5C2DA3-9818-4F59-BF64-654AC74C1BB5}" type="presParOf" srcId="{F517AB00-573C-45CB-B4B8-17111068DCB6}" destId="{E9816913-B8BF-41D3-A25D-2D9AC4CCB148}" srcOrd="4" destOrd="0" presId="urn:microsoft.com/office/officeart/2005/8/layout/list1#2"/>
    <dgm:cxn modelId="{B1219D6C-6616-49AA-BDA8-021F164A848F}" type="presParOf" srcId="{E9816913-B8BF-41D3-A25D-2D9AC4CCB148}" destId="{651E08F0-ABA6-4F03-8E0A-EE693A3E1665}" srcOrd="0" destOrd="0" presId="urn:microsoft.com/office/officeart/2005/8/layout/list1#2"/>
    <dgm:cxn modelId="{F75214EC-F51C-4AC9-A8ED-CA9CCB0B7054}" type="presParOf" srcId="{E9816913-B8BF-41D3-A25D-2D9AC4CCB148}" destId="{32005391-0F6F-4CE7-A63B-C0EB18DC9D39}" srcOrd="1" destOrd="0" presId="urn:microsoft.com/office/officeart/2005/8/layout/list1#2"/>
    <dgm:cxn modelId="{292B28CA-C66F-409F-83B2-996EAFB07553}" type="presParOf" srcId="{F517AB00-573C-45CB-B4B8-17111068DCB6}" destId="{06325A17-66CE-400B-A192-8ABD0B4C0DE7}" srcOrd="5" destOrd="0" presId="urn:microsoft.com/office/officeart/2005/8/layout/list1#2"/>
    <dgm:cxn modelId="{BFF30802-044B-4B57-B508-92707F4453C8}" type="presParOf" srcId="{F517AB00-573C-45CB-B4B8-17111068DCB6}" destId="{B98633E7-1255-400C-97DF-142421D4D9FB}" srcOrd="6" destOrd="0" presId="urn:microsoft.com/office/officeart/2005/8/layout/list1#2"/>
    <dgm:cxn modelId="{173D87DA-4D87-4555-8FE2-32AE361596FF}" type="presParOf" srcId="{F517AB00-573C-45CB-B4B8-17111068DCB6}" destId="{0275BAD8-5BC0-4B3C-A344-92E5F00F206F}" srcOrd="7" destOrd="0" presId="urn:microsoft.com/office/officeart/2005/8/layout/list1#2"/>
    <dgm:cxn modelId="{E45F7B88-A0E3-4CD6-AC68-15169987BDA7}" type="presParOf" srcId="{F517AB00-573C-45CB-B4B8-17111068DCB6}" destId="{461C904A-BBCA-4A30-9BAE-08F626A8A2F1}" srcOrd="8" destOrd="0" presId="urn:microsoft.com/office/officeart/2005/8/layout/list1#2"/>
    <dgm:cxn modelId="{3E95D25D-6051-45C0-A5DC-6350C712F6FC}" type="presParOf" srcId="{461C904A-BBCA-4A30-9BAE-08F626A8A2F1}" destId="{C022F0E2-D138-4B75-906C-74F516094EF6}" srcOrd="0" destOrd="0" presId="urn:microsoft.com/office/officeart/2005/8/layout/list1#2"/>
    <dgm:cxn modelId="{93B0D029-BA1E-47A0-B775-F4D098DAC6A6}" type="presParOf" srcId="{461C904A-BBCA-4A30-9BAE-08F626A8A2F1}" destId="{D5E0838E-2154-41F8-AB95-93327E12EB8F}" srcOrd="1" destOrd="0" presId="urn:microsoft.com/office/officeart/2005/8/layout/list1#2"/>
    <dgm:cxn modelId="{761E6415-D6C0-48F7-878A-5F733E347E1C}" type="presParOf" srcId="{F517AB00-573C-45CB-B4B8-17111068DCB6}" destId="{9B67FD88-6E57-472F-B13A-42E75CB671DD}" srcOrd="9" destOrd="0" presId="urn:microsoft.com/office/officeart/2005/8/layout/list1#2"/>
    <dgm:cxn modelId="{53B9F71C-769F-4E0B-A4D9-44CEC36CA387}" type="presParOf" srcId="{F517AB00-573C-45CB-B4B8-17111068DCB6}" destId="{C07C73CB-A80D-4B2A-9F42-2A0041437C51}" srcOrd="10" destOrd="0" presId="urn:microsoft.com/office/officeart/2005/8/layout/list1#2"/>
    <dgm:cxn modelId="{9614AAFF-F3CD-420C-9584-4F1DABD6DDF8}" type="presParOf" srcId="{F517AB00-573C-45CB-B4B8-17111068DCB6}" destId="{04DE47AA-B404-4ABF-A087-B2F258E1AC3C}" srcOrd="11" destOrd="0" presId="urn:microsoft.com/office/officeart/2005/8/layout/list1#2"/>
    <dgm:cxn modelId="{88F95932-B050-49CF-B5CE-B57839420502}" type="presParOf" srcId="{F517AB00-573C-45CB-B4B8-17111068DCB6}" destId="{CEF91C1B-7E97-4EDF-9F10-B125EBE2B424}" srcOrd="12" destOrd="0" presId="urn:microsoft.com/office/officeart/2005/8/layout/list1#2"/>
    <dgm:cxn modelId="{BCE76784-3014-439F-B203-895FD6C9E2EF}" type="presParOf" srcId="{CEF91C1B-7E97-4EDF-9F10-B125EBE2B424}" destId="{FC3E547F-B7F6-4856-9144-EC974E13785E}" srcOrd="0" destOrd="0" presId="urn:microsoft.com/office/officeart/2005/8/layout/list1#2"/>
    <dgm:cxn modelId="{CAAE3D72-8F8B-4A70-965E-9C4EB2F61562}" type="presParOf" srcId="{CEF91C1B-7E97-4EDF-9F10-B125EBE2B424}" destId="{D672623D-EBCB-42A1-8643-C1B969BA4323}" srcOrd="1" destOrd="0" presId="urn:microsoft.com/office/officeart/2005/8/layout/list1#2"/>
    <dgm:cxn modelId="{2670BC51-2311-483C-BA36-66570EA0335F}" type="presParOf" srcId="{F517AB00-573C-45CB-B4B8-17111068DCB6}" destId="{6FDD960E-B2FD-4C49-A8AD-3D67852B9617}" srcOrd="13" destOrd="0" presId="urn:microsoft.com/office/officeart/2005/8/layout/list1#2"/>
    <dgm:cxn modelId="{5165DA15-C637-4800-A412-5B8C0709EDC3}" type="presParOf" srcId="{F517AB00-573C-45CB-B4B8-17111068DCB6}" destId="{2B69653D-4AC1-40A3-890A-3A2E9DAA72F7}" srcOrd="14" destOrd="0" presId="urn:microsoft.com/office/officeart/2005/8/layout/list1#2"/>
    <dgm:cxn modelId="{6B1E1FFF-9F87-4695-993F-34FE692C5B06}" type="presParOf" srcId="{F517AB00-573C-45CB-B4B8-17111068DCB6}" destId="{7CE8A14E-212E-4129-94D2-C68782E450E2}" srcOrd="15" destOrd="0" presId="urn:microsoft.com/office/officeart/2005/8/layout/list1#2"/>
    <dgm:cxn modelId="{69AFF036-6570-48B9-A6AD-03DE22204868}" type="presParOf" srcId="{F517AB00-573C-45CB-B4B8-17111068DCB6}" destId="{A7DAADEF-3963-46D9-B440-8ABBE5BA73BC}" srcOrd="16" destOrd="0" presId="urn:microsoft.com/office/officeart/2005/8/layout/list1#2"/>
    <dgm:cxn modelId="{86135C5E-0467-448F-8737-E3F88D461C5F}" type="presParOf" srcId="{A7DAADEF-3963-46D9-B440-8ABBE5BA73BC}" destId="{8F74CD81-A10C-465A-9D2F-09A825F91EB8}" srcOrd="0" destOrd="0" presId="urn:microsoft.com/office/officeart/2005/8/layout/list1#2"/>
    <dgm:cxn modelId="{158316F8-594E-4129-918A-7EE0C5CF73D1}" type="presParOf" srcId="{A7DAADEF-3963-46D9-B440-8ABBE5BA73BC}" destId="{B2262D65-1755-480B-8204-E496876C0509}" srcOrd="1" destOrd="0" presId="urn:microsoft.com/office/officeart/2005/8/layout/list1#2"/>
    <dgm:cxn modelId="{88B0D41F-8D01-4F1F-992D-E7548BCAFD54}" type="presParOf" srcId="{F517AB00-573C-45CB-B4B8-17111068DCB6}" destId="{E9660FD0-7608-4F16-B906-43036B52CD2F}" srcOrd="17" destOrd="0" presId="urn:microsoft.com/office/officeart/2005/8/layout/list1#2"/>
    <dgm:cxn modelId="{A192B482-216B-4604-928F-264A42462389}" type="presParOf" srcId="{F517AB00-573C-45CB-B4B8-17111068DCB6}" destId="{9E1EB1E6-5ED9-4AB8-B433-D5C0B44C69F6}" srcOrd="18" destOrd="0" presId="urn:microsoft.com/office/officeart/2005/8/layout/list1#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FD478015-E4AE-4E80-AF24-A2D21EDBC337}" type="doc">
      <dgm:prSet loTypeId="urn:microsoft.com/office/officeart/2005/8/layout/vList2#3" loCatId="list" qsTypeId="urn:microsoft.com/office/officeart/2005/8/quickstyle/simple1#9" qsCatId="simple" csTypeId="urn:microsoft.com/office/officeart/2005/8/colors/colorful1#2" csCatId="colorful" phldr="1"/>
      <dgm:spPr/>
      <dgm:t>
        <a:bodyPr/>
        <a:lstStyle/>
        <a:p>
          <a:endParaRPr lang="zh-CN" altLang="en-US"/>
        </a:p>
      </dgm:t>
    </dgm:pt>
    <dgm:pt modelId="{1AD147BB-ECCD-4AD6-B446-86EACD600D49}">
      <dgm:prSet custT="1"/>
      <dgm:spPr>
        <a:solidFill>
          <a:srgbClr val="4472C4">
            <a:lumMod val="75000"/>
          </a:srgbClr>
        </a:solidFill>
        <a:ln w="12700" cap="flat" cmpd="sng" algn="ctr">
          <a:solidFill>
            <a:prstClr val="white">
              <a:hueOff val="0"/>
              <a:satOff val="0"/>
              <a:lumOff val="0"/>
              <a:alphaOff val="0"/>
            </a:prstClr>
          </a:solidFill>
          <a:prstDash val="solid"/>
          <a:miter lim="800000"/>
        </a:ln>
        <a:effectLst/>
      </dgm:spPr>
      <dgm:t>
        <a:bodyPr spcFirstLastPara="0" vert="horz" wrap="square" lIns="121920" tIns="121920" rIns="121920" bIns="121920" numCol="1" spcCol="1270" anchor="ctr" anchorCtr="0"/>
        <a:lstStyle/>
        <a:p>
          <a:pPr marL="0" lvl="0" indent="0" algn="l" defTabSz="1466850">
            <a:lnSpc>
              <a:spcPct val="90000"/>
            </a:lnSpc>
            <a:spcBef>
              <a:spcPct val="0"/>
            </a:spcBef>
            <a:spcAft>
              <a:spcPct val="35000"/>
            </a:spcAft>
            <a:buNone/>
          </a:pPr>
          <a:r>
            <a:rPr lang="zh-CN" altLang="en-US" sz="3200" b="1" kern="1200" dirty="0">
              <a:solidFill>
                <a:prstClr val="white"/>
              </a:solidFill>
              <a:latin typeface="微软雅黑" panose="020B0503020204020204" pitchFamily="34" charset="-122"/>
              <a:ea typeface="微软雅黑" panose="020B0503020204020204" pitchFamily="34" charset="-122"/>
              <a:cs typeface="+mn-cs"/>
            </a:rPr>
            <a:t>    程序的装入和链接</a:t>
          </a:r>
        </a:p>
      </dgm:t>
    </dgm:pt>
    <dgm:pt modelId="{24B51315-1B0B-4F79-AF5C-142DDE53554B}" cxnId="{5F278370-DC1B-43BD-9892-81A65D94011D}" type="parTrans">
      <dgm:prSet/>
      <dgm:spPr/>
      <dgm:t>
        <a:bodyPr/>
        <a:lstStyle/>
        <a:p>
          <a:endParaRPr lang="zh-CN" altLang="en-US"/>
        </a:p>
      </dgm:t>
    </dgm:pt>
    <dgm:pt modelId="{5B4E2F5C-B8A9-4CD3-A569-5BD69BDDBC7C}" cxnId="{5F278370-DC1B-43BD-9892-81A65D94011D}" type="sibTrans">
      <dgm:prSet/>
      <dgm:spPr/>
      <dgm:t>
        <a:bodyPr/>
        <a:lstStyle/>
        <a:p>
          <a:endParaRPr lang="zh-CN" altLang="en-US"/>
        </a:p>
      </dgm:t>
    </dgm:pt>
    <dgm:pt modelId="{FB4DF201-843C-4B73-8F0D-51E31B0DA051}">
      <dgm:prSet custT="1"/>
      <dgm:spPr>
        <a:solidFill>
          <a:srgbClr val="4472C4">
            <a:lumMod val="75000"/>
          </a:srgbClr>
        </a:solidFill>
        <a:ln w="12700" cap="flat" cmpd="sng" algn="ctr">
          <a:solidFill>
            <a:prstClr val="white">
              <a:hueOff val="0"/>
              <a:satOff val="0"/>
              <a:lumOff val="0"/>
              <a:alphaOff val="0"/>
            </a:prstClr>
          </a:solidFill>
          <a:prstDash val="solid"/>
          <a:miter lim="800000"/>
        </a:ln>
        <a:effectLst/>
      </dgm:spPr>
      <dgm:t>
        <a:bodyPr spcFirstLastPara="0" vert="horz" wrap="square" lIns="121920" tIns="121920" rIns="121920" bIns="121920" numCol="1" spcCol="1270" anchor="ctr" anchorCtr="0"/>
        <a:lstStyle/>
        <a:p>
          <a:pPr marL="0" lvl="0" indent="0" algn="l" defTabSz="1466850">
            <a:lnSpc>
              <a:spcPct val="90000"/>
            </a:lnSpc>
            <a:spcBef>
              <a:spcPct val="0"/>
            </a:spcBef>
            <a:spcAft>
              <a:spcPct val="35000"/>
            </a:spcAft>
            <a:buNone/>
          </a:pPr>
          <a:r>
            <a:rPr lang="zh-CN" altLang="en-US" sz="3200" b="1" kern="1200" dirty="0">
              <a:solidFill>
                <a:schemeClr val="bg1"/>
              </a:solidFill>
              <a:latin typeface="微软雅黑" panose="020B0503020204020204" pitchFamily="34" charset="-122"/>
              <a:ea typeface="微软雅黑" panose="020B0503020204020204" pitchFamily="34" charset="-122"/>
              <a:cs typeface="+mn-cs"/>
            </a:rPr>
            <a:t>    连续分配存储管理方式</a:t>
          </a:r>
        </a:p>
      </dgm:t>
    </dgm:pt>
    <dgm:pt modelId="{A92B47A3-4B1B-4DBF-9C8F-53BB89C57576}" cxnId="{3A912073-6D15-4AEB-8B4D-8AF24F204D31}" type="parTrans">
      <dgm:prSet/>
      <dgm:spPr/>
      <dgm:t>
        <a:bodyPr/>
        <a:lstStyle/>
        <a:p>
          <a:endParaRPr lang="zh-CN" altLang="en-US"/>
        </a:p>
      </dgm:t>
    </dgm:pt>
    <dgm:pt modelId="{2F98E893-B11C-4A3D-8B25-F80E13394A80}" cxnId="{3A912073-6D15-4AEB-8B4D-8AF24F204D31}" type="sibTrans">
      <dgm:prSet/>
      <dgm:spPr/>
      <dgm:t>
        <a:bodyPr/>
        <a:lstStyle/>
        <a:p>
          <a:endParaRPr lang="zh-CN" altLang="en-US"/>
        </a:p>
      </dgm:t>
    </dgm:pt>
    <dgm:pt modelId="{431842DA-C10C-4F00-A8FF-38F36FAA3318}">
      <dgm:prSet custT="1"/>
      <dgm:spPr>
        <a:solidFill>
          <a:srgbClr val="4472C4">
            <a:lumMod val="75000"/>
          </a:srgbClr>
        </a:solidFill>
        <a:ln w="12700" cap="flat" cmpd="sng" algn="ctr">
          <a:solidFill>
            <a:prstClr val="white">
              <a:hueOff val="0"/>
              <a:satOff val="0"/>
              <a:lumOff val="0"/>
              <a:alphaOff val="0"/>
            </a:prstClr>
          </a:solidFill>
          <a:prstDash val="solid"/>
          <a:miter lim="800000"/>
        </a:ln>
        <a:effectLst/>
      </dgm:spPr>
      <dgm:t>
        <a:bodyPr spcFirstLastPara="0" vert="horz" wrap="square" lIns="121920" tIns="121920" rIns="121920" bIns="121920" numCol="1" spcCol="1270" anchor="ctr" anchorCtr="0"/>
        <a:lstStyle/>
        <a:p>
          <a:pPr marL="0" lvl="0" indent="0" algn="l" defTabSz="1466850">
            <a:lnSpc>
              <a:spcPct val="90000"/>
            </a:lnSpc>
            <a:spcBef>
              <a:spcPct val="0"/>
            </a:spcBef>
            <a:spcAft>
              <a:spcPct val="35000"/>
            </a:spcAft>
            <a:buNone/>
          </a:pPr>
          <a:r>
            <a:rPr lang="zh-CN" altLang="en-US" sz="3200" b="1" kern="1200" dirty="0">
              <a:solidFill>
                <a:prstClr val="white"/>
              </a:solidFill>
              <a:latin typeface="微软雅黑" panose="020B0503020204020204" pitchFamily="34" charset="-122"/>
              <a:ea typeface="微软雅黑" panose="020B0503020204020204" pitchFamily="34" charset="-122"/>
              <a:cs typeface="+mn-cs"/>
            </a:rPr>
            <a:t>    对换（</a:t>
          </a:r>
          <a:r>
            <a:rPr lang="en-US" altLang="zh-CN" sz="3200" b="1" kern="1200" dirty="0">
              <a:solidFill>
                <a:prstClr val="white"/>
              </a:solidFill>
              <a:latin typeface="微软雅黑" panose="020B0503020204020204" pitchFamily="34" charset="-122"/>
              <a:ea typeface="微软雅黑" panose="020B0503020204020204" pitchFamily="34" charset="-122"/>
              <a:cs typeface="+mn-cs"/>
            </a:rPr>
            <a:t>Swapping</a:t>
          </a:r>
          <a:r>
            <a:rPr lang="zh-CN" altLang="en-US" sz="3200" b="1" kern="1200" dirty="0">
              <a:solidFill>
                <a:prstClr val="white"/>
              </a:solidFill>
              <a:latin typeface="微软雅黑" panose="020B0503020204020204" pitchFamily="34" charset="-122"/>
              <a:ea typeface="微软雅黑" panose="020B0503020204020204" pitchFamily="34" charset="-122"/>
              <a:cs typeface="+mn-cs"/>
            </a:rPr>
            <a:t>）</a:t>
          </a:r>
        </a:p>
      </dgm:t>
    </dgm:pt>
    <dgm:pt modelId="{BE0C0096-21E5-4052-9490-5A12F6133583}" cxnId="{B259F718-CCD2-4763-8869-C91BB99F2806}" type="parTrans">
      <dgm:prSet/>
      <dgm:spPr/>
      <dgm:t>
        <a:bodyPr/>
        <a:lstStyle/>
        <a:p>
          <a:endParaRPr lang="zh-CN" altLang="en-US"/>
        </a:p>
      </dgm:t>
    </dgm:pt>
    <dgm:pt modelId="{E216F8AC-76D1-45A8-B317-CA0BB7ACCF2F}" cxnId="{B259F718-CCD2-4763-8869-C91BB99F2806}" type="sibTrans">
      <dgm:prSet/>
      <dgm:spPr/>
      <dgm:t>
        <a:bodyPr/>
        <a:lstStyle/>
        <a:p>
          <a:endParaRPr lang="zh-CN" altLang="en-US"/>
        </a:p>
      </dgm:t>
    </dgm:pt>
    <dgm:pt modelId="{C73CA419-B308-4FEC-BB9F-9EA192EABD32}">
      <dgm:prSet custT="1"/>
      <dgm:spPr>
        <a:solidFill>
          <a:srgbClr val="4472C4">
            <a:lumMod val="75000"/>
          </a:srgbClr>
        </a:solidFill>
        <a:ln w="12700" cap="flat" cmpd="sng" algn="ctr">
          <a:solidFill>
            <a:prstClr val="white">
              <a:hueOff val="0"/>
              <a:satOff val="0"/>
              <a:lumOff val="0"/>
              <a:alphaOff val="0"/>
            </a:prstClr>
          </a:solidFill>
          <a:prstDash val="solid"/>
          <a:miter lim="800000"/>
        </a:ln>
        <a:effectLst/>
      </dgm:spPr>
      <dgm:t>
        <a:bodyPr spcFirstLastPara="0" vert="horz" wrap="square" lIns="121920" tIns="121920" rIns="121920" bIns="121920" numCol="1" spcCol="1270" anchor="ctr" anchorCtr="0"/>
        <a:lstStyle/>
        <a:p>
          <a:pPr marL="0" lvl="0" indent="0" algn="l" defTabSz="1466850">
            <a:lnSpc>
              <a:spcPct val="90000"/>
            </a:lnSpc>
            <a:spcBef>
              <a:spcPct val="0"/>
            </a:spcBef>
            <a:spcAft>
              <a:spcPct val="35000"/>
            </a:spcAft>
            <a:buNone/>
          </a:pPr>
          <a:r>
            <a:rPr lang="zh-CN" altLang="en-US" sz="3200" b="1" kern="1200" dirty="0">
              <a:solidFill>
                <a:prstClr val="white"/>
              </a:solidFill>
              <a:latin typeface="微软雅黑" panose="020B0503020204020204" pitchFamily="34" charset="-122"/>
              <a:ea typeface="微软雅黑" panose="020B0503020204020204" pitchFamily="34" charset="-122"/>
              <a:cs typeface="+mn-cs"/>
            </a:rPr>
            <a:t>    分页存储管理方式</a:t>
          </a:r>
        </a:p>
      </dgm:t>
    </dgm:pt>
    <dgm:pt modelId="{65E10C13-A8E5-4B34-A00E-314FD6825CE3}" cxnId="{C3B1DB02-AF7B-46ED-88D3-4391098D3645}" type="parTrans">
      <dgm:prSet/>
      <dgm:spPr/>
      <dgm:t>
        <a:bodyPr/>
        <a:lstStyle/>
        <a:p>
          <a:endParaRPr lang="zh-CN" altLang="en-US"/>
        </a:p>
      </dgm:t>
    </dgm:pt>
    <dgm:pt modelId="{2A989A88-5D37-47D6-AA7A-31CB121F721E}" cxnId="{C3B1DB02-AF7B-46ED-88D3-4391098D3645}" type="sibTrans">
      <dgm:prSet/>
      <dgm:spPr/>
      <dgm:t>
        <a:bodyPr/>
        <a:lstStyle/>
        <a:p>
          <a:endParaRPr lang="zh-CN" altLang="en-US"/>
        </a:p>
      </dgm:t>
    </dgm:pt>
    <dgm:pt modelId="{D33436B3-0B13-4F32-9190-BCCD9B53E797}">
      <dgm:prSet custT="1"/>
      <dgm:spPr>
        <a:solidFill>
          <a:schemeClr val="bg1"/>
        </a:solidFill>
        <a:ln>
          <a:solidFill>
            <a:schemeClr val="accent1"/>
          </a:solidFill>
        </a:ln>
      </dgm:spPr>
      <dgm:t>
        <a:bodyPr/>
        <a:lstStyle/>
        <a:p>
          <a:pPr marL="0" lvl="0" indent="0" algn="l" defTabSz="1466850">
            <a:lnSpc>
              <a:spcPct val="90000"/>
            </a:lnSpc>
            <a:spcBef>
              <a:spcPct val="0"/>
            </a:spcBef>
            <a:spcAft>
              <a:spcPct val="35000"/>
            </a:spcAft>
            <a:buNone/>
          </a:pPr>
          <a:r>
            <a:rPr lang="zh-CN" altLang="en-US" sz="3200" b="1" kern="1200" dirty="0">
              <a:solidFill>
                <a:srgbClr val="2F5597"/>
              </a:solidFill>
              <a:latin typeface="微软雅黑" panose="020B0503020204020204" pitchFamily="34" charset="-122"/>
              <a:ea typeface="微软雅黑" panose="020B0503020204020204" pitchFamily="34" charset="-122"/>
              <a:cs typeface="+mn-cs"/>
            </a:rPr>
            <a:t>    分段存储管理方式</a:t>
          </a:r>
        </a:p>
      </dgm:t>
    </dgm:pt>
    <dgm:pt modelId="{AC01A53B-906E-4AA6-8ADB-FD0A506CF275}" cxnId="{745844F4-E7BF-49A0-BF39-85F379FE92AE}" type="parTrans">
      <dgm:prSet/>
      <dgm:spPr/>
      <dgm:t>
        <a:bodyPr/>
        <a:lstStyle/>
        <a:p>
          <a:endParaRPr lang="zh-CN" altLang="en-US"/>
        </a:p>
      </dgm:t>
    </dgm:pt>
    <dgm:pt modelId="{F66FA5A6-3FD2-4AA2-B7BC-F2DBFF7EAEEC}" cxnId="{745844F4-E7BF-49A0-BF39-85F379FE92AE}" type="sibTrans">
      <dgm:prSet/>
      <dgm:spPr/>
      <dgm:t>
        <a:bodyPr/>
        <a:lstStyle/>
        <a:p>
          <a:endParaRPr lang="zh-CN" altLang="en-US"/>
        </a:p>
      </dgm:t>
    </dgm:pt>
    <dgm:pt modelId="{35EEBC4D-253C-40B6-A38D-5C4AE37EE567}">
      <dgm:prSet phldrT="[文本]" custT="1"/>
      <dgm:spPr>
        <a:solidFill>
          <a:srgbClr val="4472C4">
            <a:lumMod val="75000"/>
          </a:srgbClr>
        </a:solidFill>
        <a:ln w="12700" cap="flat" cmpd="sng" algn="ctr">
          <a:solidFill>
            <a:prstClr val="white">
              <a:hueOff val="0"/>
              <a:satOff val="0"/>
              <a:lumOff val="0"/>
              <a:alphaOff val="0"/>
            </a:prstClr>
          </a:solidFill>
          <a:prstDash val="solid"/>
          <a:miter lim="800000"/>
        </a:ln>
        <a:effectLst/>
      </dgm:spPr>
      <dgm:t>
        <a:bodyPr spcFirstLastPara="0" vert="horz" wrap="square" lIns="121920" tIns="121920" rIns="121920" bIns="121920" numCol="1" spcCol="1270" anchor="ctr" anchorCtr="0"/>
        <a:lstStyle/>
        <a:p>
          <a:pPr marL="0" lvl="0" indent="0" algn="l" defTabSz="1466850">
            <a:lnSpc>
              <a:spcPct val="90000"/>
            </a:lnSpc>
            <a:spcBef>
              <a:spcPct val="0"/>
            </a:spcBef>
            <a:spcAft>
              <a:spcPct val="35000"/>
            </a:spcAft>
            <a:buNone/>
          </a:pPr>
          <a:r>
            <a:rPr lang="zh-CN" altLang="en-US" sz="3200" b="1" kern="1200" dirty="0">
              <a:solidFill>
                <a:schemeClr val="bg1"/>
              </a:solidFill>
              <a:latin typeface="微软雅黑" panose="020B0503020204020204" pitchFamily="34" charset="-122"/>
              <a:ea typeface="微软雅黑" panose="020B0503020204020204" pitchFamily="34" charset="-122"/>
              <a:cs typeface="+mn-cs"/>
            </a:rPr>
            <a:t>    存储器的层次结构</a:t>
          </a:r>
        </a:p>
      </dgm:t>
    </dgm:pt>
    <dgm:pt modelId="{0DB1FB0F-E3E4-4EE8-BE91-04D430FB4DFF}" cxnId="{9856D63F-2B56-415E-A2DB-CDD8C4B129D4}" type="parTrans">
      <dgm:prSet/>
      <dgm:spPr/>
      <dgm:t>
        <a:bodyPr/>
        <a:lstStyle/>
        <a:p>
          <a:endParaRPr lang="zh-CN" altLang="en-US"/>
        </a:p>
      </dgm:t>
    </dgm:pt>
    <dgm:pt modelId="{B0B98F56-42B7-4EC3-89A0-35E375E90921}" cxnId="{9856D63F-2B56-415E-A2DB-CDD8C4B129D4}" type="sibTrans">
      <dgm:prSet/>
      <dgm:spPr/>
      <dgm:t>
        <a:bodyPr/>
        <a:lstStyle/>
        <a:p>
          <a:endParaRPr lang="zh-CN" altLang="en-US"/>
        </a:p>
      </dgm:t>
    </dgm:pt>
    <dgm:pt modelId="{CAF4CC0F-3782-4F8A-B74F-8D8B3539C608}" type="pres">
      <dgm:prSet presAssocID="{FD478015-E4AE-4E80-AF24-A2D21EDBC337}" presName="linear" presStyleCnt="0">
        <dgm:presLayoutVars>
          <dgm:animLvl val="lvl"/>
          <dgm:resizeHandles val="exact"/>
        </dgm:presLayoutVars>
      </dgm:prSet>
      <dgm:spPr/>
    </dgm:pt>
    <dgm:pt modelId="{D2030072-27AD-406A-84AE-0966EE003465}" type="pres">
      <dgm:prSet presAssocID="{35EEBC4D-253C-40B6-A38D-5C4AE37EE567}" presName="parentText" presStyleLbl="node1" presStyleIdx="0" presStyleCnt="6" custLinFactNeighborX="302">
        <dgm:presLayoutVars>
          <dgm:chMax val="0"/>
          <dgm:bulletEnabled val="1"/>
        </dgm:presLayoutVars>
      </dgm:prSet>
      <dgm:spPr>
        <a:xfrm>
          <a:off x="0" y="1984"/>
          <a:ext cx="7335520" cy="925494"/>
        </a:xfrm>
        <a:prstGeom prst="roundRect">
          <a:avLst/>
        </a:prstGeom>
      </dgm:spPr>
    </dgm:pt>
    <dgm:pt modelId="{33C3C1E0-101A-4178-BBFF-A4AEF9F3C3AF}" type="pres">
      <dgm:prSet presAssocID="{B0B98F56-42B7-4EC3-89A0-35E375E90921}" presName="spacer" presStyleCnt="0"/>
      <dgm:spPr/>
    </dgm:pt>
    <dgm:pt modelId="{9D955F22-870E-4516-9F36-BFA399447422}" type="pres">
      <dgm:prSet presAssocID="{1AD147BB-ECCD-4AD6-B446-86EACD600D49}" presName="parentText" presStyleLbl="node1" presStyleIdx="1" presStyleCnt="6">
        <dgm:presLayoutVars>
          <dgm:chMax val="0"/>
          <dgm:bulletEnabled val="1"/>
        </dgm:presLayoutVars>
      </dgm:prSet>
      <dgm:spPr>
        <a:xfrm>
          <a:off x="0" y="940612"/>
          <a:ext cx="7335520" cy="925945"/>
        </a:xfrm>
        <a:prstGeom prst="roundRect">
          <a:avLst/>
        </a:prstGeom>
      </dgm:spPr>
    </dgm:pt>
    <dgm:pt modelId="{2FE02930-3677-461D-B85E-26435DB47E7B}" type="pres">
      <dgm:prSet presAssocID="{5B4E2F5C-B8A9-4CD3-A569-5BD69BDDBC7C}" presName="spacer" presStyleCnt="0"/>
      <dgm:spPr/>
    </dgm:pt>
    <dgm:pt modelId="{6F219609-DD04-44CD-8464-34C16D707E20}" type="pres">
      <dgm:prSet presAssocID="{FB4DF201-843C-4B73-8F0D-51E31B0DA051}" presName="parentText" presStyleLbl="node1" presStyleIdx="2" presStyleCnt="6">
        <dgm:presLayoutVars>
          <dgm:chMax val="0"/>
          <dgm:bulletEnabled val="1"/>
        </dgm:presLayoutVars>
      </dgm:prSet>
      <dgm:spPr>
        <a:xfrm>
          <a:off x="0" y="1880803"/>
          <a:ext cx="7335520" cy="925945"/>
        </a:xfrm>
        <a:prstGeom prst="roundRect">
          <a:avLst/>
        </a:prstGeom>
      </dgm:spPr>
    </dgm:pt>
    <dgm:pt modelId="{9272CB60-3011-4C5D-858C-13AA8841EE96}" type="pres">
      <dgm:prSet presAssocID="{2F98E893-B11C-4A3D-8B25-F80E13394A80}" presName="spacer" presStyleCnt="0"/>
      <dgm:spPr/>
    </dgm:pt>
    <dgm:pt modelId="{E55D7849-AFAE-4859-9368-B9591CC879BF}" type="pres">
      <dgm:prSet presAssocID="{431842DA-C10C-4F00-A8FF-38F36FAA3318}" presName="parentText" presStyleLbl="node1" presStyleIdx="3" presStyleCnt="6">
        <dgm:presLayoutVars>
          <dgm:chMax val="0"/>
          <dgm:bulletEnabled val="1"/>
        </dgm:presLayoutVars>
      </dgm:prSet>
      <dgm:spPr>
        <a:xfrm>
          <a:off x="0" y="2820993"/>
          <a:ext cx="7335520" cy="925945"/>
        </a:xfrm>
        <a:prstGeom prst="roundRect">
          <a:avLst/>
        </a:prstGeom>
      </dgm:spPr>
    </dgm:pt>
    <dgm:pt modelId="{5328934A-E02D-471D-B63A-84F222434C14}" type="pres">
      <dgm:prSet presAssocID="{E216F8AC-76D1-45A8-B317-CA0BB7ACCF2F}" presName="spacer" presStyleCnt="0"/>
      <dgm:spPr/>
    </dgm:pt>
    <dgm:pt modelId="{232815BA-619A-4614-9627-2F42AED66E49}" type="pres">
      <dgm:prSet presAssocID="{C73CA419-B308-4FEC-BB9F-9EA192EABD32}" presName="parentText" presStyleLbl="node1" presStyleIdx="4" presStyleCnt="6">
        <dgm:presLayoutVars>
          <dgm:chMax val="0"/>
          <dgm:bulletEnabled val="1"/>
        </dgm:presLayoutVars>
      </dgm:prSet>
      <dgm:spPr>
        <a:xfrm>
          <a:off x="0" y="3761184"/>
          <a:ext cx="7335520" cy="925945"/>
        </a:xfrm>
        <a:prstGeom prst="roundRect">
          <a:avLst/>
        </a:prstGeom>
      </dgm:spPr>
    </dgm:pt>
    <dgm:pt modelId="{83DB15C9-6AFA-448B-B9A6-828601D1C86B}" type="pres">
      <dgm:prSet presAssocID="{2A989A88-5D37-47D6-AA7A-31CB121F721E}" presName="spacer" presStyleCnt="0"/>
      <dgm:spPr/>
    </dgm:pt>
    <dgm:pt modelId="{E0DD0EBA-5357-496A-800C-A32E8C411ACA}" type="pres">
      <dgm:prSet presAssocID="{D33436B3-0B13-4F32-9190-BCCD9B53E797}" presName="parentText" presStyleLbl="node1" presStyleIdx="5" presStyleCnt="6">
        <dgm:presLayoutVars>
          <dgm:chMax val="0"/>
          <dgm:bulletEnabled val="1"/>
        </dgm:presLayoutVars>
      </dgm:prSet>
      <dgm:spPr/>
    </dgm:pt>
  </dgm:ptLst>
  <dgm:cxnLst>
    <dgm:cxn modelId="{C3B1DB02-AF7B-46ED-88D3-4391098D3645}" srcId="{FD478015-E4AE-4E80-AF24-A2D21EDBC337}" destId="{C73CA419-B308-4FEC-BB9F-9EA192EABD32}" srcOrd="4" destOrd="0" parTransId="{65E10C13-A8E5-4B34-A00E-314FD6825CE3}" sibTransId="{2A989A88-5D37-47D6-AA7A-31CB121F721E}"/>
    <dgm:cxn modelId="{B259F718-CCD2-4763-8869-C91BB99F2806}" srcId="{FD478015-E4AE-4E80-AF24-A2D21EDBC337}" destId="{431842DA-C10C-4F00-A8FF-38F36FAA3318}" srcOrd="3" destOrd="0" parTransId="{BE0C0096-21E5-4052-9490-5A12F6133583}" sibTransId="{E216F8AC-76D1-45A8-B317-CA0BB7ACCF2F}"/>
    <dgm:cxn modelId="{F6093220-A59C-4747-94B3-D08D43D6DC4F}" type="presOf" srcId="{C73CA419-B308-4FEC-BB9F-9EA192EABD32}" destId="{232815BA-619A-4614-9627-2F42AED66E49}" srcOrd="0" destOrd="0" presId="urn:microsoft.com/office/officeart/2005/8/layout/vList2#3"/>
    <dgm:cxn modelId="{9856D63F-2B56-415E-A2DB-CDD8C4B129D4}" srcId="{FD478015-E4AE-4E80-AF24-A2D21EDBC337}" destId="{35EEBC4D-253C-40B6-A38D-5C4AE37EE567}" srcOrd="0" destOrd="0" parTransId="{0DB1FB0F-E3E4-4EE8-BE91-04D430FB4DFF}" sibTransId="{B0B98F56-42B7-4EC3-89A0-35E375E90921}"/>
    <dgm:cxn modelId="{47913864-5C95-4FF0-B0F7-9073254BD915}" type="presOf" srcId="{D33436B3-0B13-4F32-9190-BCCD9B53E797}" destId="{E0DD0EBA-5357-496A-800C-A32E8C411ACA}" srcOrd="0" destOrd="0" presId="urn:microsoft.com/office/officeart/2005/8/layout/vList2#3"/>
    <dgm:cxn modelId="{5F278370-DC1B-43BD-9892-81A65D94011D}" srcId="{FD478015-E4AE-4E80-AF24-A2D21EDBC337}" destId="{1AD147BB-ECCD-4AD6-B446-86EACD600D49}" srcOrd="1" destOrd="0" parTransId="{24B51315-1B0B-4F79-AF5C-142DDE53554B}" sibTransId="{5B4E2F5C-B8A9-4CD3-A569-5BD69BDDBC7C}"/>
    <dgm:cxn modelId="{3A912073-6D15-4AEB-8B4D-8AF24F204D31}" srcId="{FD478015-E4AE-4E80-AF24-A2D21EDBC337}" destId="{FB4DF201-843C-4B73-8F0D-51E31B0DA051}" srcOrd="2" destOrd="0" parTransId="{A92B47A3-4B1B-4DBF-9C8F-53BB89C57576}" sibTransId="{2F98E893-B11C-4A3D-8B25-F80E13394A80}"/>
    <dgm:cxn modelId="{0EE7279D-E2D8-4B05-B360-85836C646924}" type="presOf" srcId="{FB4DF201-843C-4B73-8F0D-51E31B0DA051}" destId="{6F219609-DD04-44CD-8464-34C16D707E20}" srcOrd="0" destOrd="0" presId="urn:microsoft.com/office/officeart/2005/8/layout/vList2#3"/>
    <dgm:cxn modelId="{0C1117A7-0AC5-4EAB-B05D-7173F3A0BDCC}" type="presOf" srcId="{431842DA-C10C-4F00-A8FF-38F36FAA3318}" destId="{E55D7849-AFAE-4859-9368-B9591CC879BF}" srcOrd="0" destOrd="0" presId="urn:microsoft.com/office/officeart/2005/8/layout/vList2#3"/>
    <dgm:cxn modelId="{9A130AB1-2B40-4346-9B26-8C8E5C643B8B}" type="presOf" srcId="{35EEBC4D-253C-40B6-A38D-5C4AE37EE567}" destId="{D2030072-27AD-406A-84AE-0966EE003465}" srcOrd="0" destOrd="0" presId="urn:microsoft.com/office/officeart/2005/8/layout/vList2#3"/>
    <dgm:cxn modelId="{1B1C5DBB-7600-4413-8610-830CC47E1FC6}" type="presOf" srcId="{FD478015-E4AE-4E80-AF24-A2D21EDBC337}" destId="{CAF4CC0F-3782-4F8A-B74F-8D8B3539C608}" srcOrd="0" destOrd="0" presId="urn:microsoft.com/office/officeart/2005/8/layout/vList2#3"/>
    <dgm:cxn modelId="{FAB6C7CD-8F5F-48EC-8259-EB14715353D1}" type="presOf" srcId="{1AD147BB-ECCD-4AD6-B446-86EACD600D49}" destId="{9D955F22-870E-4516-9F36-BFA399447422}" srcOrd="0" destOrd="0" presId="urn:microsoft.com/office/officeart/2005/8/layout/vList2#3"/>
    <dgm:cxn modelId="{745844F4-E7BF-49A0-BF39-85F379FE92AE}" srcId="{FD478015-E4AE-4E80-AF24-A2D21EDBC337}" destId="{D33436B3-0B13-4F32-9190-BCCD9B53E797}" srcOrd="5" destOrd="0" parTransId="{AC01A53B-906E-4AA6-8ADB-FD0A506CF275}" sibTransId="{F66FA5A6-3FD2-4AA2-B7BC-F2DBFF7EAEEC}"/>
    <dgm:cxn modelId="{359E1A13-5AFA-4975-8EC1-F22471D4C607}" type="presParOf" srcId="{CAF4CC0F-3782-4F8A-B74F-8D8B3539C608}" destId="{D2030072-27AD-406A-84AE-0966EE003465}" srcOrd="0" destOrd="0" presId="urn:microsoft.com/office/officeart/2005/8/layout/vList2#3"/>
    <dgm:cxn modelId="{336067B4-8699-444C-9E1D-0470951F2E67}" type="presParOf" srcId="{CAF4CC0F-3782-4F8A-B74F-8D8B3539C608}" destId="{33C3C1E0-101A-4178-BBFF-A4AEF9F3C3AF}" srcOrd="1" destOrd="0" presId="urn:microsoft.com/office/officeart/2005/8/layout/vList2#3"/>
    <dgm:cxn modelId="{C8306F97-005B-434A-82B8-FACA2CAB4B24}" type="presParOf" srcId="{CAF4CC0F-3782-4F8A-B74F-8D8B3539C608}" destId="{9D955F22-870E-4516-9F36-BFA399447422}" srcOrd="2" destOrd="0" presId="urn:microsoft.com/office/officeart/2005/8/layout/vList2#3"/>
    <dgm:cxn modelId="{73FF7D11-26A8-4488-9DD3-A45E8E60BF84}" type="presParOf" srcId="{CAF4CC0F-3782-4F8A-B74F-8D8B3539C608}" destId="{2FE02930-3677-461D-B85E-26435DB47E7B}" srcOrd="3" destOrd="0" presId="urn:microsoft.com/office/officeart/2005/8/layout/vList2#3"/>
    <dgm:cxn modelId="{6716DD35-687D-482F-A498-BD13972F127F}" type="presParOf" srcId="{CAF4CC0F-3782-4F8A-B74F-8D8B3539C608}" destId="{6F219609-DD04-44CD-8464-34C16D707E20}" srcOrd="4" destOrd="0" presId="urn:microsoft.com/office/officeart/2005/8/layout/vList2#3"/>
    <dgm:cxn modelId="{F4402D62-DD80-44A6-AC6D-E0D6DDC2F5A5}" type="presParOf" srcId="{CAF4CC0F-3782-4F8A-B74F-8D8B3539C608}" destId="{9272CB60-3011-4C5D-858C-13AA8841EE96}" srcOrd="5" destOrd="0" presId="urn:microsoft.com/office/officeart/2005/8/layout/vList2#3"/>
    <dgm:cxn modelId="{4F7DC1B6-360F-4C01-92F5-E6CCFA2494DA}" type="presParOf" srcId="{CAF4CC0F-3782-4F8A-B74F-8D8B3539C608}" destId="{E55D7849-AFAE-4859-9368-B9591CC879BF}" srcOrd="6" destOrd="0" presId="urn:microsoft.com/office/officeart/2005/8/layout/vList2#3"/>
    <dgm:cxn modelId="{B8754C1D-3232-4060-8594-0169340183C2}" type="presParOf" srcId="{CAF4CC0F-3782-4F8A-B74F-8D8B3539C608}" destId="{5328934A-E02D-471D-B63A-84F222434C14}" srcOrd="7" destOrd="0" presId="urn:microsoft.com/office/officeart/2005/8/layout/vList2#3"/>
    <dgm:cxn modelId="{8BC2684A-B71C-4260-97AE-6041099325AF}" type="presParOf" srcId="{CAF4CC0F-3782-4F8A-B74F-8D8B3539C608}" destId="{232815BA-619A-4614-9627-2F42AED66E49}" srcOrd="8" destOrd="0" presId="urn:microsoft.com/office/officeart/2005/8/layout/vList2#3"/>
    <dgm:cxn modelId="{657990C9-6A12-4CC3-8E37-E3F21C779D2B}" type="presParOf" srcId="{CAF4CC0F-3782-4F8A-B74F-8D8B3539C608}" destId="{83DB15C9-6AFA-448B-B9A6-828601D1C86B}" srcOrd="9" destOrd="0" presId="urn:microsoft.com/office/officeart/2005/8/layout/vList2#3"/>
    <dgm:cxn modelId="{726CE9CC-BF12-4531-9946-2F40C39DE838}" type="presParOf" srcId="{CAF4CC0F-3782-4F8A-B74F-8D8B3539C608}" destId="{E0DD0EBA-5357-496A-800C-A32E8C411ACA}" srcOrd="10" destOrd="0" presId="urn:microsoft.com/office/officeart/2005/8/layout/vList2#3"/>
  </dgm:cxnLst>
  <dgm:bg>
    <a:noFill/>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199054B8-D981-4F34-8C0E-06B9F3465F91}" type="doc">
      <dgm:prSet loTypeId="urn:microsoft.com/office/officeart/2005/8/layout/list1#3" loCatId="list" qsTypeId="urn:microsoft.com/office/officeart/2005/8/quickstyle/simple1#3" qsCatId="simple" csTypeId="urn:microsoft.com/office/officeart/2005/8/colors/accent1_2#3" csCatId="accent1" phldr="1"/>
      <dgm:spPr/>
      <dgm:t>
        <a:bodyPr/>
        <a:lstStyle/>
        <a:p>
          <a:endParaRPr lang="zh-CN" altLang="en-US"/>
        </a:p>
      </dgm:t>
    </dgm:pt>
    <dgm:pt modelId="{77613E4E-113B-41EE-955F-76727D83C738}">
      <dgm:prSet phldrT="[文本]" custT="1"/>
      <dgm:spPr>
        <a:solidFill>
          <a:schemeClr val="bg1"/>
        </a:solidFill>
        <a:ln>
          <a:solidFill>
            <a:srgbClr val="2F5597"/>
          </a:solidFill>
        </a:ln>
      </dgm:spPr>
      <dgm:t>
        <a:bodyPr/>
        <a:lstStyle/>
        <a:p>
          <a:r>
            <a:rPr lang="zh-CN" altLang="en-US" sz="2800" b="1" dirty="0">
              <a:solidFill>
                <a:srgbClr val="2F5597"/>
              </a:solidFill>
              <a:latin typeface="微软雅黑" panose="020B0503020204020204" pitchFamily="34" charset="-122"/>
              <a:ea typeface="微软雅黑" panose="020B0503020204020204" pitchFamily="34" charset="-122"/>
            </a:rPr>
            <a:t>分段存储管理方式的引入</a:t>
          </a:r>
        </a:p>
      </dgm:t>
    </dgm:pt>
    <dgm:pt modelId="{110BBF70-FADB-416B-BA45-A6472ED1D786}" cxnId="{7A3FCAA2-B644-4A4A-AEBC-CDE3A4004478}" type="parTrans">
      <dgm:prSet/>
      <dgm:spPr/>
      <dgm:t>
        <a:bodyPr/>
        <a:lstStyle/>
        <a:p>
          <a:endParaRPr lang="zh-CN" altLang="en-US"/>
        </a:p>
      </dgm:t>
    </dgm:pt>
    <dgm:pt modelId="{5279F90E-BF5E-4F45-8EED-44C92A6235B8}" cxnId="{7A3FCAA2-B644-4A4A-AEBC-CDE3A4004478}" type="sibTrans">
      <dgm:prSet/>
      <dgm:spPr/>
      <dgm:t>
        <a:bodyPr/>
        <a:lstStyle/>
        <a:p>
          <a:endParaRPr lang="zh-CN" altLang="en-US"/>
        </a:p>
      </dgm:t>
    </dgm:pt>
    <dgm:pt modelId="{1DE17AFD-E6E7-4E69-BB2F-FD7A6E52C0BD}">
      <dgm:prSet phldrT="[文本]" custT="1"/>
      <dgm:spPr>
        <a:solidFill>
          <a:schemeClr val="bg1"/>
        </a:solidFill>
        <a:ln>
          <a:solidFill>
            <a:srgbClr val="2F5597"/>
          </a:solidFill>
        </a:ln>
      </dgm:spPr>
      <dgm:t>
        <a:bodyPr/>
        <a:lstStyle/>
        <a:p>
          <a:r>
            <a:rPr lang="zh-CN" altLang="en-US" sz="2800" b="1" dirty="0">
              <a:solidFill>
                <a:srgbClr val="2F5597"/>
              </a:solidFill>
              <a:latin typeface="微软雅黑" panose="020B0503020204020204" pitchFamily="34" charset="-122"/>
              <a:ea typeface="微软雅黑" panose="020B0503020204020204" pitchFamily="34" charset="-122"/>
            </a:rPr>
            <a:t>分段系统的基本原理</a:t>
          </a:r>
        </a:p>
      </dgm:t>
    </dgm:pt>
    <dgm:pt modelId="{6D9ADD38-CCE7-4B2C-8790-5BCA0C78F40A}" cxnId="{15A2BCAE-5BBD-4AC5-92F2-CFE56FBD3F4A}" type="parTrans">
      <dgm:prSet/>
      <dgm:spPr/>
      <dgm:t>
        <a:bodyPr/>
        <a:lstStyle/>
        <a:p>
          <a:endParaRPr lang="zh-CN" altLang="en-US"/>
        </a:p>
      </dgm:t>
    </dgm:pt>
    <dgm:pt modelId="{4B47CE86-DDA2-4F92-A8F6-BF2684A65613}" cxnId="{15A2BCAE-5BBD-4AC5-92F2-CFE56FBD3F4A}" type="sibTrans">
      <dgm:prSet/>
      <dgm:spPr/>
      <dgm:t>
        <a:bodyPr/>
        <a:lstStyle/>
        <a:p>
          <a:endParaRPr lang="zh-CN" altLang="en-US"/>
        </a:p>
      </dgm:t>
    </dgm:pt>
    <dgm:pt modelId="{D51090BD-496F-453F-A78F-4E3851FDFAC9}">
      <dgm:prSet phldrT="[文本]" custT="1"/>
      <dgm:spPr>
        <a:solidFill>
          <a:schemeClr val="bg1"/>
        </a:solidFill>
        <a:ln>
          <a:solidFill>
            <a:srgbClr val="2F5597"/>
          </a:solidFill>
        </a:ln>
      </dgm:spPr>
      <dgm:t>
        <a:bodyPr/>
        <a:lstStyle/>
        <a:p>
          <a:r>
            <a:rPr lang="zh-CN" altLang="en-US" sz="2800" b="1" dirty="0">
              <a:solidFill>
                <a:srgbClr val="2F5597"/>
              </a:solidFill>
              <a:latin typeface="微软雅黑" panose="020B0503020204020204" pitchFamily="34" charset="-122"/>
              <a:ea typeface="微软雅黑" panose="020B0503020204020204" pitchFamily="34" charset="-122"/>
            </a:rPr>
            <a:t>信息共享</a:t>
          </a:r>
        </a:p>
      </dgm:t>
    </dgm:pt>
    <dgm:pt modelId="{BD3E0CD9-A78C-4324-B899-D078DB6AEAF1}" cxnId="{ACC2B226-9160-4C44-9C38-A4867965EB3B}" type="parTrans">
      <dgm:prSet/>
      <dgm:spPr/>
      <dgm:t>
        <a:bodyPr/>
        <a:lstStyle/>
        <a:p>
          <a:endParaRPr lang="zh-CN" altLang="en-US"/>
        </a:p>
      </dgm:t>
    </dgm:pt>
    <dgm:pt modelId="{0CA0872C-5CCB-4E5B-863E-FF9639D4A646}" cxnId="{ACC2B226-9160-4C44-9C38-A4867965EB3B}" type="sibTrans">
      <dgm:prSet/>
      <dgm:spPr/>
      <dgm:t>
        <a:bodyPr/>
        <a:lstStyle/>
        <a:p>
          <a:endParaRPr lang="zh-CN" altLang="en-US"/>
        </a:p>
      </dgm:t>
    </dgm:pt>
    <dgm:pt modelId="{6C47817C-7754-4DD7-8870-3B13E2401488}">
      <dgm:prSet phldrT="[文本]" custT="1"/>
      <dgm:spPr>
        <a:solidFill>
          <a:schemeClr val="bg1"/>
        </a:solidFill>
        <a:ln>
          <a:solidFill>
            <a:srgbClr val="2F5597"/>
          </a:solidFill>
        </a:ln>
      </dgm:spPr>
      <dgm:t>
        <a:bodyPr/>
        <a:lstStyle/>
        <a:p>
          <a:r>
            <a:rPr lang="zh-CN" altLang="en-US" sz="2800" b="1" dirty="0">
              <a:solidFill>
                <a:srgbClr val="2F5597"/>
              </a:solidFill>
              <a:latin typeface="微软雅黑" panose="020B0503020204020204" pitchFamily="34" charset="-122"/>
              <a:ea typeface="微软雅黑" panose="020B0503020204020204" pitchFamily="34" charset="-122"/>
            </a:rPr>
            <a:t>段页式存储管理方式</a:t>
          </a:r>
        </a:p>
      </dgm:t>
    </dgm:pt>
    <dgm:pt modelId="{AA9B1041-D15D-4787-9B34-7E423F8473C4}" cxnId="{5260FD10-A5F6-4E76-A4C4-C32DCFB5BEBD}" type="parTrans">
      <dgm:prSet/>
      <dgm:spPr/>
      <dgm:t>
        <a:bodyPr/>
        <a:lstStyle/>
        <a:p>
          <a:endParaRPr lang="zh-CN" altLang="en-US"/>
        </a:p>
      </dgm:t>
    </dgm:pt>
    <dgm:pt modelId="{8BC2157D-BB80-42C2-A869-D869CE794559}" cxnId="{5260FD10-A5F6-4E76-A4C4-C32DCFB5BEBD}" type="sibTrans">
      <dgm:prSet/>
      <dgm:spPr/>
      <dgm:t>
        <a:bodyPr/>
        <a:lstStyle/>
        <a:p>
          <a:endParaRPr lang="zh-CN" altLang="en-US"/>
        </a:p>
      </dgm:t>
    </dgm:pt>
    <dgm:pt modelId="{F517AB00-573C-45CB-B4B8-17111068DCB6}" type="pres">
      <dgm:prSet presAssocID="{199054B8-D981-4F34-8C0E-06B9F3465F91}" presName="linear" presStyleCnt="0">
        <dgm:presLayoutVars>
          <dgm:dir/>
          <dgm:animLvl val="lvl"/>
          <dgm:resizeHandles val="exact"/>
        </dgm:presLayoutVars>
      </dgm:prSet>
      <dgm:spPr/>
    </dgm:pt>
    <dgm:pt modelId="{6ADFF888-FBC8-4D0C-9E8C-AC5DE90ADF91}" type="pres">
      <dgm:prSet presAssocID="{77613E4E-113B-41EE-955F-76727D83C738}" presName="parentLin" presStyleCnt="0"/>
      <dgm:spPr/>
    </dgm:pt>
    <dgm:pt modelId="{6E4C71DF-12E2-4A1E-AB5A-880743A5BA1C}" type="pres">
      <dgm:prSet presAssocID="{77613E4E-113B-41EE-955F-76727D83C738}" presName="parentLeftMargin" presStyleLbl="node1" presStyleIdx="0" presStyleCnt="4"/>
      <dgm:spPr/>
    </dgm:pt>
    <dgm:pt modelId="{2A7184BB-52DB-4C52-8420-130E9E3C13B2}" type="pres">
      <dgm:prSet presAssocID="{77613E4E-113B-41EE-955F-76727D83C738}" presName="parentText" presStyleLbl="node1" presStyleIdx="0" presStyleCnt="4">
        <dgm:presLayoutVars>
          <dgm:chMax val="0"/>
          <dgm:bulletEnabled val="1"/>
        </dgm:presLayoutVars>
      </dgm:prSet>
      <dgm:spPr/>
    </dgm:pt>
    <dgm:pt modelId="{CEFA1F0A-959C-49D7-A724-1A2F9AACEFCA}" type="pres">
      <dgm:prSet presAssocID="{77613E4E-113B-41EE-955F-76727D83C738}" presName="negativeSpace" presStyleCnt="0"/>
      <dgm:spPr/>
    </dgm:pt>
    <dgm:pt modelId="{AA9447A5-91BF-4C3A-B005-3C85857BAD48}" type="pres">
      <dgm:prSet presAssocID="{77613E4E-113B-41EE-955F-76727D83C738}" presName="childText" presStyleLbl="conFgAcc1" presStyleIdx="0" presStyleCnt="4">
        <dgm:presLayoutVars>
          <dgm:bulletEnabled val="1"/>
        </dgm:presLayoutVars>
      </dgm:prSet>
      <dgm:spPr>
        <a:solidFill>
          <a:srgbClr val="2F5597"/>
        </a:solidFill>
        <a:ln>
          <a:solidFill>
            <a:srgbClr val="2F5597"/>
          </a:solidFill>
        </a:ln>
      </dgm:spPr>
    </dgm:pt>
    <dgm:pt modelId="{71206B89-6D6F-4065-A4F7-C9CE52A79B44}" type="pres">
      <dgm:prSet presAssocID="{5279F90E-BF5E-4F45-8EED-44C92A6235B8}" presName="spaceBetweenRectangles" presStyleCnt="0"/>
      <dgm:spPr/>
    </dgm:pt>
    <dgm:pt modelId="{E9816913-B8BF-41D3-A25D-2D9AC4CCB148}" type="pres">
      <dgm:prSet presAssocID="{1DE17AFD-E6E7-4E69-BB2F-FD7A6E52C0BD}" presName="parentLin" presStyleCnt="0"/>
      <dgm:spPr/>
    </dgm:pt>
    <dgm:pt modelId="{651E08F0-ABA6-4F03-8E0A-EE693A3E1665}" type="pres">
      <dgm:prSet presAssocID="{1DE17AFD-E6E7-4E69-BB2F-FD7A6E52C0BD}" presName="parentLeftMargin" presStyleLbl="node1" presStyleIdx="0" presStyleCnt="4"/>
      <dgm:spPr/>
    </dgm:pt>
    <dgm:pt modelId="{32005391-0F6F-4CE7-A63B-C0EB18DC9D39}" type="pres">
      <dgm:prSet presAssocID="{1DE17AFD-E6E7-4E69-BB2F-FD7A6E52C0BD}" presName="parentText" presStyleLbl="node1" presStyleIdx="1" presStyleCnt="4">
        <dgm:presLayoutVars>
          <dgm:chMax val="0"/>
          <dgm:bulletEnabled val="1"/>
        </dgm:presLayoutVars>
      </dgm:prSet>
      <dgm:spPr/>
    </dgm:pt>
    <dgm:pt modelId="{06325A17-66CE-400B-A192-8ABD0B4C0DE7}" type="pres">
      <dgm:prSet presAssocID="{1DE17AFD-E6E7-4E69-BB2F-FD7A6E52C0BD}" presName="negativeSpace" presStyleCnt="0"/>
      <dgm:spPr/>
    </dgm:pt>
    <dgm:pt modelId="{B98633E7-1255-400C-97DF-142421D4D9FB}" type="pres">
      <dgm:prSet presAssocID="{1DE17AFD-E6E7-4E69-BB2F-FD7A6E52C0BD}" presName="childText" presStyleLbl="conFgAcc1" presStyleIdx="1" presStyleCnt="4">
        <dgm:presLayoutVars>
          <dgm:bulletEnabled val="1"/>
        </dgm:presLayoutVars>
      </dgm:prSet>
      <dgm:spPr>
        <a:xfrm>
          <a:off x="0" y="1473388"/>
          <a:ext cx="6486385" cy="604800"/>
        </a:xfrm>
        <a:prstGeom prst="rect">
          <a:avLst/>
        </a:prstGeom>
        <a:solidFill>
          <a:srgbClr val="2F5597"/>
        </a:solidFill>
        <a:ln w="12700" cap="flat" cmpd="sng" algn="ctr">
          <a:solidFill>
            <a:srgbClr val="2F5597"/>
          </a:solidFill>
          <a:prstDash val="solid"/>
          <a:miter lim="800000"/>
        </a:ln>
        <a:effectLst/>
      </dgm:spPr>
    </dgm:pt>
    <dgm:pt modelId="{0275BAD8-5BC0-4B3C-A344-92E5F00F206F}" type="pres">
      <dgm:prSet presAssocID="{4B47CE86-DDA2-4F92-A8F6-BF2684A65613}" presName="spaceBetweenRectangles" presStyleCnt="0"/>
      <dgm:spPr/>
    </dgm:pt>
    <dgm:pt modelId="{461C904A-BBCA-4A30-9BAE-08F626A8A2F1}" type="pres">
      <dgm:prSet presAssocID="{D51090BD-496F-453F-A78F-4E3851FDFAC9}" presName="parentLin" presStyleCnt="0"/>
      <dgm:spPr/>
    </dgm:pt>
    <dgm:pt modelId="{C022F0E2-D138-4B75-906C-74F516094EF6}" type="pres">
      <dgm:prSet presAssocID="{D51090BD-496F-453F-A78F-4E3851FDFAC9}" presName="parentLeftMargin" presStyleLbl="node1" presStyleIdx="1" presStyleCnt="4"/>
      <dgm:spPr/>
    </dgm:pt>
    <dgm:pt modelId="{D5E0838E-2154-41F8-AB95-93327E12EB8F}" type="pres">
      <dgm:prSet presAssocID="{D51090BD-496F-453F-A78F-4E3851FDFAC9}" presName="parentText" presStyleLbl="node1" presStyleIdx="2" presStyleCnt="4">
        <dgm:presLayoutVars>
          <dgm:chMax val="0"/>
          <dgm:bulletEnabled val="1"/>
        </dgm:presLayoutVars>
      </dgm:prSet>
      <dgm:spPr/>
    </dgm:pt>
    <dgm:pt modelId="{9B67FD88-6E57-472F-B13A-42E75CB671DD}" type="pres">
      <dgm:prSet presAssocID="{D51090BD-496F-453F-A78F-4E3851FDFAC9}" presName="negativeSpace" presStyleCnt="0"/>
      <dgm:spPr/>
    </dgm:pt>
    <dgm:pt modelId="{C07C73CB-A80D-4B2A-9F42-2A0041437C51}" type="pres">
      <dgm:prSet presAssocID="{D51090BD-496F-453F-A78F-4E3851FDFAC9}" presName="childText" presStyleLbl="conFgAcc1" presStyleIdx="2" presStyleCnt="4">
        <dgm:presLayoutVars>
          <dgm:bulletEnabled val="1"/>
        </dgm:presLayoutVars>
      </dgm:prSet>
      <dgm:spPr>
        <a:xfrm>
          <a:off x="0" y="2562028"/>
          <a:ext cx="6486385" cy="604800"/>
        </a:xfrm>
        <a:prstGeom prst="rect">
          <a:avLst/>
        </a:prstGeom>
        <a:solidFill>
          <a:srgbClr val="2F5597"/>
        </a:solidFill>
        <a:ln w="12700" cap="flat" cmpd="sng" algn="ctr">
          <a:solidFill>
            <a:srgbClr val="2F5597"/>
          </a:solidFill>
          <a:prstDash val="solid"/>
          <a:miter lim="800000"/>
        </a:ln>
        <a:effectLst/>
      </dgm:spPr>
    </dgm:pt>
    <dgm:pt modelId="{04DE47AA-B404-4ABF-A087-B2F258E1AC3C}" type="pres">
      <dgm:prSet presAssocID="{0CA0872C-5CCB-4E5B-863E-FF9639D4A646}" presName="spaceBetweenRectangles" presStyleCnt="0"/>
      <dgm:spPr/>
    </dgm:pt>
    <dgm:pt modelId="{CEF91C1B-7E97-4EDF-9F10-B125EBE2B424}" type="pres">
      <dgm:prSet presAssocID="{6C47817C-7754-4DD7-8870-3B13E2401488}" presName="parentLin" presStyleCnt="0"/>
      <dgm:spPr/>
    </dgm:pt>
    <dgm:pt modelId="{FC3E547F-B7F6-4856-9144-EC974E13785E}" type="pres">
      <dgm:prSet presAssocID="{6C47817C-7754-4DD7-8870-3B13E2401488}" presName="parentLeftMargin" presStyleLbl="node1" presStyleIdx="2" presStyleCnt="4"/>
      <dgm:spPr/>
    </dgm:pt>
    <dgm:pt modelId="{D672623D-EBCB-42A1-8643-C1B969BA4323}" type="pres">
      <dgm:prSet presAssocID="{6C47817C-7754-4DD7-8870-3B13E2401488}" presName="parentText" presStyleLbl="node1" presStyleIdx="3" presStyleCnt="4">
        <dgm:presLayoutVars>
          <dgm:chMax val="0"/>
          <dgm:bulletEnabled val="1"/>
        </dgm:presLayoutVars>
      </dgm:prSet>
      <dgm:spPr/>
    </dgm:pt>
    <dgm:pt modelId="{6FDD960E-B2FD-4C49-A8AD-3D67852B9617}" type="pres">
      <dgm:prSet presAssocID="{6C47817C-7754-4DD7-8870-3B13E2401488}" presName="negativeSpace" presStyleCnt="0"/>
      <dgm:spPr/>
    </dgm:pt>
    <dgm:pt modelId="{2B69653D-4AC1-40A3-890A-3A2E9DAA72F7}" type="pres">
      <dgm:prSet presAssocID="{6C47817C-7754-4DD7-8870-3B13E2401488}" presName="childText" presStyleLbl="conFgAcc1" presStyleIdx="3" presStyleCnt="4">
        <dgm:presLayoutVars>
          <dgm:bulletEnabled val="1"/>
        </dgm:presLayoutVars>
      </dgm:prSet>
      <dgm:spPr>
        <a:xfrm>
          <a:off x="0" y="2898874"/>
          <a:ext cx="6486385" cy="478800"/>
        </a:xfrm>
        <a:prstGeom prst="rect">
          <a:avLst/>
        </a:prstGeom>
        <a:solidFill>
          <a:srgbClr val="2F5597"/>
        </a:solidFill>
        <a:ln w="12700" cap="flat" cmpd="sng" algn="ctr">
          <a:solidFill>
            <a:srgbClr val="2F5597"/>
          </a:solidFill>
          <a:prstDash val="solid"/>
          <a:miter lim="800000"/>
        </a:ln>
        <a:effectLst/>
      </dgm:spPr>
    </dgm:pt>
  </dgm:ptLst>
  <dgm:cxnLst>
    <dgm:cxn modelId="{98255400-F8A2-4A68-8120-4EACD5946439}" type="presOf" srcId="{6C47817C-7754-4DD7-8870-3B13E2401488}" destId="{D672623D-EBCB-42A1-8643-C1B969BA4323}" srcOrd="1" destOrd="0" presId="urn:microsoft.com/office/officeart/2005/8/layout/list1#3"/>
    <dgm:cxn modelId="{5260FD10-A5F6-4E76-A4C4-C32DCFB5BEBD}" srcId="{199054B8-D981-4F34-8C0E-06B9F3465F91}" destId="{6C47817C-7754-4DD7-8870-3B13E2401488}" srcOrd="3" destOrd="0" parTransId="{AA9B1041-D15D-4787-9B34-7E423F8473C4}" sibTransId="{8BC2157D-BB80-42C2-A869-D869CE794559}"/>
    <dgm:cxn modelId="{ACC2B226-9160-4C44-9C38-A4867965EB3B}" srcId="{199054B8-D981-4F34-8C0E-06B9F3465F91}" destId="{D51090BD-496F-453F-A78F-4E3851FDFAC9}" srcOrd="2" destOrd="0" parTransId="{BD3E0CD9-A78C-4324-B899-D078DB6AEAF1}" sibTransId="{0CA0872C-5CCB-4E5B-863E-FF9639D4A646}"/>
    <dgm:cxn modelId="{2C930678-A1DF-41C0-A930-6E6A13EF3800}" type="presOf" srcId="{77613E4E-113B-41EE-955F-76727D83C738}" destId="{6E4C71DF-12E2-4A1E-AB5A-880743A5BA1C}" srcOrd="0" destOrd="0" presId="urn:microsoft.com/office/officeart/2005/8/layout/list1#3"/>
    <dgm:cxn modelId="{4FC95C86-0421-48B7-9865-E445528DF130}" type="presOf" srcId="{77613E4E-113B-41EE-955F-76727D83C738}" destId="{2A7184BB-52DB-4C52-8420-130E9E3C13B2}" srcOrd="1" destOrd="0" presId="urn:microsoft.com/office/officeart/2005/8/layout/list1#3"/>
    <dgm:cxn modelId="{7A3FCAA2-B644-4A4A-AEBC-CDE3A4004478}" srcId="{199054B8-D981-4F34-8C0E-06B9F3465F91}" destId="{77613E4E-113B-41EE-955F-76727D83C738}" srcOrd="0" destOrd="0" parTransId="{110BBF70-FADB-416B-BA45-A6472ED1D786}" sibTransId="{5279F90E-BF5E-4F45-8EED-44C92A6235B8}"/>
    <dgm:cxn modelId="{15A2BCAE-5BBD-4AC5-92F2-CFE56FBD3F4A}" srcId="{199054B8-D981-4F34-8C0E-06B9F3465F91}" destId="{1DE17AFD-E6E7-4E69-BB2F-FD7A6E52C0BD}" srcOrd="1" destOrd="0" parTransId="{6D9ADD38-CCE7-4B2C-8790-5BCA0C78F40A}" sibTransId="{4B47CE86-DDA2-4F92-A8F6-BF2684A65613}"/>
    <dgm:cxn modelId="{583F13AF-3D78-427A-AA7A-DA79C9CB30FA}" type="presOf" srcId="{199054B8-D981-4F34-8C0E-06B9F3465F91}" destId="{F517AB00-573C-45CB-B4B8-17111068DCB6}" srcOrd="0" destOrd="0" presId="urn:microsoft.com/office/officeart/2005/8/layout/list1#3"/>
    <dgm:cxn modelId="{6A5915BF-1BF5-4A24-B75E-96B8F52893C5}" type="presOf" srcId="{6C47817C-7754-4DD7-8870-3B13E2401488}" destId="{FC3E547F-B7F6-4856-9144-EC974E13785E}" srcOrd="0" destOrd="0" presId="urn:microsoft.com/office/officeart/2005/8/layout/list1#3"/>
    <dgm:cxn modelId="{E19E5BCB-97D7-4934-8AEE-524E3AA7AF5F}" type="presOf" srcId="{1DE17AFD-E6E7-4E69-BB2F-FD7A6E52C0BD}" destId="{651E08F0-ABA6-4F03-8E0A-EE693A3E1665}" srcOrd="0" destOrd="0" presId="urn:microsoft.com/office/officeart/2005/8/layout/list1#3"/>
    <dgm:cxn modelId="{D6BE6CD5-57FE-4CE9-BF31-D65ED182103F}" type="presOf" srcId="{D51090BD-496F-453F-A78F-4E3851FDFAC9}" destId="{C022F0E2-D138-4B75-906C-74F516094EF6}" srcOrd="0" destOrd="0" presId="urn:microsoft.com/office/officeart/2005/8/layout/list1#3"/>
    <dgm:cxn modelId="{713944EB-ADCF-41DF-878A-7700E2E1A02C}" type="presOf" srcId="{1DE17AFD-E6E7-4E69-BB2F-FD7A6E52C0BD}" destId="{32005391-0F6F-4CE7-A63B-C0EB18DC9D39}" srcOrd="1" destOrd="0" presId="urn:microsoft.com/office/officeart/2005/8/layout/list1#3"/>
    <dgm:cxn modelId="{E5F098F0-C0F8-4045-B882-FBC26E909C1E}" type="presOf" srcId="{D51090BD-496F-453F-A78F-4E3851FDFAC9}" destId="{D5E0838E-2154-41F8-AB95-93327E12EB8F}" srcOrd="1" destOrd="0" presId="urn:microsoft.com/office/officeart/2005/8/layout/list1#3"/>
    <dgm:cxn modelId="{E318EB89-2267-4519-B7EF-2DF666D87341}" type="presParOf" srcId="{F517AB00-573C-45CB-B4B8-17111068DCB6}" destId="{6ADFF888-FBC8-4D0C-9E8C-AC5DE90ADF91}" srcOrd="0" destOrd="0" presId="urn:microsoft.com/office/officeart/2005/8/layout/list1#3"/>
    <dgm:cxn modelId="{EC5B3CE0-914F-4BDD-95B8-43361A4D91A8}" type="presParOf" srcId="{6ADFF888-FBC8-4D0C-9E8C-AC5DE90ADF91}" destId="{6E4C71DF-12E2-4A1E-AB5A-880743A5BA1C}" srcOrd="0" destOrd="0" presId="urn:microsoft.com/office/officeart/2005/8/layout/list1#3"/>
    <dgm:cxn modelId="{8C455151-6C7C-4EEC-A1A9-F093EA419D2F}" type="presParOf" srcId="{6ADFF888-FBC8-4D0C-9E8C-AC5DE90ADF91}" destId="{2A7184BB-52DB-4C52-8420-130E9E3C13B2}" srcOrd="1" destOrd="0" presId="urn:microsoft.com/office/officeart/2005/8/layout/list1#3"/>
    <dgm:cxn modelId="{2A6B6383-CBFE-4E1B-A3FC-E6CC37CE9BFF}" type="presParOf" srcId="{F517AB00-573C-45CB-B4B8-17111068DCB6}" destId="{CEFA1F0A-959C-49D7-A724-1A2F9AACEFCA}" srcOrd="1" destOrd="0" presId="urn:microsoft.com/office/officeart/2005/8/layout/list1#3"/>
    <dgm:cxn modelId="{78489681-6E54-45D9-9D08-EB8E02636C9F}" type="presParOf" srcId="{F517AB00-573C-45CB-B4B8-17111068DCB6}" destId="{AA9447A5-91BF-4C3A-B005-3C85857BAD48}" srcOrd="2" destOrd="0" presId="urn:microsoft.com/office/officeart/2005/8/layout/list1#3"/>
    <dgm:cxn modelId="{8F7977B5-A4F7-42C3-B19F-5876F8E08AF5}" type="presParOf" srcId="{F517AB00-573C-45CB-B4B8-17111068DCB6}" destId="{71206B89-6D6F-4065-A4F7-C9CE52A79B44}" srcOrd="3" destOrd="0" presId="urn:microsoft.com/office/officeart/2005/8/layout/list1#3"/>
    <dgm:cxn modelId="{0C5C2DA3-9818-4F59-BF64-654AC74C1BB5}" type="presParOf" srcId="{F517AB00-573C-45CB-B4B8-17111068DCB6}" destId="{E9816913-B8BF-41D3-A25D-2D9AC4CCB148}" srcOrd="4" destOrd="0" presId="urn:microsoft.com/office/officeart/2005/8/layout/list1#3"/>
    <dgm:cxn modelId="{B1219D6C-6616-49AA-BDA8-021F164A848F}" type="presParOf" srcId="{E9816913-B8BF-41D3-A25D-2D9AC4CCB148}" destId="{651E08F0-ABA6-4F03-8E0A-EE693A3E1665}" srcOrd="0" destOrd="0" presId="urn:microsoft.com/office/officeart/2005/8/layout/list1#3"/>
    <dgm:cxn modelId="{F75214EC-F51C-4AC9-A8ED-CA9CCB0B7054}" type="presParOf" srcId="{E9816913-B8BF-41D3-A25D-2D9AC4CCB148}" destId="{32005391-0F6F-4CE7-A63B-C0EB18DC9D39}" srcOrd="1" destOrd="0" presId="urn:microsoft.com/office/officeart/2005/8/layout/list1#3"/>
    <dgm:cxn modelId="{292B28CA-C66F-409F-83B2-996EAFB07553}" type="presParOf" srcId="{F517AB00-573C-45CB-B4B8-17111068DCB6}" destId="{06325A17-66CE-400B-A192-8ABD0B4C0DE7}" srcOrd="5" destOrd="0" presId="urn:microsoft.com/office/officeart/2005/8/layout/list1#3"/>
    <dgm:cxn modelId="{BFF30802-044B-4B57-B508-92707F4453C8}" type="presParOf" srcId="{F517AB00-573C-45CB-B4B8-17111068DCB6}" destId="{B98633E7-1255-400C-97DF-142421D4D9FB}" srcOrd="6" destOrd="0" presId="urn:microsoft.com/office/officeart/2005/8/layout/list1#3"/>
    <dgm:cxn modelId="{173D87DA-4D87-4555-8FE2-32AE361596FF}" type="presParOf" srcId="{F517AB00-573C-45CB-B4B8-17111068DCB6}" destId="{0275BAD8-5BC0-4B3C-A344-92E5F00F206F}" srcOrd="7" destOrd="0" presId="urn:microsoft.com/office/officeart/2005/8/layout/list1#3"/>
    <dgm:cxn modelId="{E45F7B88-A0E3-4CD6-AC68-15169987BDA7}" type="presParOf" srcId="{F517AB00-573C-45CB-B4B8-17111068DCB6}" destId="{461C904A-BBCA-4A30-9BAE-08F626A8A2F1}" srcOrd="8" destOrd="0" presId="urn:microsoft.com/office/officeart/2005/8/layout/list1#3"/>
    <dgm:cxn modelId="{3E95D25D-6051-45C0-A5DC-6350C712F6FC}" type="presParOf" srcId="{461C904A-BBCA-4A30-9BAE-08F626A8A2F1}" destId="{C022F0E2-D138-4B75-906C-74F516094EF6}" srcOrd="0" destOrd="0" presId="urn:microsoft.com/office/officeart/2005/8/layout/list1#3"/>
    <dgm:cxn modelId="{93B0D029-BA1E-47A0-B775-F4D098DAC6A6}" type="presParOf" srcId="{461C904A-BBCA-4A30-9BAE-08F626A8A2F1}" destId="{D5E0838E-2154-41F8-AB95-93327E12EB8F}" srcOrd="1" destOrd="0" presId="urn:microsoft.com/office/officeart/2005/8/layout/list1#3"/>
    <dgm:cxn modelId="{761E6415-D6C0-48F7-878A-5F733E347E1C}" type="presParOf" srcId="{F517AB00-573C-45CB-B4B8-17111068DCB6}" destId="{9B67FD88-6E57-472F-B13A-42E75CB671DD}" srcOrd="9" destOrd="0" presId="urn:microsoft.com/office/officeart/2005/8/layout/list1#3"/>
    <dgm:cxn modelId="{53B9F71C-769F-4E0B-A4D9-44CEC36CA387}" type="presParOf" srcId="{F517AB00-573C-45CB-B4B8-17111068DCB6}" destId="{C07C73CB-A80D-4B2A-9F42-2A0041437C51}" srcOrd="10" destOrd="0" presId="urn:microsoft.com/office/officeart/2005/8/layout/list1#3"/>
    <dgm:cxn modelId="{9614AAFF-F3CD-420C-9584-4F1DABD6DDF8}" type="presParOf" srcId="{F517AB00-573C-45CB-B4B8-17111068DCB6}" destId="{04DE47AA-B404-4ABF-A087-B2F258E1AC3C}" srcOrd="11" destOrd="0" presId="urn:microsoft.com/office/officeart/2005/8/layout/list1#3"/>
    <dgm:cxn modelId="{88F95932-B050-49CF-B5CE-B57839420502}" type="presParOf" srcId="{F517AB00-573C-45CB-B4B8-17111068DCB6}" destId="{CEF91C1B-7E97-4EDF-9F10-B125EBE2B424}" srcOrd="12" destOrd="0" presId="urn:microsoft.com/office/officeart/2005/8/layout/list1#3"/>
    <dgm:cxn modelId="{BCE76784-3014-439F-B203-895FD6C9E2EF}" type="presParOf" srcId="{CEF91C1B-7E97-4EDF-9F10-B125EBE2B424}" destId="{FC3E547F-B7F6-4856-9144-EC974E13785E}" srcOrd="0" destOrd="0" presId="urn:microsoft.com/office/officeart/2005/8/layout/list1#3"/>
    <dgm:cxn modelId="{CAAE3D72-8F8B-4A70-965E-9C4EB2F61562}" type="presParOf" srcId="{CEF91C1B-7E97-4EDF-9F10-B125EBE2B424}" destId="{D672623D-EBCB-42A1-8643-C1B969BA4323}" srcOrd="1" destOrd="0" presId="urn:microsoft.com/office/officeart/2005/8/layout/list1#3"/>
    <dgm:cxn modelId="{2670BC51-2311-483C-BA36-66570EA0335F}" type="presParOf" srcId="{F517AB00-573C-45CB-B4B8-17111068DCB6}" destId="{6FDD960E-B2FD-4C49-A8AD-3D67852B9617}" srcOrd="13" destOrd="0" presId="urn:microsoft.com/office/officeart/2005/8/layout/list1#3"/>
    <dgm:cxn modelId="{5165DA15-C637-4800-A412-5B8C0709EDC3}" type="presParOf" srcId="{F517AB00-573C-45CB-B4B8-17111068DCB6}" destId="{2B69653D-4AC1-40A3-890A-3A2E9DAA72F7}" srcOrd="14" destOrd="0" presId="urn:microsoft.com/office/officeart/2005/8/layout/list1#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组合 1"/>
      <dsp:cNvGrpSpPr/>
    </dsp:nvGrpSpPr>
    <dsp:grpSpPr>
      <a:xfrm>
        <a:off x="0" y="0"/>
        <a:ext cx="7335520" cy="5627742"/>
        <a:chOff x="0" y="0"/>
        <a:chExt cx="7335520" cy="5627742"/>
      </a:xfrm>
    </dsp:grpSpPr>
    <dsp:sp modelId="{D2030072-27AD-406A-84AE-0966EE003465}">
      <dsp:nvSpPr>
        <dsp:cNvPr id="3" name="圆角矩形 2"/>
        <dsp:cNvSpPr/>
      </dsp:nvSpPr>
      <dsp:spPr bwMode="white">
        <a:xfrm>
          <a:off x="0" y="26031"/>
          <a:ext cx="7335520" cy="823680"/>
        </a:xfrm>
        <a:prstGeom prst="roundRect">
          <a:avLst/>
        </a:prstGeom>
        <a:solidFill>
          <a:schemeClr val="bg1"/>
        </a:solidFill>
        <a:ln>
          <a:solidFill>
            <a:schemeClr val="accent1"/>
          </a:solidFill>
        </a:ln>
      </dsp:spPr>
      <dsp:style>
        <a:lnRef idx="2">
          <a:schemeClr val="lt1"/>
        </a:lnRef>
        <a:fillRef idx="1">
          <a:schemeClr val="accent2"/>
        </a:fillRef>
        <a:effectRef idx="0">
          <a:scrgbClr r="0" g="0" b="0"/>
        </a:effectRef>
        <a:fontRef idx="minor">
          <a:schemeClr val="lt1"/>
        </a:fontRef>
      </dsp:style>
      <dsp:txBody>
        <a:bodyPr vert="horz" wrap="square" lIns="558556" tIns="83820" rIns="83820" bIns="83820" numCol="1" spcCol="1270" anchor="ctr" anchorCtr="0"/>
        <a:lstStyle>
          <a:lvl1pPr algn="l">
            <a:defRPr sz="4400"/>
          </a:lvl1pPr>
          <a:lvl2pPr marL="285750" indent="-285750" algn="l">
            <a:defRPr sz="3400"/>
          </a:lvl2pPr>
          <a:lvl3pPr marL="571500" indent="-285750" algn="l">
            <a:defRPr sz="3400"/>
          </a:lvl3pPr>
          <a:lvl4pPr marL="857250" indent="-285750" algn="l">
            <a:defRPr sz="3400"/>
          </a:lvl4pPr>
          <a:lvl5pPr marL="1143000" indent="-285750" algn="l">
            <a:defRPr sz="3400"/>
          </a:lvl5pPr>
          <a:lvl6pPr marL="1428750" indent="-285750" algn="l">
            <a:defRPr sz="3400"/>
          </a:lvl6pPr>
          <a:lvl7pPr marL="1714500" indent="-285750" algn="l">
            <a:defRPr sz="3400"/>
          </a:lvl7pPr>
          <a:lvl8pPr marL="2000250" indent="-285750" algn="l">
            <a:defRPr sz="3400"/>
          </a:lvl8pPr>
          <a:lvl9pPr marL="2286000" indent="-285750" algn="l">
            <a:defRPr sz="3400"/>
          </a:lvl9pPr>
        </a:lstStyle>
        <a:p>
          <a:pPr lvl="0" algn="l" defTabSz="1466850">
            <a:lnSpc>
              <a:spcPct val="90000"/>
            </a:lnSpc>
            <a:spcBef>
              <a:spcPct val="0"/>
            </a:spcBef>
            <a:spcAft>
              <a:spcPct val="35000"/>
            </a:spcAft>
          </a:pPr>
          <a:r>
            <a:rPr lang="zh-CN" altLang="en-US" sz="3200" b="1" kern="1200" dirty="0">
              <a:solidFill>
                <a:srgbClr val="2F5597"/>
              </a:solidFill>
              <a:latin typeface="微软雅黑" panose="020B0503020204020204" pitchFamily="34" charset="-122"/>
              <a:ea typeface="微软雅黑" panose="020B0503020204020204" pitchFamily="34" charset="-122"/>
              <a:cs typeface="+mn-cs"/>
            </a:rPr>
            <a:t>存储器的层次结构</a:t>
          </a:r>
          <a:endParaRPr lang="zh-CN" altLang="en-US" sz="3200" b="1" kern="1200" dirty="0">
            <a:solidFill>
              <a:srgbClr val="2F5597"/>
            </a:solidFill>
            <a:latin typeface="微软雅黑" panose="020B0503020204020204" pitchFamily="34" charset="-122"/>
            <a:ea typeface="微软雅黑" panose="020B0503020204020204" pitchFamily="34" charset="-122"/>
            <a:cs typeface="+mn-cs"/>
          </a:endParaRPr>
        </a:p>
      </dsp:txBody>
      <dsp:txXfrm>
        <a:off x="0" y="26031"/>
        <a:ext cx="7335520" cy="823680"/>
      </dsp:txXfrm>
    </dsp:sp>
    <dsp:sp modelId="{9D955F22-870E-4516-9F36-BFA399447422}">
      <dsp:nvSpPr>
        <dsp:cNvPr id="4" name="圆角矩形 3"/>
        <dsp:cNvSpPr/>
      </dsp:nvSpPr>
      <dsp:spPr bwMode="white">
        <a:xfrm>
          <a:off x="0" y="976431"/>
          <a:ext cx="7335520" cy="823680"/>
        </a:xfrm>
        <a:prstGeom prst="roundRect">
          <a:avLst/>
        </a:prstGeom>
        <a:solidFill>
          <a:schemeClr val="bg1"/>
        </a:solidFill>
        <a:ln>
          <a:solidFill>
            <a:schemeClr val="accent1"/>
          </a:solidFill>
        </a:ln>
      </dsp:spPr>
      <dsp:style>
        <a:lnRef idx="2">
          <a:schemeClr val="lt1"/>
        </a:lnRef>
        <a:fillRef idx="1">
          <a:schemeClr val="accent3"/>
        </a:fillRef>
        <a:effectRef idx="0">
          <a:scrgbClr r="0" g="0" b="0"/>
        </a:effectRef>
        <a:fontRef idx="minor">
          <a:schemeClr val="lt1"/>
        </a:fontRef>
      </dsp:style>
      <dsp:txBody>
        <a:bodyPr vert="horz" wrap="square" lIns="121920" tIns="121920" rIns="121920" bIns="121920" anchor="ctr"/>
        <a:lstStyle>
          <a:lvl1pPr algn="l">
            <a:defRPr sz="4400"/>
          </a:lvl1pPr>
          <a:lvl2pPr marL="285750" indent="-285750" algn="l">
            <a:defRPr sz="3400"/>
          </a:lvl2pPr>
          <a:lvl3pPr marL="571500" indent="-285750" algn="l">
            <a:defRPr sz="3400"/>
          </a:lvl3pPr>
          <a:lvl4pPr marL="857250" indent="-285750" algn="l">
            <a:defRPr sz="3400"/>
          </a:lvl4pPr>
          <a:lvl5pPr marL="1143000" indent="-285750" algn="l">
            <a:defRPr sz="3400"/>
          </a:lvl5pPr>
          <a:lvl6pPr marL="1428750" indent="-285750" algn="l">
            <a:defRPr sz="3400"/>
          </a:lvl6pPr>
          <a:lvl7pPr marL="1714500" indent="-285750" algn="l">
            <a:defRPr sz="3400"/>
          </a:lvl7pPr>
          <a:lvl8pPr marL="2000250" indent="-285750" algn="l">
            <a:defRPr sz="3400"/>
          </a:lvl8pPr>
          <a:lvl9pPr marL="2286000" indent="-285750" algn="l">
            <a:defRPr sz="3400"/>
          </a:lvl9pPr>
        </a:lstStyle>
        <a:p>
          <a:pPr lvl="0" algn="l" defTabSz="1466850">
            <a:lnSpc>
              <a:spcPct val="90000"/>
            </a:lnSpc>
            <a:spcBef>
              <a:spcPct val="0"/>
            </a:spcBef>
            <a:spcAft>
              <a:spcPct val="35000"/>
            </a:spcAft>
          </a:pPr>
          <a:r>
            <a:rPr lang="zh-CN" altLang="en-US" sz="3200" b="1" kern="1200" dirty="0">
              <a:solidFill>
                <a:srgbClr val="2F5597"/>
              </a:solidFill>
              <a:latin typeface="微软雅黑" panose="020B0503020204020204" pitchFamily="34" charset="-122"/>
              <a:ea typeface="微软雅黑" panose="020B0503020204020204" pitchFamily="34" charset="-122"/>
              <a:cs typeface="+mn-cs"/>
            </a:rPr>
            <a:t>    程序的装入和链接</a:t>
          </a:r>
          <a:endParaRPr lang="zh-CN" altLang="en-US" sz="3200" b="1" kern="1200" dirty="0">
            <a:solidFill>
              <a:srgbClr val="2F5597"/>
            </a:solidFill>
            <a:latin typeface="微软雅黑" panose="020B0503020204020204" pitchFamily="34" charset="-122"/>
            <a:ea typeface="微软雅黑" panose="020B0503020204020204" pitchFamily="34" charset="-122"/>
            <a:cs typeface="+mn-cs"/>
          </a:endParaRPr>
        </a:p>
      </dsp:txBody>
      <dsp:txXfrm>
        <a:off x="0" y="976431"/>
        <a:ext cx="7335520" cy="823680"/>
      </dsp:txXfrm>
    </dsp:sp>
    <dsp:sp modelId="{6F219609-DD04-44CD-8464-34C16D707E20}">
      <dsp:nvSpPr>
        <dsp:cNvPr id="5" name="圆角矩形 4"/>
        <dsp:cNvSpPr/>
      </dsp:nvSpPr>
      <dsp:spPr bwMode="white">
        <a:xfrm>
          <a:off x="0" y="1926831"/>
          <a:ext cx="7335520" cy="823680"/>
        </a:xfrm>
        <a:prstGeom prst="roundRect">
          <a:avLst/>
        </a:prstGeom>
        <a:solidFill>
          <a:schemeClr val="bg1"/>
        </a:solidFill>
        <a:ln>
          <a:solidFill>
            <a:schemeClr val="accent1"/>
          </a:solidFill>
        </a:ln>
      </dsp:spPr>
      <dsp:style>
        <a:lnRef idx="2">
          <a:schemeClr val="lt1"/>
        </a:lnRef>
        <a:fillRef idx="1">
          <a:schemeClr val="accent4"/>
        </a:fillRef>
        <a:effectRef idx="0">
          <a:scrgbClr r="0" g="0" b="0"/>
        </a:effectRef>
        <a:fontRef idx="minor">
          <a:schemeClr val="lt1"/>
        </a:fontRef>
      </dsp:style>
      <dsp:txBody>
        <a:bodyPr vert="horz" wrap="square" lIns="121920" tIns="121920" rIns="121920" bIns="121920" anchor="ctr"/>
        <a:lstStyle>
          <a:lvl1pPr algn="l">
            <a:defRPr sz="4400"/>
          </a:lvl1pPr>
          <a:lvl2pPr marL="285750" indent="-285750" algn="l">
            <a:defRPr sz="3400"/>
          </a:lvl2pPr>
          <a:lvl3pPr marL="571500" indent="-285750" algn="l">
            <a:defRPr sz="3400"/>
          </a:lvl3pPr>
          <a:lvl4pPr marL="857250" indent="-285750" algn="l">
            <a:defRPr sz="3400"/>
          </a:lvl4pPr>
          <a:lvl5pPr marL="1143000" indent="-285750" algn="l">
            <a:defRPr sz="3400"/>
          </a:lvl5pPr>
          <a:lvl6pPr marL="1428750" indent="-285750" algn="l">
            <a:defRPr sz="3400"/>
          </a:lvl6pPr>
          <a:lvl7pPr marL="1714500" indent="-285750" algn="l">
            <a:defRPr sz="3400"/>
          </a:lvl7pPr>
          <a:lvl8pPr marL="2000250" indent="-285750" algn="l">
            <a:defRPr sz="3400"/>
          </a:lvl8pPr>
          <a:lvl9pPr marL="2286000" indent="-285750" algn="l">
            <a:defRPr sz="3400"/>
          </a:lvl9pPr>
        </a:lstStyle>
        <a:p>
          <a:pPr lvl="0" algn="l" defTabSz="1466850">
            <a:lnSpc>
              <a:spcPct val="90000"/>
            </a:lnSpc>
            <a:spcBef>
              <a:spcPct val="0"/>
            </a:spcBef>
            <a:spcAft>
              <a:spcPct val="35000"/>
            </a:spcAft>
          </a:pPr>
          <a:r>
            <a:rPr lang="zh-CN" altLang="en-US" sz="3200" b="1" kern="1200" dirty="0">
              <a:solidFill>
                <a:srgbClr val="2F5597"/>
              </a:solidFill>
              <a:latin typeface="微软雅黑" panose="020B0503020204020204" pitchFamily="34" charset="-122"/>
              <a:ea typeface="微软雅黑" panose="020B0503020204020204" pitchFamily="34" charset="-122"/>
              <a:cs typeface="+mn-cs"/>
            </a:rPr>
            <a:t>    连续分配存储管理方式</a:t>
          </a:r>
          <a:endParaRPr lang="zh-CN" altLang="en-US" sz="3200" b="1" kern="1200" dirty="0">
            <a:solidFill>
              <a:srgbClr val="2F5597"/>
            </a:solidFill>
            <a:latin typeface="微软雅黑" panose="020B0503020204020204" pitchFamily="34" charset="-122"/>
            <a:ea typeface="微软雅黑" panose="020B0503020204020204" pitchFamily="34" charset="-122"/>
            <a:cs typeface="+mn-cs"/>
          </a:endParaRPr>
        </a:p>
      </dsp:txBody>
      <dsp:txXfrm>
        <a:off x="0" y="1926831"/>
        <a:ext cx="7335520" cy="823680"/>
      </dsp:txXfrm>
    </dsp:sp>
    <dsp:sp modelId="{E55D7849-AFAE-4859-9368-B9591CC879BF}">
      <dsp:nvSpPr>
        <dsp:cNvPr id="6" name="圆角矩形 5"/>
        <dsp:cNvSpPr/>
      </dsp:nvSpPr>
      <dsp:spPr bwMode="white">
        <a:xfrm>
          <a:off x="0" y="2877231"/>
          <a:ext cx="7335520" cy="823680"/>
        </a:xfrm>
        <a:prstGeom prst="roundRect">
          <a:avLst/>
        </a:prstGeom>
        <a:solidFill>
          <a:schemeClr val="accent1">
            <a:lumMod val="75000"/>
          </a:schemeClr>
        </a:solidFill>
      </dsp:spPr>
      <dsp:style>
        <a:lnRef idx="2">
          <a:schemeClr val="lt1"/>
        </a:lnRef>
        <a:fillRef idx="1">
          <a:schemeClr val="accent5"/>
        </a:fillRef>
        <a:effectRef idx="0">
          <a:scrgbClr r="0" g="0" b="0"/>
        </a:effectRef>
        <a:fontRef idx="minor">
          <a:schemeClr val="lt1"/>
        </a:fontRef>
      </dsp:style>
      <dsp:txBody>
        <a:bodyPr lIns="121920" tIns="121920" rIns="121920" bIns="121920" anchor="ctr"/>
        <a:lstStyle>
          <a:lvl1pPr algn="l">
            <a:defRPr sz="4400"/>
          </a:lvl1pPr>
          <a:lvl2pPr marL="285750" indent="-285750" algn="l">
            <a:defRPr sz="3400"/>
          </a:lvl2pPr>
          <a:lvl3pPr marL="571500" indent="-285750" algn="l">
            <a:defRPr sz="3400"/>
          </a:lvl3pPr>
          <a:lvl4pPr marL="857250" indent="-285750" algn="l">
            <a:defRPr sz="3400"/>
          </a:lvl4pPr>
          <a:lvl5pPr marL="1143000" indent="-285750" algn="l">
            <a:defRPr sz="3400"/>
          </a:lvl5pPr>
          <a:lvl6pPr marL="1428750" indent="-285750" algn="l">
            <a:defRPr sz="3400"/>
          </a:lvl6pPr>
          <a:lvl7pPr marL="1714500" indent="-285750" algn="l">
            <a:defRPr sz="3400"/>
          </a:lvl7pPr>
          <a:lvl8pPr marL="2000250" indent="-285750" algn="l">
            <a:defRPr sz="3400"/>
          </a:lvl8pPr>
          <a:lvl9pPr marL="2286000" indent="-285750" algn="l">
            <a:defRPr sz="3400"/>
          </a:lvl9pPr>
        </a:lstStyle>
        <a:p>
          <a:pPr marL="0" lvl="0" indent="0" algn="l" defTabSz="1466850">
            <a:lnSpc>
              <a:spcPct val="90000"/>
            </a:lnSpc>
            <a:spcBef>
              <a:spcPct val="0"/>
            </a:spcBef>
            <a:spcAft>
              <a:spcPct val="35000"/>
            </a:spcAft>
            <a:buNone/>
          </a:pPr>
          <a:r>
            <a:rPr lang="zh-CN" altLang="en-US" sz="3200" b="1" kern="1200" dirty="0">
              <a:latin typeface="微软雅黑" panose="020B0503020204020204" pitchFamily="34" charset="-122"/>
              <a:ea typeface="微软雅黑" panose="020B0503020204020204" pitchFamily="34" charset="-122"/>
              <a:cs typeface="+mn-cs"/>
            </a:rPr>
            <a:t>    对换（</a:t>
          </a:r>
          <a:r>
            <a:rPr lang="en-US" altLang="zh-CN" sz="3200" b="1" kern="1200" dirty="0">
              <a:latin typeface="微软雅黑" panose="020B0503020204020204" pitchFamily="34" charset="-122"/>
              <a:ea typeface="微软雅黑" panose="020B0503020204020204" pitchFamily="34" charset="-122"/>
              <a:cs typeface="+mn-cs"/>
            </a:rPr>
            <a:t>Swapping</a:t>
          </a:r>
          <a:r>
            <a:rPr lang="zh-CN" altLang="en-US" sz="3200" b="1" kern="1200" dirty="0">
              <a:latin typeface="微软雅黑" panose="020B0503020204020204" pitchFamily="34" charset="-122"/>
              <a:ea typeface="微软雅黑" panose="020B0503020204020204" pitchFamily="34" charset="-122"/>
              <a:cs typeface="+mn-cs"/>
            </a:rPr>
            <a:t>）</a:t>
          </a:r>
        </a:p>
      </dsp:txBody>
      <dsp:txXfrm>
        <a:off x="0" y="2877231"/>
        <a:ext cx="7335520" cy="823680"/>
      </dsp:txXfrm>
    </dsp:sp>
    <dsp:sp modelId="{232815BA-619A-4614-9627-2F42AED66E49}">
      <dsp:nvSpPr>
        <dsp:cNvPr id="7" name="圆角矩形 6"/>
        <dsp:cNvSpPr/>
      </dsp:nvSpPr>
      <dsp:spPr bwMode="white">
        <a:xfrm>
          <a:off x="0" y="3827631"/>
          <a:ext cx="7335520" cy="823680"/>
        </a:xfrm>
        <a:prstGeom prst="roundRect">
          <a:avLst/>
        </a:prstGeom>
        <a:solidFill>
          <a:schemeClr val="accent1">
            <a:lumMod val="75000"/>
          </a:schemeClr>
        </a:solidFill>
      </dsp:spPr>
      <dsp:style>
        <a:lnRef idx="2">
          <a:schemeClr val="lt1"/>
        </a:lnRef>
        <a:fillRef idx="1">
          <a:schemeClr val="accent6"/>
        </a:fillRef>
        <a:effectRef idx="0">
          <a:scrgbClr r="0" g="0" b="0"/>
        </a:effectRef>
        <a:fontRef idx="minor">
          <a:schemeClr val="lt1"/>
        </a:fontRef>
      </dsp:style>
      <dsp:txBody>
        <a:bodyPr lIns="121920" tIns="121920" rIns="121920" bIns="121920" anchor="ctr"/>
        <a:lstStyle>
          <a:lvl1pPr algn="l">
            <a:defRPr sz="4400"/>
          </a:lvl1pPr>
          <a:lvl2pPr marL="285750" indent="-285750" algn="l">
            <a:defRPr sz="3400"/>
          </a:lvl2pPr>
          <a:lvl3pPr marL="571500" indent="-285750" algn="l">
            <a:defRPr sz="3400"/>
          </a:lvl3pPr>
          <a:lvl4pPr marL="857250" indent="-285750" algn="l">
            <a:defRPr sz="3400"/>
          </a:lvl4pPr>
          <a:lvl5pPr marL="1143000" indent="-285750" algn="l">
            <a:defRPr sz="3400"/>
          </a:lvl5pPr>
          <a:lvl6pPr marL="1428750" indent="-285750" algn="l">
            <a:defRPr sz="3400"/>
          </a:lvl6pPr>
          <a:lvl7pPr marL="1714500" indent="-285750" algn="l">
            <a:defRPr sz="3400"/>
          </a:lvl7pPr>
          <a:lvl8pPr marL="2000250" indent="-285750" algn="l">
            <a:defRPr sz="3400"/>
          </a:lvl8pPr>
          <a:lvl9pPr marL="2286000" indent="-285750" algn="l">
            <a:defRPr sz="3400"/>
          </a:lvl9pPr>
        </a:lstStyle>
        <a:p>
          <a:pPr marL="0" lvl="0" indent="0" algn="l" defTabSz="1466850">
            <a:lnSpc>
              <a:spcPct val="90000"/>
            </a:lnSpc>
            <a:spcBef>
              <a:spcPct val="0"/>
            </a:spcBef>
            <a:spcAft>
              <a:spcPct val="35000"/>
            </a:spcAft>
            <a:buNone/>
          </a:pPr>
          <a:r>
            <a:rPr lang="zh-CN" altLang="en-US" sz="3200" b="1" kern="1200" dirty="0">
              <a:latin typeface="微软雅黑" panose="020B0503020204020204" pitchFamily="34" charset="-122"/>
              <a:ea typeface="微软雅黑" panose="020B0503020204020204" pitchFamily="34" charset="-122"/>
              <a:cs typeface="+mn-cs"/>
            </a:rPr>
            <a:t>    分页存储管理方式</a:t>
          </a:r>
        </a:p>
      </dsp:txBody>
      <dsp:txXfrm>
        <a:off x="0" y="3827631"/>
        <a:ext cx="7335520" cy="823680"/>
      </dsp:txXfrm>
    </dsp:sp>
    <dsp:sp modelId="{E0DD0EBA-5357-496A-800C-A32E8C411ACA}">
      <dsp:nvSpPr>
        <dsp:cNvPr id="8" name="圆角矩形 7"/>
        <dsp:cNvSpPr/>
      </dsp:nvSpPr>
      <dsp:spPr bwMode="white">
        <a:xfrm>
          <a:off x="0" y="4778031"/>
          <a:ext cx="7335520" cy="823680"/>
        </a:xfrm>
        <a:prstGeom prst="roundRect">
          <a:avLst/>
        </a:prstGeom>
        <a:solidFill>
          <a:schemeClr val="accent1">
            <a:lumMod val="75000"/>
          </a:schemeClr>
        </a:solidFill>
      </dsp:spPr>
      <dsp:style>
        <a:lnRef idx="2">
          <a:schemeClr val="lt1"/>
        </a:lnRef>
        <a:fillRef idx="1">
          <a:schemeClr val="accent2"/>
        </a:fillRef>
        <a:effectRef idx="0">
          <a:scrgbClr r="0" g="0" b="0"/>
        </a:effectRef>
        <a:fontRef idx="minor">
          <a:schemeClr val="lt1"/>
        </a:fontRef>
      </dsp:style>
      <dsp:txBody>
        <a:bodyPr lIns="121920" tIns="121920" rIns="121920" bIns="121920" anchor="ctr"/>
        <a:lstStyle>
          <a:lvl1pPr algn="l">
            <a:defRPr sz="4400"/>
          </a:lvl1pPr>
          <a:lvl2pPr marL="285750" indent="-285750" algn="l">
            <a:defRPr sz="3400"/>
          </a:lvl2pPr>
          <a:lvl3pPr marL="571500" indent="-285750" algn="l">
            <a:defRPr sz="3400"/>
          </a:lvl3pPr>
          <a:lvl4pPr marL="857250" indent="-285750" algn="l">
            <a:defRPr sz="3400"/>
          </a:lvl4pPr>
          <a:lvl5pPr marL="1143000" indent="-285750" algn="l">
            <a:defRPr sz="3400"/>
          </a:lvl5pPr>
          <a:lvl6pPr marL="1428750" indent="-285750" algn="l">
            <a:defRPr sz="3400"/>
          </a:lvl6pPr>
          <a:lvl7pPr marL="1714500" indent="-285750" algn="l">
            <a:defRPr sz="3400"/>
          </a:lvl7pPr>
          <a:lvl8pPr marL="2000250" indent="-285750" algn="l">
            <a:defRPr sz="3400"/>
          </a:lvl8pPr>
          <a:lvl9pPr marL="2286000" indent="-285750" algn="l">
            <a:defRPr sz="3400"/>
          </a:lvl9pPr>
        </a:lstStyle>
        <a:p>
          <a:pPr marL="0" lvl="0" indent="0" algn="l" defTabSz="1466850">
            <a:lnSpc>
              <a:spcPct val="90000"/>
            </a:lnSpc>
            <a:spcBef>
              <a:spcPct val="0"/>
            </a:spcBef>
            <a:spcAft>
              <a:spcPct val="35000"/>
            </a:spcAft>
            <a:buNone/>
          </a:pPr>
          <a:r>
            <a:rPr lang="zh-CN" altLang="en-US" sz="3200" b="1" kern="1200" dirty="0">
              <a:latin typeface="微软雅黑" panose="020B0503020204020204" pitchFamily="34" charset="-122"/>
              <a:ea typeface="微软雅黑" panose="020B0503020204020204" pitchFamily="34" charset="-122"/>
              <a:cs typeface="+mn-cs"/>
            </a:rPr>
            <a:t>    分段存储管理方式</a:t>
          </a:r>
        </a:p>
      </dsp:txBody>
      <dsp:txXfrm>
        <a:off x="0" y="4778031"/>
        <a:ext cx="7335520" cy="823680"/>
      </dsp:txXfrm>
    </dsp:sp>
  </dsp:spTree>
</dsp:drawing>
</file>

<file path=ppt/diagrams/drawing2.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组合 1"/>
      <dsp:cNvGrpSpPr/>
    </dsp:nvGrpSpPr>
    <dsp:grpSpPr>
      <a:xfrm>
        <a:off x="0" y="0"/>
        <a:ext cx="7335520" cy="5627742"/>
        <a:chOff x="0" y="0"/>
        <a:chExt cx="7335520" cy="5627742"/>
      </a:xfrm>
    </dsp:grpSpPr>
    <dsp:sp modelId="{D2030072-27AD-406A-84AE-0966EE003465}">
      <dsp:nvSpPr>
        <dsp:cNvPr id="3" name="圆角矩形 2"/>
        <dsp:cNvSpPr/>
      </dsp:nvSpPr>
      <dsp:spPr bwMode="white">
        <a:xfrm>
          <a:off x="0" y="26031"/>
          <a:ext cx="7335520" cy="823680"/>
        </a:xfrm>
        <a:prstGeom prst="roundRect">
          <a:avLst/>
        </a:prstGeom>
        <a:solidFill>
          <a:srgbClr val="4472C4">
            <a:lumMod val="75000"/>
          </a:srgbClr>
        </a:solidFill>
        <a:ln w="12700" cap="flat" cmpd="sng" algn="ctr">
          <a:solidFill>
            <a:prstClr val="white">
              <a:hueOff val="0"/>
              <a:satOff val="0"/>
              <a:lumOff val="0"/>
              <a:alphaOff val="0"/>
            </a:prstClr>
          </a:solidFill>
          <a:prstDash val="solid"/>
          <a:miter lim="800000"/>
        </a:ln>
        <a:effectLst/>
      </dsp:spPr>
      <dsp:style>
        <a:lnRef idx="2">
          <a:schemeClr val="lt1"/>
        </a:lnRef>
        <a:fillRef idx="1">
          <a:schemeClr val="accent2"/>
        </a:fillRef>
        <a:effectRef idx="0">
          <a:scrgbClr r="0" g="0" b="0"/>
        </a:effectRef>
        <a:fontRef idx="minor">
          <a:schemeClr val="lt1"/>
        </a:fontRef>
      </dsp:style>
      <dsp:txBody>
        <a:bodyPr vert="horz" wrap="square" lIns="121920" tIns="121920" rIns="121920" bIns="121920" numCol="1" spcCol="1270" anchor="ctr" anchorCtr="0" forceAA="0"/>
        <a:lstStyle>
          <a:lvl1pPr algn="l">
            <a:defRPr sz="4400"/>
          </a:lvl1pPr>
          <a:lvl2pPr marL="285750" indent="-285750" algn="l">
            <a:defRPr sz="3400"/>
          </a:lvl2pPr>
          <a:lvl3pPr marL="571500" indent="-285750" algn="l">
            <a:defRPr sz="3400"/>
          </a:lvl3pPr>
          <a:lvl4pPr marL="857250" indent="-285750" algn="l">
            <a:defRPr sz="3400"/>
          </a:lvl4pPr>
          <a:lvl5pPr marL="1143000" indent="-285750" algn="l">
            <a:defRPr sz="3400"/>
          </a:lvl5pPr>
          <a:lvl6pPr marL="1428750" indent="-285750" algn="l">
            <a:defRPr sz="3400"/>
          </a:lvl6pPr>
          <a:lvl7pPr marL="1714500" indent="-285750" algn="l">
            <a:defRPr sz="3400"/>
          </a:lvl7pPr>
          <a:lvl8pPr marL="2000250" indent="-285750" algn="l">
            <a:defRPr sz="3400"/>
          </a:lvl8pPr>
          <a:lvl9pPr marL="2286000" indent="-285750" algn="l">
            <a:defRPr sz="3400"/>
          </a:lvl9pPr>
        </a:lstStyle>
        <a:p>
          <a:pPr marL="0" lvl="0" indent="0" algn="l" defTabSz="1466850">
            <a:lnSpc>
              <a:spcPct val="90000"/>
            </a:lnSpc>
            <a:spcBef>
              <a:spcPct val="0"/>
            </a:spcBef>
            <a:spcAft>
              <a:spcPct val="35000"/>
            </a:spcAft>
            <a:buNone/>
          </a:pPr>
          <a:r>
            <a:rPr lang="zh-CN" altLang="en-US" sz="3200" b="1" kern="1200" dirty="0">
              <a:solidFill>
                <a:schemeClr val="bg1"/>
              </a:solidFill>
              <a:latin typeface="微软雅黑" panose="020B0503020204020204" pitchFamily="34" charset="-122"/>
              <a:ea typeface="微软雅黑" panose="020B0503020204020204" pitchFamily="34" charset="-122"/>
              <a:cs typeface="+mn-cs"/>
            </a:rPr>
            <a:t>    存储器的层次结构</a:t>
          </a:r>
        </a:p>
      </dsp:txBody>
      <dsp:txXfrm>
        <a:off x="0" y="26031"/>
        <a:ext cx="7335520" cy="823680"/>
      </dsp:txXfrm>
    </dsp:sp>
    <dsp:sp modelId="{9D955F22-870E-4516-9F36-BFA399447422}">
      <dsp:nvSpPr>
        <dsp:cNvPr id="4" name="圆角矩形 3"/>
        <dsp:cNvSpPr/>
      </dsp:nvSpPr>
      <dsp:spPr bwMode="white">
        <a:xfrm>
          <a:off x="0" y="976431"/>
          <a:ext cx="7335520" cy="823680"/>
        </a:xfrm>
        <a:prstGeom prst="roundRect">
          <a:avLst/>
        </a:prstGeom>
        <a:solidFill>
          <a:srgbClr val="4472C4">
            <a:lumMod val="75000"/>
          </a:srgbClr>
        </a:solidFill>
        <a:ln w="12700" cap="flat" cmpd="sng" algn="ctr">
          <a:solidFill>
            <a:prstClr val="white">
              <a:hueOff val="0"/>
              <a:satOff val="0"/>
              <a:lumOff val="0"/>
              <a:alphaOff val="0"/>
            </a:prstClr>
          </a:solidFill>
          <a:prstDash val="solid"/>
          <a:miter lim="800000"/>
        </a:ln>
        <a:effectLst/>
      </dsp:spPr>
      <dsp:style>
        <a:lnRef idx="2">
          <a:schemeClr val="lt1"/>
        </a:lnRef>
        <a:fillRef idx="1">
          <a:schemeClr val="accent3"/>
        </a:fillRef>
        <a:effectRef idx="0">
          <a:scrgbClr r="0" g="0" b="0"/>
        </a:effectRef>
        <a:fontRef idx="minor">
          <a:schemeClr val="lt1"/>
        </a:fontRef>
      </dsp:style>
      <dsp:txBody>
        <a:bodyPr vert="horz" wrap="square" lIns="121920" tIns="121920" rIns="121920" bIns="121920" numCol="1" spcCol="1270" anchor="ctr" anchorCtr="0" forceAA="0"/>
        <a:lstStyle>
          <a:lvl1pPr algn="l">
            <a:defRPr sz="4400"/>
          </a:lvl1pPr>
          <a:lvl2pPr marL="285750" indent="-285750" algn="l">
            <a:defRPr sz="3400"/>
          </a:lvl2pPr>
          <a:lvl3pPr marL="571500" indent="-285750" algn="l">
            <a:defRPr sz="3400"/>
          </a:lvl3pPr>
          <a:lvl4pPr marL="857250" indent="-285750" algn="l">
            <a:defRPr sz="3400"/>
          </a:lvl4pPr>
          <a:lvl5pPr marL="1143000" indent="-285750" algn="l">
            <a:defRPr sz="3400"/>
          </a:lvl5pPr>
          <a:lvl6pPr marL="1428750" indent="-285750" algn="l">
            <a:defRPr sz="3400"/>
          </a:lvl6pPr>
          <a:lvl7pPr marL="1714500" indent="-285750" algn="l">
            <a:defRPr sz="3400"/>
          </a:lvl7pPr>
          <a:lvl8pPr marL="2000250" indent="-285750" algn="l">
            <a:defRPr sz="3400"/>
          </a:lvl8pPr>
          <a:lvl9pPr marL="2286000" indent="-285750" algn="l">
            <a:defRPr sz="3400"/>
          </a:lvl9pPr>
        </a:lstStyle>
        <a:p>
          <a:pPr marL="0" lvl="0" indent="0" algn="l" defTabSz="1466850">
            <a:lnSpc>
              <a:spcPct val="90000"/>
            </a:lnSpc>
            <a:spcBef>
              <a:spcPct val="0"/>
            </a:spcBef>
            <a:spcAft>
              <a:spcPct val="35000"/>
            </a:spcAft>
            <a:buNone/>
          </a:pPr>
          <a:r>
            <a:rPr lang="zh-CN" altLang="en-US" sz="3200" b="1" kern="1200" dirty="0">
              <a:solidFill>
                <a:prstClr val="white"/>
              </a:solidFill>
              <a:latin typeface="微软雅黑" panose="020B0503020204020204" pitchFamily="34" charset="-122"/>
              <a:ea typeface="微软雅黑" panose="020B0503020204020204" pitchFamily="34" charset="-122"/>
              <a:cs typeface="+mn-cs"/>
            </a:rPr>
            <a:t>    程序的装入和链接</a:t>
          </a:r>
        </a:p>
      </dsp:txBody>
      <dsp:txXfrm>
        <a:off x="0" y="976431"/>
        <a:ext cx="7335520" cy="823680"/>
      </dsp:txXfrm>
    </dsp:sp>
    <dsp:sp modelId="{6F219609-DD04-44CD-8464-34C16D707E20}">
      <dsp:nvSpPr>
        <dsp:cNvPr id="5" name="圆角矩形 4"/>
        <dsp:cNvSpPr/>
      </dsp:nvSpPr>
      <dsp:spPr bwMode="white">
        <a:xfrm>
          <a:off x="0" y="1926831"/>
          <a:ext cx="7335520" cy="823680"/>
        </a:xfrm>
        <a:prstGeom prst="roundRect">
          <a:avLst/>
        </a:prstGeom>
        <a:solidFill>
          <a:srgbClr val="4472C4">
            <a:lumMod val="75000"/>
          </a:srgbClr>
        </a:solidFill>
        <a:ln w="12700" cap="flat" cmpd="sng" algn="ctr">
          <a:solidFill>
            <a:prstClr val="white">
              <a:hueOff val="0"/>
              <a:satOff val="0"/>
              <a:lumOff val="0"/>
              <a:alphaOff val="0"/>
            </a:prstClr>
          </a:solidFill>
          <a:prstDash val="solid"/>
          <a:miter lim="800000"/>
        </a:ln>
        <a:effectLst/>
      </dsp:spPr>
      <dsp:style>
        <a:lnRef idx="2">
          <a:schemeClr val="lt1"/>
        </a:lnRef>
        <a:fillRef idx="1">
          <a:schemeClr val="accent4"/>
        </a:fillRef>
        <a:effectRef idx="0">
          <a:scrgbClr r="0" g="0" b="0"/>
        </a:effectRef>
        <a:fontRef idx="minor">
          <a:schemeClr val="lt1"/>
        </a:fontRef>
      </dsp:style>
      <dsp:txBody>
        <a:bodyPr vert="horz" wrap="square" lIns="121920" tIns="121920" rIns="121920" bIns="121920" numCol="1" spcCol="1270" anchor="ctr" anchorCtr="0" forceAA="0"/>
        <a:lstStyle>
          <a:lvl1pPr algn="l">
            <a:defRPr sz="4400"/>
          </a:lvl1pPr>
          <a:lvl2pPr marL="285750" indent="-285750" algn="l">
            <a:defRPr sz="3400"/>
          </a:lvl2pPr>
          <a:lvl3pPr marL="571500" indent="-285750" algn="l">
            <a:defRPr sz="3400"/>
          </a:lvl3pPr>
          <a:lvl4pPr marL="857250" indent="-285750" algn="l">
            <a:defRPr sz="3400"/>
          </a:lvl4pPr>
          <a:lvl5pPr marL="1143000" indent="-285750" algn="l">
            <a:defRPr sz="3400"/>
          </a:lvl5pPr>
          <a:lvl6pPr marL="1428750" indent="-285750" algn="l">
            <a:defRPr sz="3400"/>
          </a:lvl6pPr>
          <a:lvl7pPr marL="1714500" indent="-285750" algn="l">
            <a:defRPr sz="3400"/>
          </a:lvl7pPr>
          <a:lvl8pPr marL="2000250" indent="-285750" algn="l">
            <a:defRPr sz="3400"/>
          </a:lvl8pPr>
          <a:lvl9pPr marL="2286000" indent="-285750" algn="l">
            <a:defRPr sz="3400"/>
          </a:lvl9pPr>
        </a:lstStyle>
        <a:p>
          <a:pPr marL="0" lvl="0" indent="0" algn="l" defTabSz="1466850">
            <a:lnSpc>
              <a:spcPct val="90000"/>
            </a:lnSpc>
            <a:spcBef>
              <a:spcPct val="0"/>
            </a:spcBef>
            <a:spcAft>
              <a:spcPct val="35000"/>
            </a:spcAft>
            <a:buNone/>
          </a:pPr>
          <a:r>
            <a:rPr lang="zh-CN" altLang="en-US" sz="3200" b="1" kern="1200" dirty="0">
              <a:solidFill>
                <a:schemeClr val="bg1"/>
              </a:solidFill>
              <a:latin typeface="微软雅黑" panose="020B0503020204020204" pitchFamily="34" charset="-122"/>
              <a:ea typeface="微软雅黑" panose="020B0503020204020204" pitchFamily="34" charset="-122"/>
              <a:cs typeface="+mn-cs"/>
            </a:rPr>
            <a:t>    连续分配存储管理方式</a:t>
          </a:r>
        </a:p>
      </dsp:txBody>
      <dsp:txXfrm>
        <a:off x="0" y="1926831"/>
        <a:ext cx="7335520" cy="823680"/>
      </dsp:txXfrm>
    </dsp:sp>
    <dsp:sp modelId="{E55D7849-AFAE-4859-9368-B9591CC879BF}">
      <dsp:nvSpPr>
        <dsp:cNvPr id="6" name="圆角矩形 5"/>
        <dsp:cNvSpPr/>
      </dsp:nvSpPr>
      <dsp:spPr bwMode="white">
        <a:xfrm>
          <a:off x="0" y="2877231"/>
          <a:ext cx="7335520" cy="823680"/>
        </a:xfrm>
        <a:prstGeom prst="roundRect">
          <a:avLst/>
        </a:prstGeom>
        <a:solidFill>
          <a:prstClr val="white"/>
        </a:solidFill>
        <a:ln w="12700" cap="flat" cmpd="sng" algn="ctr">
          <a:solidFill>
            <a:srgbClr val="2F5597"/>
          </a:solidFill>
          <a:prstDash val="solid"/>
          <a:miter lim="800000"/>
        </a:ln>
        <a:effectLst/>
      </dsp:spPr>
      <dsp:style>
        <a:lnRef idx="2">
          <a:schemeClr val="lt1"/>
        </a:lnRef>
        <a:fillRef idx="1">
          <a:schemeClr val="accent5"/>
        </a:fillRef>
        <a:effectRef idx="0">
          <a:scrgbClr r="0" g="0" b="0"/>
        </a:effectRef>
        <a:fontRef idx="minor">
          <a:schemeClr val="lt1"/>
        </a:fontRef>
      </dsp:style>
      <dsp:txBody>
        <a:bodyPr vert="horz" wrap="square" lIns="558556" tIns="83820" rIns="83820" bIns="83820" numCol="1" spcCol="1270" anchor="ctr" anchorCtr="0" forceAA="0"/>
        <a:lstStyle>
          <a:lvl1pPr algn="l">
            <a:defRPr sz="4400"/>
          </a:lvl1pPr>
          <a:lvl2pPr marL="285750" indent="-285750" algn="l">
            <a:defRPr sz="3400"/>
          </a:lvl2pPr>
          <a:lvl3pPr marL="571500" indent="-285750" algn="l">
            <a:defRPr sz="3400"/>
          </a:lvl3pPr>
          <a:lvl4pPr marL="857250" indent="-285750" algn="l">
            <a:defRPr sz="3400"/>
          </a:lvl4pPr>
          <a:lvl5pPr marL="1143000" indent="-285750" algn="l">
            <a:defRPr sz="3400"/>
          </a:lvl5pPr>
          <a:lvl6pPr marL="1428750" indent="-285750" algn="l">
            <a:defRPr sz="3400"/>
          </a:lvl6pPr>
          <a:lvl7pPr marL="1714500" indent="-285750" algn="l">
            <a:defRPr sz="3400"/>
          </a:lvl7pPr>
          <a:lvl8pPr marL="2000250" indent="-285750" algn="l">
            <a:defRPr sz="3400"/>
          </a:lvl8pPr>
          <a:lvl9pPr marL="2286000" indent="-285750" algn="l">
            <a:defRPr sz="3400"/>
          </a:lvl9pPr>
        </a:lstStyle>
        <a:p>
          <a:pPr marL="0" lvl="0" indent="0" algn="l" defTabSz="1466850">
            <a:lnSpc>
              <a:spcPct val="90000"/>
            </a:lnSpc>
            <a:spcBef>
              <a:spcPct val="0"/>
            </a:spcBef>
            <a:spcAft>
              <a:spcPct val="35000"/>
            </a:spcAft>
            <a:buNone/>
          </a:pPr>
          <a:r>
            <a:rPr lang="zh-CN" altLang="en-US" sz="3200" b="1" kern="1200" dirty="0">
              <a:solidFill>
                <a:srgbClr val="2F5597"/>
              </a:solidFill>
              <a:latin typeface="微软雅黑" panose="020B0503020204020204" pitchFamily="34" charset="-122"/>
              <a:ea typeface="微软雅黑" panose="020B0503020204020204" pitchFamily="34" charset="-122"/>
              <a:cs typeface="+mn-cs"/>
            </a:rPr>
            <a:t> 对换（</a:t>
          </a:r>
          <a:r>
            <a:rPr lang="en-US" altLang="zh-CN" sz="3200" b="1" kern="1200" dirty="0">
              <a:solidFill>
                <a:srgbClr val="2F5597"/>
              </a:solidFill>
              <a:latin typeface="微软雅黑" panose="020B0503020204020204" pitchFamily="34" charset="-122"/>
              <a:ea typeface="微软雅黑" panose="020B0503020204020204" pitchFamily="34" charset="-122"/>
              <a:cs typeface="+mn-cs"/>
            </a:rPr>
            <a:t>Swapping</a:t>
          </a:r>
          <a:r>
            <a:rPr lang="zh-CN" altLang="en-US" sz="3200" b="1" kern="1200" dirty="0">
              <a:solidFill>
                <a:srgbClr val="2F5597"/>
              </a:solidFill>
              <a:latin typeface="微软雅黑" panose="020B0503020204020204" pitchFamily="34" charset="-122"/>
              <a:ea typeface="微软雅黑" panose="020B0503020204020204" pitchFamily="34" charset="-122"/>
              <a:cs typeface="+mn-cs"/>
            </a:rPr>
            <a:t>）</a:t>
          </a:r>
        </a:p>
      </dsp:txBody>
      <dsp:txXfrm>
        <a:off x="0" y="2877231"/>
        <a:ext cx="7335520" cy="823680"/>
      </dsp:txXfrm>
    </dsp:sp>
    <dsp:sp modelId="{232815BA-619A-4614-9627-2F42AED66E49}">
      <dsp:nvSpPr>
        <dsp:cNvPr id="7" name="圆角矩形 6"/>
        <dsp:cNvSpPr/>
      </dsp:nvSpPr>
      <dsp:spPr bwMode="white">
        <a:xfrm>
          <a:off x="0" y="3827631"/>
          <a:ext cx="7335520" cy="823680"/>
        </a:xfrm>
        <a:prstGeom prst="roundRect">
          <a:avLst/>
        </a:prstGeom>
        <a:solidFill>
          <a:schemeClr val="accent1">
            <a:lumMod val="75000"/>
          </a:schemeClr>
        </a:solidFill>
      </dsp:spPr>
      <dsp:style>
        <a:lnRef idx="2">
          <a:schemeClr val="lt1"/>
        </a:lnRef>
        <a:fillRef idx="1">
          <a:schemeClr val="accent6"/>
        </a:fillRef>
        <a:effectRef idx="0">
          <a:scrgbClr r="0" g="0" b="0"/>
        </a:effectRef>
        <a:fontRef idx="minor">
          <a:schemeClr val="lt1"/>
        </a:fontRef>
      </dsp:style>
      <dsp:txBody>
        <a:bodyPr lIns="121920" tIns="121920" rIns="121920" bIns="121920" anchor="ctr"/>
        <a:lstStyle>
          <a:lvl1pPr algn="l">
            <a:defRPr sz="4400"/>
          </a:lvl1pPr>
          <a:lvl2pPr marL="285750" indent="-285750" algn="l">
            <a:defRPr sz="3400"/>
          </a:lvl2pPr>
          <a:lvl3pPr marL="571500" indent="-285750" algn="l">
            <a:defRPr sz="3400"/>
          </a:lvl3pPr>
          <a:lvl4pPr marL="857250" indent="-285750" algn="l">
            <a:defRPr sz="3400"/>
          </a:lvl4pPr>
          <a:lvl5pPr marL="1143000" indent="-285750" algn="l">
            <a:defRPr sz="3400"/>
          </a:lvl5pPr>
          <a:lvl6pPr marL="1428750" indent="-285750" algn="l">
            <a:defRPr sz="3400"/>
          </a:lvl6pPr>
          <a:lvl7pPr marL="1714500" indent="-285750" algn="l">
            <a:defRPr sz="3400"/>
          </a:lvl7pPr>
          <a:lvl8pPr marL="2000250" indent="-285750" algn="l">
            <a:defRPr sz="3400"/>
          </a:lvl8pPr>
          <a:lvl9pPr marL="2286000" indent="-285750" algn="l">
            <a:defRPr sz="3400"/>
          </a:lvl9pPr>
        </a:lstStyle>
        <a:p>
          <a:pPr marL="0" lvl="0" indent="0" algn="l" defTabSz="1466850">
            <a:lnSpc>
              <a:spcPct val="90000"/>
            </a:lnSpc>
            <a:spcBef>
              <a:spcPct val="0"/>
            </a:spcBef>
            <a:spcAft>
              <a:spcPct val="35000"/>
            </a:spcAft>
            <a:buNone/>
          </a:pPr>
          <a:r>
            <a:rPr lang="zh-CN" altLang="en-US" sz="3200" b="1" kern="1200" dirty="0">
              <a:latin typeface="微软雅黑" panose="020B0503020204020204" pitchFamily="34" charset="-122"/>
              <a:ea typeface="微软雅黑" panose="020B0503020204020204" pitchFamily="34" charset="-122"/>
              <a:cs typeface="+mn-cs"/>
            </a:rPr>
            <a:t>    分页存储管理方式</a:t>
          </a:r>
        </a:p>
      </dsp:txBody>
      <dsp:txXfrm>
        <a:off x="0" y="3827631"/>
        <a:ext cx="7335520" cy="823680"/>
      </dsp:txXfrm>
    </dsp:sp>
    <dsp:sp modelId="{E0DD0EBA-5357-496A-800C-A32E8C411ACA}">
      <dsp:nvSpPr>
        <dsp:cNvPr id="8" name="圆角矩形 7"/>
        <dsp:cNvSpPr/>
      </dsp:nvSpPr>
      <dsp:spPr bwMode="white">
        <a:xfrm>
          <a:off x="0" y="4778031"/>
          <a:ext cx="7335520" cy="823680"/>
        </a:xfrm>
        <a:prstGeom prst="roundRect">
          <a:avLst/>
        </a:prstGeom>
        <a:solidFill>
          <a:schemeClr val="accent1">
            <a:lumMod val="75000"/>
          </a:schemeClr>
        </a:solidFill>
      </dsp:spPr>
      <dsp:style>
        <a:lnRef idx="2">
          <a:schemeClr val="lt1"/>
        </a:lnRef>
        <a:fillRef idx="1">
          <a:schemeClr val="accent2"/>
        </a:fillRef>
        <a:effectRef idx="0">
          <a:scrgbClr r="0" g="0" b="0"/>
        </a:effectRef>
        <a:fontRef idx="minor">
          <a:schemeClr val="lt1"/>
        </a:fontRef>
      </dsp:style>
      <dsp:txBody>
        <a:bodyPr lIns="121920" tIns="121920" rIns="121920" bIns="121920" anchor="ctr"/>
        <a:lstStyle>
          <a:lvl1pPr algn="l">
            <a:defRPr sz="4400"/>
          </a:lvl1pPr>
          <a:lvl2pPr marL="285750" indent="-285750" algn="l">
            <a:defRPr sz="3400"/>
          </a:lvl2pPr>
          <a:lvl3pPr marL="571500" indent="-285750" algn="l">
            <a:defRPr sz="3400"/>
          </a:lvl3pPr>
          <a:lvl4pPr marL="857250" indent="-285750" algn="l">
            <a:defRPr sz="3400"/>
          </a:lvl4pPr>
          <a:lvl5pPr marL="1143000" indent="-285750" algn="l">
            <a:defRPr sz="3400"/>
          </a:lvl5pPr>
          <a:lvl6pPr marL="1428750" indent="-285750" algn="l">
            <a:defRPr sz="3400"/>
          </a:lvl6pPr>
          <a:lvl7pPr marL="1714500" indent="-285750" algn="l">
            <a:defRPr sz="3400"/>
          </a:lvl7pPr>
          <a:lvl8pPr marL="2000250" indent="-285750" algn="l">
            <a:defRPr sz="3400"/>
          </a:lvl8pPr>
          <a:lvl9pPr marL="2286000" indent="-285750" algn="l">
            <a:defRPr sz="3400"/>
          </a:lvl9pPr>
        </a:lstStyle>
        <a:p>
          <a:pPr marL="0" lvl="0" indent="0" algn="l" defTabSz="1466850">
            <a:lnSpc>
              <a:spcPct val="90000"/>
            </a:lnSpc>
            <a:spcBef>
              <a:spcPct val="0"/>
            </a:spcBef>
            <a:spcAft>
              <a:spcPct val="35000"/>
            </a:spcAft>
            <a:buNone/>
          </a:pPr>
          <a:r>
            <a:rPr lang="zh-CN" altLang="en-US" sz="3200" b="1" kern="1200" dirty="0">
              <a:latin typeface="微软雅黑" panose="020B0503020204020204" pitchFamily="34" charset="-122"/>
              <a:ea typeface="微软雅黑" panose="020B0503020204020204" pitchFamily="34" charset="-122"/>
              <a:cs typeface="+mn-cs"/>
            </a:rPr>
            <a:t>    分段存储管理方式</a:t>
          </a:r>
        </a:p>
      </dsp:txBody>
      <dsp:txXfrm>
        <a:off x="0" y="4778031"/>
        <a:ext cx="7335520" cy="823680"/>
      </dsp:txXfrm>
    </dsp:sp>
  </dsp:spTree>
</dsp:drawing>
</file>

<file path=ppt/diagrams/drawing3.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组合 1"/>
      <dsp:cNvGrpSpPr/>
    </dsp:nvGrpSpPr>
    <dsp:grpSpPr>
      <a:xfrm>
        <a:off x="0" y="0"/>
        <a:ext cx="6486385" cy="3229336"/>
        <a:chOff x="0" y="0"/>
        <a:chExt cx="6486385" cy="3229336"/>
      </a:xfrm>
    </dsp:grpSpPr>
    <dsp:sp modelId="{AA9447A5-91BF-4C3A-B005-3C85857BAD48}">
      <dsp:nvSpPr>
        <dsp:cNvPr id="5" name="矩形 4"/>
        <dsp:cNvSpPr/>
      </dsp:nvSpPr>
      <dsp:spPr bwMode="white">
        <a:xfrm>
          <a:off x="0" y="400748"/>
          <a:ext cx="6486385" cy="604800"/>
        </a:xfrm>
        <a:prstGeom prst="rect">
          <a:avLst/>
        </a:prstGeom>
        <a:solidFill>
          <a:srgbClr val="2F5597"/>
        </a:solidFill>
        <a:ln>
          <a:solidFill>
            <a:srgbClr val="2F5597"/>
          </a:solidFill>
        </a:ln>
      </dsp:spPr>
      <dsp:style>
        <a:lnRef idx="2">
          <a:schemeClr val="accent1"/>
        </a:lnRef>
        <a:fillRef idx="1">
          <a:schemeClr val="lt1">
            <a:alpha val="90000"/>
          </a:schemeClr>
        </a:fillRef>
        <a:effectRef idx="0">
          <a:scrgbClr r="0" g="0" b="0"/>
        </a:effectRef>
        <a:fontRef idx="minor"/>
      </dsp:style>
      <dsp:txBody>
        <a:bodyPr lIns="503415" tIns="499872" rIns="503415" bIns="170688" anchor="t"/>
        <a:lstStyle>
          <a:lvl1pPr algn="l">
            <a:defRPr sz="2400"/>
          </a:lvl1pPr>
          <a:lvl2pPr marL="228600" indent="-228600" algn="l">
            <a:defRPr sz="2400"/>
          </a:lvl2pPr>
          <a:lvl3pPr marL="457200" indent="-228600" algn="l">
            <a:defRPr sz="2400"/>
          </a:lvl3pPr>
          <a:lvl4pPr marL="685800" indent="-228600" algn="l">
            <a:defRPr sz="2400"/>
          </a:lvl4pPr>
          <a:lvl5pPr marL="914400" indent="-228600" algn="l">
            <a:defRPr sz="2400"/>
          </a:lvl5pPr>
          <a:lvl6pPr marL="1143000" indent="-228600" algn="l">
            <a:defRPr sz="2400"/>
          </a:lvl6pPr>
          <a:lvl7pPr marL="1371600" indent="-228600" algn="l">
            <a:defRPr sz="2400"/>
          </a:lvl7pPr>
          <a:lvl8pPr marL="1600200" indent="-228600" algn="l">
            <a:defRPr sz="2400"/>
          </a:lvl8pPr>
          <a:lvl9pPr marL="1828800" indent="-228600" algn="l">
            <a:defRPr sz="2400"/>
          </a:lvl9pPr>
        </a:lstStyle>
        <a:p>
          <a:endParaRPr>
            <a:solidFill>
              <a:schemeClr val="dk1"/>
            </a:solidFill>
          </a:endParaRPr>
        </a:p>
      </dsp:txBody>
      <dsp:txXfrm>
        <a:off x="0" y="400748"/>
        <a:ext cx="6486385" cy="604800"/>
      </dsp:txXfrm>
    </dsp:sp>
    <dsp:sp modelId="{2A7184BB-52DB-4C52-8420-130E9E3C13B2}">
      <dsp:nvSpPr>
        <dsp:cNvPr id="4" name="圆角矩形 3"/>
        <dsp:cNvSpPr/>
      </dsp:nvSpPr>
      <dsp:spPr bwMode="white">
        <a:xfrm>
          <a:off x="324319" y="46508"/>
          <a:ext cx="4540469" cy="708480"/>
        </a:xfrm>
        <a:prstGeom prst="roundRect">
          <a:avLst/>
        </a:prstGeom>
        <a:solidFill>
          <a:schemeClr val="bg1"/>
        </a:solidFill>
        <a:ln>
          <a:solidFill>
            <a:srgbClr val="2F5597"/>
          </a:solidFill>
        </a:ln>
      </dsp:spPr>
      <dsp:style>
        <a:lnRef idx="2">
          <a:schemeClr val="lt1"/>
        </a:lnRef>
        <a:fillRef idx="1">
          <a:schemeClr val="accent1"/>
        </a:fillRef>
        <a:effectRef idx="0">
          <a:scrgbClr r="0" g="0" b="0"/>
        </a:effectRef>
        <a:fontRef idx="minor">
          <a:schemeClr val="lt1"/>
        </a:fontRef>
      </dsp:style>
      <dsp:txBody>
        <a:bodyPr vert="horz" wrap="square" lIns="171618" tIns="0" rIns="171618" bIns="0" anchor="ctr"/>
        <a:lstStyle>
          <a:lvl1pPr algn="l">
            <a:defRPr sz="2400"/>
          </a:lvl1pPr>
          <a:lvl2pPr marL="171450" indent="-171450" algn="l">
            <a:defRPr sz="1800"/>
          </a:lvl2pPr>
          <a:lvl3pPr marL="342900" indent="-171450" algn="l">
            <a:defRPr sz="1800"/>
          </a:lvl3pPr>
          <a:lvl4pPr marL="514350" indent="-171450" algn="l">
            <a:defRPr sz="1800"/>
          </a:lvl4pPr>
          <a:lvl5pPr marL="685800" indent="-171450" algn="l">
            <a:defRPr sz="1800"/>
          </a:lvl5pPr>
          <a:lvl6pPr marL="857250" indent="-171450" algn="l">
            <a:defRPr sz="1800"/>
          </a:lvl6pPr>
          <a:lvl7pPr marL="1028700" indent="-171450" algn="l">
            <a:defRPr sz="1800"/>
          </a:lvl7pPr>
          <a:lvl8pPr marL="1200150" indent="-171450" algn="l">
            <a:defRPr sz="1800"/>
          </a:lvl8pPr>
          <a:lvl9pPr marL="1371600" indent="-171450" algn="l">
            <a:defRPr sz="1800"/>
          </a:lvl9pPr>
        </a:lstStyle>
        <a:p>
          <a:pPr lvl="0">
            <a:lnSpc>
              <a:spcPct val="100000"/>
            </a:lnSpc>
            <a:spcBef>
              <a:spcPct val="0"/>
            </a:spcBef>
            <a:spcAft>
              <a:spcPct val="35000"/>
            </a:spcAft>
          </a:pPr>
          <a:r>
            <a:rPr lang="zh-CN" altLang="en-US" sz="2800" b="1" dirty="0">
              <a:solidFill>
                <a:srgbClr val="2F5597"/>
              </a:solidFill>
              <a:latin typeface="微软雅黑" panose="020B0503020204020204" pitchFamily="34" charset="-122"/>
              <a:ea typeface="微软雅黑" panose="020B0503020204020204" pitchFamily="34" charset="-122"/>
            </a:rPr>
            <a:t>多道程序环境下</a:t>
          </a:r>
          <a:r>
            <a:rPr lang="zh-CN" altLang="en-US" sz="2800" b="1" dirty="0">
              <a:solidFill>
                <a:srgbClr val="2F5597"/>
              </a:solidFill>
              <a:latin typeface="微软雅黑" panose="020B0503020204020204" pitchFamily="34" charset="-122"/>
              <a:ea typeface="微软雅黑" panose="020B0503020204020204" pitchFamily="34" charset="-122"/>
            </a:rPr>
            <a:t>对</a:t>
          </a:r>
          <a:r>
            <a:rPr lang="zh-CN" altLang="en-US" sz="2800" b="1" dirty="0">
              <a:solidFill>
                <a:srgbClr val="2F5597"/>
              </a:solidFill>
              <a:latin typeface="微软雅黑" panose="020B0503020204020204" pitchFamily="34" charset="-122"/>
              <a:ea typeface="微软雅黑" panose="020B0503020204020204" pitchFamily="34" charset="-122"/>
            </a:rPr>
            <a:t>换技术</a:t>
          </a:r>
          <a:endParaRPr sz="2400"/>
        </a:p>
      </dsp:txBody>
      <dsp:txXfrm>
        <a:off x="324319" y="46508"/>
        <a:ext cx="4540469" cy="708480"/>
      </dsp:txXfrm>
    </dsp:sp>
    <dsp:sp modelId="{B98633E7-1255-400C-97DF-142421D4D9FB}">
      <dsp:nvSpPr>
        <dsp:cNvPr id="8" name="矩形 7"/>
        <dsp:cNvSpPr/>
      </dsp:nvSpPr>
      <dsp:spPr bwMode="white">
        <a:xfrm>
          <a:off x="0" y="1489388"/>
          <a:ext cx="6486385" cy="604800"/>
        </a:xfrm>
        <a:prstGeom prst="rect">
          <a:avLst/>
        </a:prstGeom>
        <a:solidFill>
          <a:srgbClr val="2F5597"/>
        </a:solidFill>
        <a:ln w="12700" cap="flat" cmpd="sng" algn="ctr">
          <a:solidFill>
            <a:srgbClr val="2F5597"/>
          </a:solidFill>
          <a:prstDash val="solid"/>
          <a:miter lim="800000"/>
        </a:ln>
        <a:effectLst/>
      </dsp:spPr>
      <dsp:style>
        <a:lnRef idx="2">
          <a:schemeClr val="accent1"/>
        </a:lnRef>
        <a:fillRef idx="1">
          <a:schemeClr val="lt1">
            <a:alpha val="90000"/>
          </a:schemeClr>
        </a:fillRef>
        <a:effectRef idx="0">
          <a:scrgbClr r="0" g="0" b="0"/>
        </a:effectRef>
        <a:fontRef idx="minor"/>
      </dsp:style>
      <dsp:txBody>
        <a:bodyPr lIns="503415" tIns="499872" rIns="503415" bIns="170688" anchor="t"/>
        <a:lstStyle>
          <a:lvl1pPr algn="l">
            <a:defRPr sz="2400"/>
          </a:lvl1pPr>
          <a:lvl2pPr marL="228600" indent="-228600" algn="l">
            <a:defRPr sz="2400"/>
          </a:lvl2pPr>
          <a:lvl3pPr marL="457200" indent="-228600" algn="l">
            <a:defRPr sz="2400"/>
          </a:lvl3pPr>
          <a:lvl4pPr marL="685800" indent="-228600" algn="l">
            <a:defRPr sz="2400"/>
          </a:lvl4pPr>
          <a:lvl5pPr marL="914400" indent="-228600" algn="l">
            <a:defRPr sz="2400"/>
          </a:lvl5pPr>
          <a:lvl6pPr marL="1143000" indent="-228600" algn="l">
            <a:defRPr sz="2400"/>
          </a:lvl6pPr>
          <a:lvl7pPr marL="1371600" indent="-228600" algn="l">
            <a:defRPr sz="2400"/>
          </a:lvl7pPr>
          <a:lvl8pPr marL="1600200" indent="-228600" algn="l">
            <a:defRPr sz="2400"/>
          </a:lvl8pPr>
          <a:lvl9pPr marL="1828800" indent="-228600" algn="l">
            <a:defRPr sz="2400"/>
          </a:lvl9pPr>
        </a:lstStyle>
        <a:p>
          <a:endParaRPr>
            <a:solidFill>
              <a:schemeClr val="dk1"/>
            </a:solidFill>
          </a:endParaRPr>
        </a:p>
      </dsp:txBody>
      <dsp:txXfrm>
        <a:off x="0" y="1489388"/>
        <a:ext cx="6486385" cy="604800"/>
      </dsp:txXfrm>
    </dsp:sp>
    <dsp:sp modelId="{32005391-0F6F-4CE7-A63B-C0EB18DC9D39}">
      <dsp:nvSpPr>
        <dsp:cNvPr id="7" name="圆角矩形 6"/>
        <dsp:cNvSpPr/>
      </dsp:nvSpPr>
      <dsp:spPr bwMode="white">
        <a:xfrm>
          <a:off x="324319" y="1135148"/>
          <a:ext cx="4540469" cy="708480"/>
        </a:xfrm>
        <a:prstGeom prst="roundRect">
          <a:avLst/>
        </a:prstGeom>
        <a:solidFill>
          <a:schemeClr val="bg1"/>
        </a:solidFill>
        <a:ln>
          <a:solidFill>
            <a:srgbClr val="2F5597"/>
          </a:solidFill>
        </a:ln>
      </dsp:spPr>
      <dsp:style>
        <a:lnRef idx="2">
          <a:schemeClr val="lt1"/>
        </a:lnRef>
        <a:fillRef idx="1">
          <a:schemeClr val="accent1"/>
        </a:fillRef>
        <a:effectRef idx="0">
          <a:scrgbClr r="0" g="0" b="0"/>
        </a:effectRef>
        <a:fontRef idx="minor">
          <a:schemeClr val="lt1"/>
        </a:fontRef>
      </dsp:style>
      <dsp:txBody>
        <a:bodyPr lIns="171618" tIns="0" rIns="171618" bIns="0" anchor="ctr"/>
        <a:lstStyle>
          <a:lvl1pPr algn="l">
            <a:defRPr sz="2400"/>
          </a:lvl1pPr>
          <a:lvl2pPr marL="171450" indent="-171450" algn="l">
            <a:defRPr sz="1800"/>
          </a:lvl2pPr>
          <a:lvl3pPr marL="342900" indent="-171450" algn="l">
            <a:defRPr sz="1800"/>
          </a:lvl3pPr>
          <a:lvl4pPr marL="514350" indent="-171450" algn="l">
            <a:defRPr sz="1800"/>
          </a:lvl4pPr>
          <a:lvl5pPr marL="685800" indent="-171450" algn="l">
            <a:defRPr sz="1800"/>
          </a:lvl5pPr>
          <a:lvl6pPr marL="857250" indent="-171450" algn="l">
            <a:defRPr sz="1800"/>
          </a:lvl6pPr>
          <a:lvl7pPr marL="1028700" indent="-171450" algn="l">
            <a:defRPr sz="1800"/>
          </a:lvl7pPr>
          <a:lvl8pPr marL="1200150" indent="-171450" algn="l">
            <a:defRPr sz="1800"/>
          </a:lvl8pPr>
          <a:lvl9pPr marL="1371600" indent="-171450" algn="l">
            <a:defRPr sz="1800"/>
          </a:lvl9pPr>
        </a:lstStyle>
        <a:p>
          <a:pPr lvl="0">
            <a:lnSpc>
              <a:spcPct val="100000"/>
            </a:lnSpc>
            <a:spcBef>
              <a:spcPct val="0"/>
            </a:spcBef>
            <a:spcAft>
              <a:spcPct val="35000"/>
            </a:spcAft>
          </a:pPr>
          <a:r>
            <a:rPr lang="zh-CN" altLang="en-US" sz="2800" b="1" dirty="0">
              <a:solidFill>
                <a:srgbClr val="2F5597"/>
              </a:solidFill>
              <a:latin typeface="微软雅黑" panose="020B0503020204020204" pitchFamily="34" charset="-122"/>
              <a:ea typeface="微软雅黑" panose="020B0503020204020204" pitchFamily="34" charset="-122"/>
            </a:rPr>
            <a:t>对换空间的管理</a:t>
          </a:r>
        </a:p>
      </dsp:txBody>
      <dsp:txXfrm>
        <a:off x="324319" y="1135148"/>
        <a:ext cx="4540469" cy="708480"/>
      </dsp:txXfrm>
    </dsp:sp>
    <dsp:sp modelId="{C07C73CB-A80D-4B2A-9F42-2A0041437C51}">
      <dsp:nvSpPr>
        <dsp:cNvPr id="11" name="矩形 10"/>
        <dsp:cNvSpPr/>
      </dsp:nvSpPr>
      <dsp:spPr bwMode="white">
        <a:xfrm>
          <a:off x="0" y="2578028"/>
          <a:ext cx="6486385" cy="604800"/>
        </a:xfrm>
        <a:prstGeom prst="rect">
          <a:avLst/>
        </a:prstGeom>
        <a:solidFill>
          <a:srgbClr val="2F5597"/>
        </a:solidFill>
        <a:ln w="12700" cap="flat" cmpd="sng" algn="ctr">
          <a:solidFill>
            <a:srgbClr val="2F5597"/>
          </a:solidFill>
          <a:prstDash val="solid"/>
          <a:miter lim="800000"/>
        </a:ln>
        <a:effectLst/>
      </dsp:spPr>
      <dsp:style>
        <a:lnRef idx="2">
          <a:schemeClr val="accent1"/>
        </a:lnRef>
        <a:fillRef idx="1">
          <a:schemeClr val="lt1">
            <a:alpha val="90000"/>
          </a:schemeClr>
        </a:fillRef>
        <a:effectRef idx="0">
          <a:scrgbClr r="0" g="0" b="0"/>
        </a:effectRef>
        <a:fontRef idx="minor"/>
      </dsp:style>
      <dsp:txBody>
        <a:bodyPr lIns="503415" tIns="499872" rIns="503415" bIns="170688" anchor="t"/>
        <a:lstStyle>
          <a:lvl1pPr algn="l">
            <a:defRPr sz="2400"/>
          </a:lvl1pPr>
          <a:lvl2pPr marL="228600" indent="-228600" algn="l">
            <a:defRPr sz="2400"/>
          </a:lvl2pPr>
          <a:lvl3pPr marL="457200" indent="-228600" algn="l">
            <a:defRPr sz="2400"/>
          </a:lvl3pPr>
          <a:lvl4pPr marL="685800" indent="-228600" algn="l">
            <a:defRPr sz="2400"/>
          </a:lvl4pPr>
          <a:lvl5pPr marL="914400" indent="-228600" algn="l">
            <a:defRPr sz="2400"/>
          </a:lvl5pPr>
          <a:lvl6pPr marL="1143000" indent="-228600" algn="l">
            <a:defRPr sz="2400"/>
          </a:lvl6pPr>
          <a:lvl7pPr marL="1371600" indent="-228600" algn="l">
            <a:defRPr sz="2400"/>
          </a:lvl7pPr>
          <a:lvl8pPr marL="1600200" indent="-228600" algn="l">
            <a:defRPr sz="2400"/>
          </a:lvl8pPr>
          <a:lvl9pPr marL="1828800" indent="-228600" algn="l">
            <a:defRPr sz="2400"/>
          </a:lvl9pPr>
        </a:lstStyle>
        <a:p>
          <a:endParaRPr>
            <a:solidFill>
              <a:schemeClr val="dk1"/>
            </a:solidFill>
          </a:endParaRPr>
        </a:p>
      </dsp:txBody>
      <dsp:txXfrm>
        <a:off x="0" y="2578028"/>
        <a:ext cx="6486385" cy="604800"/>
      </dsp:txXfrm>
    </dsp:sp>
    <dsp:sp modelId="{D5E0838E-2154-41F8-AB95-93327E12EB8F}">
      <dsp:nvSpPr>
        <dsp:cNvPr id="10" name="圆角矩形 9"/>
        <dsp:cNvSpPr/>
      </dsp:nvSpPr>
      <dsp:spPr bwMode="white">
        <a:xfrm>
          <a:off x="324319" y="2223788"/>
          <a:ext cx="4540469" cy="708480"/>
        </a:xfrm>
        <a:prstGeom prst="roundRect">
          <a:avLst/>
        </a:prstGeom>
        <a:solidFill>
          <a:schemeClr val="bg1"/>
        </a:solidFill>
        <a:ln>
          <a:solidFill>
            <a:srgbClr val="2F5597"/>
          </a:solidFill>
        </a:ln>
      </dsp:spPr>
      <dsp:style>
        <a:lnRef idx="2">
          <a:schemeClr val="lt1"/>
        </a:lnRef>
        <a:fillRef idx="1">
          <a:schemeClr val="accent1"/>
        </a:fillRef>
        <a:effectRef idx="0">
          <a:scrgbClr r="0" g="0" b="0"/>
        </a:effectRef>
        <a:fontRef idx="minor">
          <a:schemeClr val="lt1"/>
        </a:fontRef>
      </dsp:style>
      <dsp:txBody>
        <a:bodyPr lIns="171618" tIns="0" rIns="171618" bIns="0" anchor="ctr"/>
        <a:lstStyle>
          <a:lvl1pPr algn="l">
            <a:defRPr sz="2400"/>
          </a:lvl1pPr>
          <a:lvl2pPr marL="171450" indent="-171450" algn="l">
            <a:defRPr sz="1800"/>
          </a:lvl2pPr>
          <a:lvl3pPr marL="342900" indent="-171450" algn="l">
            <a:defRPr sz="1800"/>
          </a:lvl3pPr>
          <a:lvl4pPr marL="514350" indent="-171450" algn="l">
            <a:defRPr sz="1800"/>
          </a:lvl4pPr>
          <a:lvl5pPr marL="685800" indent="-171450" algn="l">
            <a:defRPr sz="1800"/>
          </a:lvl5pPr>
          <a:lvl6pPr marL="857250" indent="-171450" algn="l">
            <a:defRPr sz="1800"/>
          </a:lvl6pPr>
          <a:lvl7pPr marL="1028700" indent="-171450" algn="l">
            <a:defRPr sz="1800"/>
          </a:lvl7pPr>
          <a:lvl8pPr marL="1200150" indent="-171450" algn="l">
            <a:defRPr sz="1800"/>
          </a:lvl8pPr>
          <a:lvl9pPr marL="1371600" indent="-171450" algn="l">
            <a:defRPr sz="1800"/>
          </a:lvl9pPr>
        </a:lstStyle>
        <a:p>
          <a:pPr lvl="0">
            <a:lnSpc>
              <a:spcPct val="100000"/>
            </a:lnSpc>
            <a:spcBef>
              <a:spcPct val="0"/>
            </a:spcBef>
            <a:spcAft>
              <a:spcPct val="35000"/>
            </a:spcAft>
          </a:pPr>
          <a:r>
            <a:rPr lang="zh-CN" altLang="en-US" sz="2800" b="1" dirty="0">
              <a:solidFill>
                <a:srgbClr val="2F5597"/>
              </a:solidFill>
              <a:latin typeface="微软雅黑" panose="020B0503020204020204" pitchFamily="34" charset="-122"/>
              <a:ea typeface="微软雅黑" panose="020B0503020204020204" pitchFamily="34" charset="-122"/>
            </a:rPr>
            <a:t>进程的换出与换入</a:t>
          </a:r>
        </a:p>
      </dsp:txBody>
      <dsp:txXfrm>
        <a:off x="324319" y="2223788"/>
        <a:ext cx="4540469" cy="708480"/>
      </dsp:txXfrm>
    </dsp:sp>
    <dsp:sp modelId="{6E4C71DF-12E2-4A1E-AB5A-880743A5BA1C}">
      <dsp:nvSpPr>
        <dsp:cNvPr id="3" name="矩形 2" hidden="1"/>
        <dsp:cNvSpPr/>
      </dsp:nvSpPr>
      <dsp:spPr>
        <a:xfrm>
          <a:off x="0" y="46508"/>
          <a:ext cx="324319" cy="708480"/>
        </a:xfrm>
        <a:prstGeom prst="rect">
          <a:avLst/>
        </a:prstGeom>
      </dsp:spPr>
      <dsp:txXfrm>
        <a:off x="0" y="46508"/>
        <a:ext cx="324319" cy="708480"/>
      </dsp:txXfrm>
    </dsp:sp>
    <dsp:sp modelId="{651E08F0-ABA6-4F03-8E0A-EE693A3E1665}">
      <dsp:nvSpPr>
        <dsp:cNvPr id="6" name="矩形 5" hidden="1"/>
        <dsp:cNvSpPr/>
      </dsp:nvSpPr>
      <dsp:spPr>
        <a:xfrm>
          <a:off x="0" y="1135148"/>
          <a:ext cx="324319" cy="708480"/>
        </a:xfrm>
        <a:prstGeom prst="rect">
          <a:avLst/>
        </a:prstGeom>
      </dsp:spPr>
      <dsp:txXfrm>
        <a:off x="0" y="1135148"/>
        <a:ext cx="324319" cy="708480"/>
      </dsp:txXfrm>
    </dsp:sp>
    <dsp:sp modelId="{C022F0E2-D138-4B75-906C-74F516094EF6}">
      <dsp:nvSpPr>
        <dsp:cNvPr id="9" name="矩形 8" hidden="1"/>
        <dsp:cNvSpPr/>
      </dsp:nvSpPr>
      <dsp:spPr>
        <a:xfrm>
          <a:off x="0" y="2223788"/>
          <a:ext cx="324319" cy="708480"/>
        </a:xfrm>
        <a:prstGeom prst="rect">
          <a:avLst/>
        </a:prstGeom>
      </dsp:spPr>
      <dsp:txXfrm>
        <a:off x="0" y="2223788"/>
        <a:ext cx="324319" cy="708480"/>
      </dsp:txXfrm>
    </dsp:sp>
  </dsp:spTree>
</dsp:drawing>
</file>

<file path=ppt/diagrams/drawing4.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组合 1"/>
      <dsp:cNvGrpSpPr/>
    </dsp:nvGrpSpPr>
    <dsp:grpSpPr>
      <a:xfrm>
        <a:off x="0" y="0"/>
        <a:ext cx="7335520" cy="5627742"/>
        <a:chOff x="0" y="0"/>
        <a:chExt cx="7335520" cy="5627742"/>
      </a:xfrm>
    </dsp:grpSpPr>
    <dsp:sp modelId="{D2030072-27AD-406A-84AE-0966EE003465}">
      <dsp:nvSpPr>
        <dsp:cNvPr id="3" name="圆角矩形 2"/>
        <dsp:cNvSpPr/>
      </dsp:nvSpPr>
      <dsp:spPr bwMode="white">
        <a:xfrm>
          <a:off x="0" y="26031"/>
          <a:ext cx="7335520" cy="823680"/>
        </a:xfrm>
        <a:prstGeom prst="roundRect">
          <a:avLst/>
        </a:prstGeom>
        <a:solidFill>
          <a:srgbClr val="4472C4">
            <a:lumMod val="75000"/>
          </a:srgbClr>
        </a:solidFill>
        <a:ln w="12700" cap="flat" cmpd="sng" algn="ctr">
          <a:solidFill>
            <a:prstClr val="white">
              <a:hueOff val="0"/>
              <a:satOff val="0"/>
              <a:lumOff val="0"/>
              <a:alphaOff val="0"/>
            </a:prstClr>
          </a:solidFill>
          <a:prstDash val="solid"/>
          <a:miter lim="800000"/>
        </a:ln>
        <a:effectLst/>
      </dsp:spPr>
      <dsp:style>
        <a:lnRef idx="2">
          <a:schemeClr val="lt1"/>
        </a:lnRef>
        <a:fillRef idx="1">
          <a:schemeClr val="accent2"/>
        </a:fillRef>
        <a:effectRef idx="0">
          <a:scrgbClr r="0" g="0" b="0"/>
        </a:effectRef>
        <a:fontRef idx="minor">
          <a:schemeClr val="lt1"/>
        </a:fontRef>
      </dsp:style>
      <dsp:txBody>
        <a:bodyPr vert="horz" wrap="square" lIns="121920" tIns="121920" rIns="121920" bIns="121920" numCol="1" spcCol="1270" anchor="ctr" anchorCtr="0" forceAA="0"/>
        <a:lstStyle>
          <a:lvl1pPr algn="l">
            <a:defRPr sz="4400"/>
          </a:lvl1pPr>
          <a:lvl2pPr marL="285750" indent="-285750" algn="l">
            <a:defRPr sz="3400"/>
          </a:lvl2pPr>
          <a:lvl3pPr marL="571500" indent="-285750" algn="l">
            <a:defRPr sz="3400"/>
          </a:lvl3pPr>
          <a:lvl4pPr marL="857250" indent="-285750" algn="l">
            <a:defRPr sz="3400"/>
          </a:lvl4pPr>
          <a:lvl5pPr marL="1143000" indent="-285750" algn="l">
            <a:defRPr sz="3400"/>
          </a:lvl5pPr>
          <a:lvl6pPr marL="1428750" indent="-285750" algn="l">
            <a:defRPr sz="3400"/>
          </a:lvl6pPr>
          <a:lvl7pPr marL="1714500" indent="-285750" algn="l">
            <a:defRPr sz="3400"/>
          </a:lvl7pPr>
          <a:lvl8pPr marL="2000250" indent="-285750" algn="l">
            <a:defRPr sz="3400"/>
          </a:lvl8pPr>
          <a:lvl9pPr marL="2286000" indent="-285750" algn="l">
            <a:defRPr sz="3400"/>
          </a:lvl9pPr>
        </a:lstStyle>
        <a:p>
          <a:pPr marL="0" lvl="0" indent="0" algn="l" defTabSz="1466850">
            <a:lnSpc>
              <a:spcPct val="90000"/>
            </a:lnSpc>
            <a:spcBef>
              <a:spcPct val="0"/>
            </a:spcBef>
            <a:spcAft>
              <a:spcPct val="35000"/>
            </a:spcAft>
            <a:buNone/>
          </a:pPr>
          <a:r>
            <a:rPr lang="zh-CN" altLang="en-US" sz="3200" b="1" kern="1200" dirty="0">
              <a:solidFill>
                <a:schemeClr val="bg1"/>
              </a:solidFill>
              <a:latin typeface="微软雅黑" panose="020B0503020204020204" pitchFamily="34" charset="-122"/>
              <a:ea typeface="微软雅黑" panose="020B0503020204020204" pitchFamily="34" charset="-122"/>
              <a:cs typeface="+mn-cs"/>
            </a:rPr>
            <a:t>    存储器的层次结构</a:t>
          </a:r>
        </a:p>
      </dsp:txBody>
      <dsp:txXfrm>
        <a:off x="0" y="26031"/>
        <a:ext cx="7335520" cy="823680"/>
      </dsp:txXfrm>
    </dsp:sp>
    <dsp:sp modelId="{9D955F22-870E-4516-9F36-BFA399447422}">
      <dsp:nvSpPr>
        <dsp:cNvPr id="4" name="圆角矩形 3"/>
        <dsp:cNvSpPr/>
      </dsp:nvSpPr>
      <dsp:spPr bwMode="white">
        <a:xfrm>
          <a:off x="0" y="976431"/>
          <a:ext cx="7335520" cy="823680"/>
        </a:xfrm>
        <a:prstGeom prst="roundRect">
          <a:avLst/>
        </a:prstGeom>
        <a:solidFill>
          <a:srgbClr val="4472C4">
            <a:lumMod val="75000"/>
          </a:srgbClr>
        </a:solidFill>
        <a:ln w="12700" cap="flat" cmpd="sng" algn="ctr">
          <a:solidFill>
            <a:prstClr val="white">
              <a:hueOff val="0"/>
              <a:satOff val="0"/>
              <a:lumOff val="0"/>
              <a:alphaOff val="0"/>
            </a:prstClr>
          </a:solidFill>
          <a:prstDash val="solid"/>
          <a:miter lim="800000"/>
        </a:ln>
        <a:effectLst/>
      </dsp:spPr>
      <dsp:style>
        <a:lnRef idx="2">
          <a:schemeClr val="lt1"/>
        </a:lnRef>
        <a:fillRef idx="1">
          <a:schemeClr val="accent3"/>
        </a:fillRef>
        <a:effectRef idx="0">
          <a:scrgbClr r="0" g="0" b="0"/>
        </a:effectRef>
        <a:fontRef idx="minor">
          <a:schemeClr val="lt1"/>
        </a:fontRef>
      </dsp:style>
      <dsp:txBody>
        <a:bodyPr vert="horz" wrap="square" lIns="121920" tIns="121920" rIns="121920" bIns="121920" numCol="1" spcCol="1270" anchor="ctr" anchorCtr="0" forceAA="0"/>
        <a:lstStyle>
          <a:lvl1pPr algn="l">
            <a:defRPr sz="4400"/>
          </a:lvl1pPr>
          <a:lvl2pPr marL="285750" indent="-285750" algn="l">
            <a:defRPr sz="3400"/>
          </a:lvl2pPr>
          <a:lvl3pPr marL="571500" indent="-285750" algn="l">
            <a:defRPr sz="3400"/>
          </a:lvl3pPr>
          <a:lvl4pPr marL="857250" indent="-285750" algn="l">
            <a:defRPr sz="3400"/>
          </a:lvl4pPr>
          <a:lvl5pPr marL="1143000" indent="-285750" algn="l">
            <a:defRPr sz="3400"/>
          </a:lvl5pPr>
          <a:lvl6pPr marL="1428750" indent="-285750" algn="l">
            <a:defRPr sz="3400"/>
          </a:lvl6pPr>
          <a:lvl7pPr marL="1714500" indent="-285750" algn="l">
            <a:defRPr sz="3400"/>
          </a:lvl7pPr>
          <a:lvl8pPr marL="2000250" indent="-285750" algn="l">
            <a:defRPr sz="3400"/>
          </a:lvl8pPr>
          <a:lvl9pPr marL="2286000" indent="-285750" algn="l">
            <a:defRPr sz="3400"/>
          </a:lvl9pPr>
        </a:lstStyle>
        <a:p>
          <a:pPr marL="0" lvl="0" indent="0" algn="l" defTabSz="1466850">
            <a:lnSpc>
              <a:spcPct val="90000"/>
            </a:lnSpc>
            <a:spcBef>
              <a:spcPct val="0"/>
            </a:spcBef>
            <a:spcAft>
              <a:spcPct val="35000"/>
            </a:spcAft>
            <a:buNone/>
          </a:pPr>
          <a:r>
            <a:rPr lang="zh-CN" altLang="en-US" sz="3200" b="1" kern="1200" dirty="0">
              <a:solidFill>
                <a:prstClr val="white"/>
              </a:solidFill>
              <a:latin typeface="微软雅黑" panose="020B0503020204020204" pitchFamily="34" charset="-122"/>
              <a:ea typeface="微软雅黑" panose="020B0503020204020204" pitchFamily="34" charset="-122"/>
              <a:cs typeface="+mn-cs"/>
            </a:rPr>
            <a:t>    程序的装入和链接</a:t>
          </a:r>
        </a:p>
      </dsp:txBody>
      <dsp:txXfrm>
        <a:off x="0" y="976431"/>
        <a:ext cx="7335520" cy="823680"/>
      </dsp:txXfrm>
    </dsp:sp>
    <dsp:sp modelId="{6F219609-DD04-44CD-8464-34C16D707E20}">
      <dsp:nvSpPr>
        <dsp:cNvPr id="5" name="圆角矩形 4"/>
        <dsp:cNvSpPr/>
      </dsp:nvSpPr>
      <dsp:spPr bwMode="white">
        <a:xfrm>
          <a:off x="0" y="1926831"/>
          <a:ext cx="7335520" cy="823680"/>
        </a:xfrm>
        <a:prstGeom prst="roundRect">
          <a:avLst/>
        </a:prstGeom>
        <a:solidFill>
          <a:srgbClr val="4472C4">
            <a:lumMod val="75000"/>
          </a:srgbClr>
        </a:solidFill>
        <a:ln w="12700" cap="flat" cmpd="sng" algn="ctr">
          <a:solidFill>
            <a:prstClr val="white">
              <a:hueOff val="0"/>
              <a:satOff val="0"/>
              <a:lumOff val="0"/>
              <a:alphaOff val="0"/>
            </a:prstClr>
          </a:solidFill>
          <a:prstDash val="solid"/>
          <a:miter lim="800000"/>
        </a:ln>
        <a:effectLst/>
      </dsp:spPr>
      <dsp:style>
        <a:lnRef idx="2">
          <a:schemeClr val="lt1"/>
        </a:lnRef>
        <a:fillRef idx="1">
          <a:schemeClr val="accent4"/>
        </a:fillRef>
        <a:effectRef idx="0">
          <a:scrgbClr r="0" g="0" b="0"/>
        </a:effectRef>
        <a:fontRef idx="minor">
          <a:schemeClr val="lt1"/>
        </a:fontRef>
      </dsp:style>
      <dsp:txBody>
        <a:bodyPr vert="horz" wrap="square" lIns="121920" tIns="121920" rIns="121920" bIns="121920" numCol="1" spcCol="1270" anchor="ctr" anchorCtr="0" forceAA="0"/>
        <a:lstStyle>
          <a:lvl1pPr algn="l">
            <a:defRPr sz="4400"/>
          </a:lvl1pPr>
          <a:lvl2pPr marL="285750" indent="-285750" algn="l">
            <a:defRPr sz="3400"/>
          </a:lvl2pPr>
          <a:lvl3pPr marL="571500" indent="-285750" algn="l">
            <a:defRPr sz="3400"/>
          </a:lvl3pPr>
          <a:lvl4pPr marL="857250" indent="-285750" algn="l">
            <a:defRPr sz="3400"/>
          </a:lvl4pPr>
          <a:lvl5pPr marL="1143000" indent="-285750" algn="l">
            <a:defRPr sz="3400"/>
          </a:lvl5pPr>
          <a:lvl6pPr marL="1428750" indent="-285750" algn="l">
            <a:defRPr sz="3400"/>
          </a:lvl6pPr>
          <a:lvl7pPr marL="1714500" indent="-285750" algn="l">
            <a:defRPr sz="3400"/>
          </a:lvl7pPr>
          <a:lvl8pPr marL="2000250" indent="-285750" algn="l">
            <a:defRPr sz="3400"/>
          </a:lvl8pPr>
          <a:lvl9pPr marL="2286000" indent="-285750" algn="l">
            <a:defRPr sz="3400"/>
          </a:lvl9pPr>
        </a:lstStyle>
        <a:p>
          <a:pPr marL="0" lvl="0" indent="0" algn="l" defTabSz="1466850">
            <a:lnSpc>
              <a:spcPct val="90000"/>
            </a:lnSpc>
            <a:spcBef>
              <a:spcPct val="0"/>
            </a:spcBef>
            <a:spcAft>
              <a:spcPct val="35000"/>
            </a:spcAft>
            <a:buNone/>
          </a:pPr>
          <a:r>
            <a:rPr lang="zh-CN" altLang="en-US" sz="3200" b="1" kern="1200" dirty="0">
              <a:solidFill>
                <a:schemeClr val="bg1"/>
              </a:solidFill>
              <a:latin typeface="微软雅黑" panose="020B0503020204020204" pitchFamily="34" charset="-122"/>
              <a:ea typeface="微软雅黑" panose="020B0503020204020204" pitchFamily="34" charset="-122"/>
              <a:cs typeface="+mn-cs"/>
            </a:rPr>
            <a:t>    连续分配存储管理方式</a:t>
          </a:r>
        </a:p>
      </dsp:txBody>
      <dsp:txXfrm>
        <a:off x="0" y="1926831"/>
        <a:ext cx="7335520" cy="823680"/>
      </dsp:txXfrm>
    </dsp:sp>
    <dsp:sp modelId="{E55D7849-AFAE-4859-9368-B9591CC879BF}">
      <dsp:nvSpPr>
        <dsp:cNvPr id="6" name="圆角矩形 5"/>
        <dsp:cNvSpPr/>
      </dsp:nvSpPr>
      <dsp:spPr bwMode="white">
        <a:xfrm>
          <a:off x="0" y="2877231"/>
          <a:ext cx="7335520" cy="823680"/>
        </a:xfrm>
        <a:prstGeom prst="roundRect">
          <a:avLst/>
        </a:prstGeom>
        <a:solidFill>
          <a:srgbClr val="4472C4">
            <a:lumMod val="75000"/>
          </a:srgbClr>
        </a:solidFill>
        <a:ln w="12700" cap="flat" cmpd="sng" algn="ctr">
          <a:solidFill>
            <a:prstClr val="white">
              <a:hueOff val="0"/>
              <a:satOff val="0"/>
              <a:lumOff val="0"/>
              <a:alphaOff val="0"/>
            </a:prstClr>
          </a:solidFill>
          <a:prstDash val="solid"/>
          <a:miter lim="800000"/>
        </a:ln>
        <a:effectLst/>
      </dsp:spPr>
      <dsp:style>
        <a:lnRef idx="2">
          <a:schemeClr val="lt1"/>
        </a:lnRef>
        <a:fillRef idx="1">
          <a:schemeClr val="accent5"/>
        </a:fillRef>
        <a:effectRef idx="0">
          <a:scrgbClr r="0" g="0" b="0"/>
        </a:effectRef>
        <a:fontRef idx="minor">
          <a:schemeClr val="lt1"/>
        </a:fontRef>
      </dsp:style>
      <dsp:txBody>
        <a:bodyPr vert="horz" wrap="square" lIns="121920" tIns="121920" rIns="121920" bIns="121920" numCol="1" spcCol="1270" anchor="ctr" anchorCtr="0" forceAA="0"/>
        <a:lstStyle>
          <a:lvl1pPr algn="l">
            <a:defRPr sz="4400"/>
          </a:lvl1pPr>
          <a:lvl2pPr marL="285750" indent="-285750" algn="l">
            <a:defRPr sz="3400"/>
          </a:lvl2pPr>
          <a:lvl3pPr marL="571500" indent="-285750" algn="l">
            <a:defRPr sz="3400"/>
          </a:lvl3pPr>
          <a:lvl4pPr marL="857250" indent="-285750" algn="l">
            <a:defRPr sz="3400"/>
          </a:lvl4pPr>
          <a:lvl5pPr marL="1143000" indent="-285750" algn="l">
            <a:defRPr sz="3400"/>
          </a:lvl5pPr>
          <a:lvl6pPr marL="1428750" indent="-285750" algn="l">
            <a:defRPr sz="3400"/>
          </a:lvl6pPr>
          <a:lvl7pPr marL="1714500" indent="-285750" algn="l">
            <a:defRPr sz="3400"/>
          </a:lvl7pPr>
          <a:lvl8pPr marL="2000250" indent="-285750" algn="l">
            <a:defRPr sz="3400"/>
          </a:lvl8pPr>
          <a:lvl9pPr marL="2286000" indent="-285750" algn="l">
            <a:defRPr sz="3400"/>
          </a:lvl9pPr>
        </a:lstStyle>
        <a:p>
          <a:pPr marL="0" lvl="0" indent="0" algn="l" defTabSz="1466850">
            <a:lnSpc>
              <a:spcPct val="90000"/>
            </a:lnSpc>
            <a:spcBef>
              <a:spcPct val="0"/>
            </a:spcBef>
            <a:spcAft>
              <a:spcPct val="35000"/>
            </a:spcAft>
            <a:buNone/>
          </a:pPr>
          <a:r>
            <a:rPr lang="zh-CN" altLang="en-US" sz="3200" b="1" kern="1200" dirty="0">
              <a:solidFill>
                <a:prstClr val="white"/>
              </a:solidFill>
              <a:latin typeface="微软雅黑" panose="020B0503020204020204" pitchFamily="34" charset="-122"/>
              <a:ea typeface="微软雅黑" panose="020B0503020204020204" pitchFamily="34" charset="-122"/>
              <a:cs typeface="+mn-cs"/>
            </a:rPr>
            <a:t>    对换（</a:t>
          </a:r>
          <a:r>
            <a:rPr lang="en-US" altLang="zh-CN" sz="3200" b="1" kern="1200" dirty="0">
              <a:solidFill>
                <a:prstClr val="white"/>
              </a:solidFill>
              <a:latin typeface="微软雅黑" panose="020B0503020204020204" pitchFamily="34" charset="-122"/>
              <a:ea typeface="微软雅黑" panose="020B0503020204020204" pitchFamily="34" charset="-122"/>
              <a:cs typeface="+mn-cs"/>
            </a:rPr>
            <a:t>Swapping</a:t>
          </a:r>
          <a:r>
            <a:rPr lang="zh-CN" altLang="en-US" sz="3200" b="1" kern="1200" dirty="0">
              <a:solidFill>
                <a:prstClr val="white"/>
              </a:solidFill>
              <a:latin typeface="微软雅黑" panose="020B0503020204020204" pitchFamily="34" charset="-122"/>
              <a:ea typeface="微软雅黑" panose="020B0503020204020204" pitchFamily="34" charset="-122"/>
              <a:cs typeface="+mn-cs"/>
            </a:rPr>
            <a:t>）</a:t>
          </a:r>
        </a:p>
      </dsp:txBody>
      <dsp:txXfrm>
        <a:off x="0" y="2877231"/>
        <a:ext cx="7335520" cy="823680"/>
      </dsp:txXfrm>
    </dsp:sp>
    <dsp:sp modelId="{232815BA-619A-4614-9627-2F42AED66E49}">
      <dsp:nvSpPr>
        <dsp:cNvPr id="7" name="圆角矩形 6"/>
        <dsp:cNvSpPr/>
      </dsp:nvSpPr>
      <dsp:spPr bwMode="white">
        <a:xfrm>
          <a:off x="0" y="3827631"/>
          <a:ext cx="7335520" cy="823680"/>
        </a:xfrm>
        <a:prstGeom prst="roundRect">
          <a:avLst/>
        </a:prstGeom>
        <a:solidFill>
          <a:prstClr val="white"/>
        </a:solidFill>
        <a:ln w="12700" cap="flat" cmpd="sng" algn="ctr">
          <a:solidFill>
            <a:srgbClr val="2F5597"/>
          </a:solidFill>
          <a:prstDash val="solid"/>
          <a:miter lim="800000"/>
        </a:ln>
        <a:effectLst/>
      </dsp:spPr>
      <dsp:style>
        <a:lnRef idx="2">
          <a:schemeClr val="lt1"/>
        </a:lnRef>
        <a:fillRef idx="1">
          <a:schemeClr val="accent6"/>
        </a:fillRef>
        <a:effectRef idx="0">
          <a:scrgbClr r="0" g="0" b="0"/>
        </a:effectRef>
        <a:fontRef idx="minor">
          <a:schemeClr val="lt1"/>
        </a:fontRef>
      </dsp:style>
      <dsp:txBody>
        <a:bodyPr vert="horz" wrap="square" lIns="558556" tIns="83820" rIns="83820" bIns="83820" numCol="1" spcCol="1270" anchor="ctr" anchorCtr="0" forceAA="0"/>
        <a:lstStyle>
          <a:lvl1pPr algn="l">
            <a:defRPr sz="4400"/>
          </a:lvl1pPr>
          <a:lvl2pPr marL="285750" indent="-285750" algn="l">
            <a:defRPr sz="3400"/>
          </a:lvl2pPr>
          <a:lvl3pPr marL="571500" indent="-285750" algn="l">
            <a:defRPr sz="3400"/>
          </a:lvl3pPr>
          <a:lvl4pPr marL="857250" indent="-285750" algn="l">
            <a:defRPr sz="3400"/>
          </a:lvl4pPr>
          <a:lvl5pPr marL="1143000" indent="-285750" algn="l">
            <a:defRPr sz="3400"/>
          </a:lvl5pPr>
          <a:lvl6pPr marL="1428750" indent="-285750" algn="l">
            <a:defRPr sz="3400"/>
          </a:lvl6pPr>
          <a:lvl7pPr marL="1714500" indent="-285750" algn="l">
            <a:defRPr sz="3400"/>
          </a:lvl7pPr>
          <a:lvl8pPr marL="2000250" indent="-285750" algn="l">
            <a:defRPr sz="3400"/>
          </a:lvl8pPr>
          <a:lvl9pPr marL="2286000" indent="-285750" algn="l">
            <a:defRPr sz="3400"/>
          </a:lvl9pPr>
        </a:lstStyle>
        <a:p>
          <a:pPr marL="0" lvl="0" indent="0" algn="l" defTabSz="1466850">
            <a:lnSpc>
              <a:spcPct val="90000"/>
            </a:lnSpc>
            <a:spcBef>
              <a:spcPct val="0"/>
            </a:spcBef>
            <a:spcAft>
              <a:spcPct val="35000"/>
            </a:spcAft>
            <a:buNone/>
          </a:pPr>
          <a:r>
            <a:rPr lang="zh-CN" altLang="en-US" sz="3200" b="1" kern="1200" dirty="0">
              <a:solidFill>
                <a:srgbClr val="2F5597"/>
              </a:solidFill>
              <a:latin typeface="微软雅黑" panose="020B0503020204020204" pitchFamily="34" charset="-122"/>
              <a:ea typeface="微软雅黑" panose="020B0503020204020204" pitchFamily="34" charset="-122"/>
              <a:cs typeface="+mn-cs"/>
            </a:rPr>
            <a:t> 分页存储管理方式</a:t>
          </a:r>
        </a:p>
      </dsp:txBody>
      <dsp:txXfrm>
        <a:off x="0" y="3827631"/>
        <a:ext cx="7335520" cy="823680"/>
      </dsp:txXfrm>
    </dsp:sp>
    <dsp:sp modelId="{E0DD0EBA-5357-496A-800C-A32E8C411ACA}">
      <dsp:nvSpPr>
        <dsp:cNvPr id="8" name="圆角矩形 7"/>
        <dsp:cNvSpPr/>
      </dsp:nvSpPr>
      <dsp:spPr bwMode="white">
        <a:xfrm>
          <a:off x="0" y="4778031"/>
          <a:ext cx="7335520" cy="823680"/>
        </a:xfrm>
        <a:prstGeom prst="roundRect">
          <a:avLst/>
        </a:prstGeom>
        <a:solidFill>
          <a:schemeClr val="accent1">
            <a:lumMod val="75000"/>
          </a:schemeClr>
        </a:solidFill>
      </dsp:spPr>
      <dsp:style>
        <a:lnRef idx="2">
          <a:schemeClr val="lt1"/>
        </a:lnRef>
        <a:fillRef idx="1">
          <a:schemeClr val="accent2"/>
        </a:fillRef>
        <a:effectRef idx="0">
          <a:scrgbClr r="0" g="0" b="0"/>
        </a:effectRef>
        <a:fontRef idx="minor">
          <a:schemeClr val="lt1"/>
        </a:fontRef>
      </dsp:style>
      <dsp:txBody>
        <a:bodyPr lIns="121920" tIns="121920" rIns="121920" bIns="121920" anchor="ctr"/>
        <a:lstStyle>
          <a:lvl1pPr algn="l">
            <a:defRPr sz="4400"/>
          </a:lvl1pPr>
          <a:lvl2pPr marL="285750" indent="-285750" algn="l">
            <a:defRPr sz="3400"/>
          </a:lvl2pPr>
          <a:lvl3pPr marL="571500" indent="-285750" algn="l">
            <a:defRPr sz="3400"/>
          </a:lvl3pPr>
          <a:lvl4pPr marL="857250" indent="-285750" algn="l">
            <a:defRPr sz="3400"/>
          </a:lvl4pPr>
          <a:lvl5pPr marL="1143000" indent="-285750" algn="l">
            <a:defRPr sz="3400"/>
          </a:lvl5pPr>
          <a:lvl6pPr marL="1428750" indent="-285750" algn="l">
            <a:defRPr sz="3400"/>
          </a:lvl6pPr>
          <a:lvl7pPr marL="1714500" indent="-285750" algn="l">
            <a:defRPr sz="3400"/>
          </a:lvl7pPr>
          <a:lvl8pPr marL="2000250" indent="-285750" algn="l">
            <a:defRPr sz="3400"/>
          </a:lvl8pPr>
          <a:lvl9pPr marL="2286000" indent="-285750" algn="l">
            <a:defRPr sz="3400"/>
          </a:lvl9pPr>
        </a:lstStyle>
        <a:p>
          <a:pPr marL="0" lvl="0" indent="0" algn="l" defTabSz="1466850">
            <a:lnSpc>
              <a:spcPct val="90000"/>
            </a:lnSpc>
            <a:spcBef>
              <a:spcPct val="0"/>
            </a:spcBef>
            <a:spcAft>
              <a:spcPct val="35000"/>
            </a:spcAft>
            <a:buNone/>
          </a:pPr>
          <a:r>
            <a:rPr lang="zh-CN" altLang="en-US" sz="3200" b="1" kern="1200" dirty="0">
              <a:latin typeface="微软雅黑" panose="020B0503020204020204" pitchFamily="34" charset="-122"/>
              <a:ea typeface="微软雅黑" panose="020B0503020204020204" pitchFamily="34" charset="-122"/>
              <a:cs typeface="+mn-cs"/>
            </a:rPr>
            <a:t>    分段存储管理方式</a:t>
          </a:r>
        </a:p>
      </dsp:txBody>
      <dsp:txXfrm>
        <a:off x="0" y="4778031"/>
        <a:ext cx="7335520" cy="823680"/>
      </dsp:txXfrm>
    </dsp:sp>
  </dsp:spTree>
</dsp:drawing>
</file>

<file path=ppt/diagrams/drawing5.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组合 1"/>
      <dsp:cNvGrpSpPr/>
    </dsp:nvGrpSpPr>
    <dsp:grpSpPr>
      <a:xfrm>
        <a:off x="0" y="0"/>
        <a:ext cx="6486385" cy="4272429"/>
        <a:chOff x="0" y="0"/>
        <a:chExt cx="6486385" cy="4272429"/>
      </a:xfrm>
    </dsp:grpSpPr>
    <dsp:sp modelId="{AA9447A5-91BF-4C3A-B005-3C85857BAD48}">
      <dsp:nvSpPr>
        <dsp:cNvPr id="5" name="矩形 4"/>
        <dsp:cNvSpPr/>
      </dsp:nvSpPr>
      <dsp:spPr bwMode="white">
        <a:xfrm>
          <a:off x="0" y="313354"/>
          <a:ext cx="6486385" cy="478800"/>
        </a:xfrm>
        <a:prstGeom prst="rect">
          <a:avLst/>
        </a:prstGeom>
        <a:solidFill>
          <a:srgbClr val="2F5597"/>
        </a:solidFill>
        <a:ln>
          <a:solidFill>
            <a:srgbClr val="2F5597"/>
          </a:solidFill>
        </a:ln>
      </dsp:spPr>
      <dsp:style>
        <a:lnRef idx="2">
          <a:schemeClr val="accent1"/>
        </a:lnRef>
        <a:fillRef idx="1">
          <a:schemeClr val="lt1">
            <a:alpha val="90000"/>
          </a:schemeClr>
        </a:fillRef>
        <a:effectRef idx="0">
          <a:scrgbClr r="0" g="0" b="0"/>
        </a:effectRef>
        <a:fontRef idx="minor"/>
      </dsp:style>
      <dsp:txBody>
        <a:bodyPr lIns="503415" tIns="395731" rIns="503415" bIns="135128" anchor="t"/>
        <a:lstStyle>
          <a:lvl1pPr algn="l">
            <a:defRPr sz="1900"/>
          </a:lvl1pPr>
          <a:lvl2pPr marL="171450" indent="-171450" algn="l">
            <a:defRPr sz="1900"/>
          </a:lvl2pPr>
          <a:lvl3pPr marL="342900" indent="-171450" algn="l">
            <a:defRPr sz="1900"/>
          </a:lvl3pPr>
          <a:lvl4pPr marL="514350" indent="-171450" algn="l">
            <a:defRPr sz="1900"/>
          </a:lvl4pPr>
          <a:lvl5pPr marL="685800" indent="-171450" algn="l">
            <a:defRPr sz="1900"/>
          </a:lvl5pPr>
          <a:lvl6pPr marL="857250" indent="-171450" algn="l">
            <a:defRPr sz="1900"/>
          </a:lvl6pPr>
          <a:lvl7pPr marL="1028700" indent="-171450" algn="l">
            <a:defRPr sz="1900"/>
          </a:lvl7pPr>
          <a:lvl8pPr marL="1200150" indent="-171450" algn="l">
            <a:defRPr sz="1900"/>
          </a:lvl8pPr>
          <a:lvl9pPr marL="1371600" indent="-171450" algn="l">
            <a:defRPr sz="1900"/>
          </a:lvl9pPr>
        </a:lstStyle>
        <a:p>
          <a:endParaRPr>
            <a:solidFill>
              <a:schemeClr val="dk1"/>
            </a:solidFill>
          </a:endParaRPr>
        </a:p>
      </dsp:txBody>
      <dsp:txXfrm>
        <a:off x="0" y="313354"/>
        <a:ext cx="6486385" cy="478800"/>
      </dsp:txXfrm>
    </dsp:sp>
    <dsp:sp modelId="{2A7184BB-52DB-4C52-8420-130E9E3C13B2}">
      <dsp:nvSpPr>
        <dsp:cNvPr id="4" name="圆角矩形 3"/>
        <dsp:cNvSpPr/>
      </dsp:nvSpPr>
      <dsp:spPr bwMode="white">
        <a:xfrm>
          <a:off x="324319" y="32914"/>
          <a:ext cx="4540469" cy="560880"/>
        </a:xfrm>
        <a:prstGeom prst="roundRect">
          <a:avLst/>
        </a:prstGeom>
        <a:solidFill>
          <a:schemeClr val="bg1"/>
        </a:solidFill>
        <a:ln>
          <a:solidFill>
            <a:srgbClr val="2F5597"/>
          </a:solidFill>
        </a:ln>
      </dsp:spPr>
      <dsp:style>
        <a:lnRef idx="2">
          <a:schemeClr val="lt1"/>
        </a:lnRef>
        <a:fillRef idx="1">
          <a:schemeClr val="accent1"/>
        </a:fillRef>
        <a:effectRef idx="0">
          <a:scrgbClr r="0" g="0" b="0"/>
        </a:effectRef>
        <a:fontRef idx="minor">
          <a:schemeClr val="lt1"/>
        </a:fontRef>
      </dsp:style>
      <dsp:txBody>
        <a:bodyPr lIns="171618" tIns="0" rIns="171618" bIns="0" anchor="ctr"/>
        <a:lstStyle>
          <a:lvl1pPr algn="l">
            <a:defRPr sz="1900"/>
          </a:lvl1pPr>
          <a:lvl2pPr marL="114300" indent="-114300" algn="l">
            <a:defRPr sz="1400"/>
          </a:lvl2pPr>
          <a:lvl3pPr marL="228600" indent="-114300" algn="l">
            <a:defRPr sz="1400"/>
          </a:lvl3pPr>
          <a:lvl4pPr marL="342900" indent="-114300" algn="l">
            <a:defRPr sz="1400"/>
          </a:lvl4pPr>
          <a:lvl5pPr marL="457200" indent="-114300" algn="l">
            <a:defRPr sz="1400"/>
          </a:lvl5pPr>
          <a:lvl6pPr marL="571500" indent="-114300" algn="l">
            <a:defRPr sz="1400"/>
          </a:lvl6pPr>
          <a:lvl7pPr marL="685800" indent="-114300" algn="l">
            <a:defRPr sz="1400"/>
          </a:lvl7pPr>
          <a:lvl8pPr marL="800100" indent="-114300" algn="l">
            <a:defRPr sz="1400"/>
          </a:lvl8pPr>
          <a:lvl9pPr marL="914400" indent="-114300" algn="l">
            <a:defRPr sz="1400"/>
          </a:lvl9pPr>
        </a:lstStyle>
        <a:p>
          <a:pPr lvl="0">
            <a:lnSpc>
              <a:spcPct val="100000"/>
            </a:lnSpc>
            <a:spcBef>
              <a:spcPct val="0"/>
            </a:spcBef>
            <a:spcAft>
              <a:spcPct val="35000"/>
            </a:spcAft>
          </a:pPr>
          <a:r>
            <a:rPr lang="zh-CN" altLang="en-US" sz="2800" b="1" dirty="0">
              <a:solidFill>
                <a:srgbClr val="2F5597"/>
              </a:solidFill>
              <a:latin typeface="微软雅黑" panose="020B0503020204020204" pitchFamily="34" charset="-122"/>
              <a:ea typeface="微软雅黑" panose="020B0503020204020204" pitchFamily="34" charset="-122"/>
            </a:rPr>
            <a:t>分页存储管理的基本方法</a:t>
          </a:r>
        </a:p>
      </dsp:txBody>
      <dsp:txXfrm>
        <a:off x="324319" y="32914"/>
        <a:ext cx="4540469" cy="560880"/>
      </dsp:txXfrm>
    </dsp:sp>
    <dsp:sp modelId="{B98633E7-1255-400C-97DF-142421D4D9FB}">
      <dsp:nvSpPr>
        <dsp:cNvPr id="8" name="矩形 7"/>
        <dsp:cNvSpPr/>
      </dsp:nvSpPr>
      <dsp:spPr bwMode="white">
        <a:xfrm>
          <a:off x="0" y="1175194"/>
          <a:ext cx="6486385" cy="478800"/>
        </a:xfrm>
        <a:prstGeom prst="rect">
          <a:avLst/>
        </a:prstGeom>
        <a:solidFill>
          <a:srgbClr val="2F5597"/>
        </a:solidFill>
        <a:ln w="12700" cap="flat" cmpd="sng" algn="ctr">
          <a:solidFill>
            <a:srgbClr val="2F5597"/>
          </a:solidFill>
          <a:prstDash val="solid"/>
          <a:miter lim="800000"/>
        </a:ln>
        <a:effectLst/>
      </dsp:spPr>
      <dsp:style>
        <a:lnRef idx="2">
          <a:schemeClr val="accent1"/>
        </a:lnRef>
        <a:fillRef idx="1">
          <a:schemeClr val="lt1">
            <a:alpha val="90000"/>
          </a:schemeClr>
        </a:fillRef>
        <a:effectRef idx="0">
          <a:scrgbClr r="0" g="0" b="0"/>
        </a:effectRef>
        <a:fontRef idx="minor"/>
      </dsp:style>
      <dsp:txBody>
        <a:bodyPr lIns="503415" tIns="395731" rIns="503415" bIns="135128" anchor="t"/>
        <a:lstStyle>
          <a:lvl1pPr algn="l">
            <a:defRPr sz="1900"/>
          </a:lvl1pPr>
          <a:lvl2pPr marL="171450" indent="-171450" algn="l">
            <a:defRPr sz="1900"/>
          </a:lvl2pPr>
          <a:lvl3pPr marL="342900" indent="-171450" algn="l">
            <a:defRPr sz="1900"/>
          </a:lvl3pPr>
          <a:lvl4pPr marL="514350" indent="-171450" algn="l">
            <a:defRPr sz="1900"/>
          </a:lvl4pPr>
          <a:lvl5pPr marL="685800" indent="-171450" algn="l">
            <a:defRPr sz="1900"/>
          </a:lvl5pPr>
          <a:lvl6pPr marL="857250" indent="-171450" algn="l">
            <a:defRPr sz="1900"/>
          </a:lvl6pPr>
          <a:lvl7pPr marL="1028700" indent="-171450" algn="l">
            <a:defRPr sz="1900"/>
          </a:lvl7pPr>
          <a:lvl8pPr marL="1200150" indent="-171450" algn="l">
            <a:defRPr sz="1900"/>
          </a:lvl8pPr>
          <a:lvl9pPr marL="1371600" indent="-171450" algn="l">
            <a:defRPr sz="1900"/>
          </a:lvl9pPr>
        </a:lstStyle>
        <a:p>
          <a:endParaRPr>
            <a:solidFill>
              <a:schemeClr val="dk1"/>
            </a:solidFill>
          </a:endParaRPr>
        </a:p>
      </dsp:txBody>
      <dsp:txXfrm>
        <a:off x="0" y="1175194"/>
        <a:ext cx="6486385" cy="478800"/>
      </dsp:txXfrm>
    </dsp:sp>
    <dsp:sp modelId="{32005391-0F6F-4CE7-A63B-C0EB18DC9D39}">
      <dsp:nvSpPr>
        <dsp:cNvPr id="7" name="圆角矩形 6"/>
        <dsp:cNvSpPr/>
      </dsp:nvSpPr>
      <dsp:spPr bwMode="white">
        <a:xfrm>
          <a:off x="324319" y="894754"/>
          <a:ext cx="4540469" cy="560880"/>
        </a:xfrm>
        <a:prstGeom prst="roundRect">
          <a:avLst/>
        </a:prstGeom>
        <a:solidFill>
          <a:schemeClr val="bg1"/>
        </a:solidFill>
        <a:ln>
          <a:solidFill>
            <a:srgbClr val="2F5597"/>
          </a:solidFill>
        </a:ln>
      </dsp:spPr>
      <dsp:style>
        <a:lnRef idx="2">
          <a:schemeClr val="lt1"/>
        </a:lnRef>
        <a:fillRef idx="1">
          <a:schemeClr val="accent1"/>
        </a:fillRef>
        <a:effectRef idx="0">
          <a:scrgbClr r="0" g="0" b="0"/>
        </a:effectRef>
        <a:fontRef idx="minor">
          <a:schemeClr val="lt1"/>
        </a:fontRef>
      </dsp:style>
      <dsp:txBody>
        <a:bodyPr lIns="171618" tIns="0" rIns="171618" bIns="0" anchor="ctr"/>
        <a:lstStyle>
          <a:lvl1pPr algn="l">
            <a:defRPr sz="1900"/>
          </a:lvl1pPr>
          <a:lvl2pPr marL="114300" indent="-114300" algn="l">
            <a:defRPr sz="1400"/>
          </a:lvl2pPr>
          <a:lvl3pPr marL="228600" indent="-114300" algn="l">
            <a:defRPr sz="1400"/>
          </a:lvl3pPr>
          <a:lvl4pPr marL="342900" indent="-114300" algn="l">
            <a:defRPr sz="1400"/>
          </a:lvl4pPr>
          <a:lvl5pPr marL="457200" indent="-114300" algn="l">
            <a:defRPr sz="1400"/>
          </a:lvl5pPr>
          <a:lvl6pPr marL="571500" indent="-114300" algn="l">
            <a:defRPr sz="1400"/>
          </a:lvl6pPr>
          <a:lvl7pPr marL="685800" indent="-114300" algn="l">
            <a:defRPr sz="1400"/>
          </a:lvl7pPr>
          <a:lvl8pPr marL="800100" indent="-114300" algn="l">
            <a:defRPr sz="1400"/>
          </a:lvl8pPr>
          <a:lvl9pPr marL="914400" indent="-114300" algn="l">
            <a:defRPr sz="1400"/>
          </a:lvl9pPr>
        </a:lstStyle>
        <a:p>
          <a:pPr lvl="0">
            <a:lnSpc>
              <a:spcPct val="100000"/>
            </a:lnSpc>
            <a:spcBef>
              <a:spcPct val="0"/>
            </a:spcBef>
            <a:spcAft>
              <a:spcPct val="35000"/>
            </a:spcAft>
          </a:pPr>
          <a:r>
            <a:rPr lang="zh-CN" altLang="en-US" sz="2800" b="1" dirty="0">
              <a:solidFill>
                <a:srgbClr val="2F5597"/>
              </a:solidFill>
              <a:latin typeface="微软雅黑" panose="020B0503020204020204" pitchFamily="34" charset="-122"/>
              <a:ea typeface="微软雅黑" panose="020B0503020204020204" pitchFamily="34" charset="-122"/>
            </a:rPr>
            <a:t>地址变换机构</a:t>
          </a:r>
        </a:p>
      </dsp:txBody>
      <dsp:txXfrm>
        <a:off x="324319" y="894754"/>
        <a:ext cx="4540469" cy="560880"/>
      </dsp:txXfrm>
    </dsp:sp>
    <dsp:sp modelId="{C07C73CB-A80D-4B2A-9F42-2A0041437C51}">
      <dsp:nvSpPr>
        <dsp:cNvPr id="11" name="矩形 10"/>
        <dsp:cNvSpPr/>
      </dsp:nvSpPr>
      <dsp:spPr bwMode="white">
        <a:xfrm>
          <a:off x="0" y="2037034"/>
          <a:ext cx="6486385" cy="478800"/>
        </a:xfrm>
        <a:prstGeom prst="rect">
          <a:avLst/>
        </a:prstGeom>
        <a:solidFill>
          <a:srgbClr val="2F5597"/>
        </a:solidFill>
        <a:ln w="12700" cap="flat" cmpd="sng" algn="ctr">
          <a:solidFill>
            <a:srgbClr val="2F5597"/>
          </a:solidFill>
          <a:prstDash val="solid"/>
          <a:miter lim="800000"/>
        </a:ln>
        <a:effectLst/>
      </dsp:spPr>
      <dsp:style>
        <a:lnRef idx="2">
          <a:schemeClr val="accent1"/>
        </a:lnRef>
        <a:fillRef idx="1">
          <a:schemeClr val="lt1">
            <a:alpha val="90000"/>
          </a:schemeClr>
        </a:fillRef>
        <a:effectRef idx="0">
          <a:scrgbClr r="0" g="0" b="0"/>
        </a:effectRef>
        <a:fontRef idx="minor"/>
      </dsp:style>
      <dsp:txBody>
        <a:bodyPr lIns="503415" tIns="395731" rIns="503415" bIns="135128" anchor="t"/>
        <a:lstStyle>
          <a:lvl1pPr algn="l">
            <a:defRPr sz="1900"/>
          </a:lvl1pPr>
          <a:lvl2pPr marL="171450" indent="-171450" algn="l">
            <a:defRPr sz="1900"/>
          </a:lvl2pPr>
          <a:lvl3pPr marL="342900" indent="-171450" algn="l">
            <a:defRPr sz="1900"/>
          </a:lvl3pPr>
          <a:lvl4pPr marL="514350" indent="-171450" algn="l">
            <a:defRPr sz="1900"/>
          </a:lvl4pPr>
          <a:lvl5pPr marL="685800" indent="-171450" algn="l">
            <a:defRPr sz="1900"/>
          </a:lvl5pPr>
          <a:lvl6pPr marL="857250" indent="-171450" algn="l">
            <a:defRPr sz="1900"/>
          </a:lvl6pPr>
          <a:lvl7pPr marL="1028700" indent="-171450" algn="l">
            <a:defRPr sz="1900"/>
          </a:lvl7pPr>
          <a:lvl8pPr marL="1200150" indent="-171450" algn="l">
            <a:defRPr sz="1900"/>
          </a:lvl8pPr>
          <a:lvl9pPr marL="1371600" indent="-171450" algn="l">
            <a:defRPr sz="1900"/>
          </a:lvl9pPr>
        </a:lstStyle>
        <a:p>
          <a:endParaRPr>
            <a:solidFill>
              <a:schemeClr val="dk1"/>
            </a:solidFill>
          </a:endParaRPr>
        </a:p>
      </dsp:txBody>
      <dsp:txXfrm>
        <a:off x="0" y="2037034"/>
        <a:ext cx="6486385" cy="478800"/>
      </dsp:txXfrm>
    </dsp:sp>
    <dsp:sp modelId="{D5E0838E-2154-41F8-AB95-93327E12EB8F}">
      <dsp:nvSpPr>
        <dsp:cNvPr id="10" name="圆角矩形 9"/>
        <dsp:cNvSpPr/>
      </dsp:nvSpPr>
      <dsp:spPr bwMode="white">
        <a:xfrm>
          <a:off x="324319" y="1756594"/>
          <a:ext cx="4540469" cy="560880"/>
        </a:xfrm>
        <a:prstGeom prst="roundRect">
          <a:avLst/>
        </a:prstGeom>
        <a:solidFill>
          <a:schemeClr val="bg1"/>
        </a:solidFill>
        <a:ln>
          <a:solidFill>
            <a:srgbClr val="2F5597"/>
          </a:solidFill>
        </a:ln>
      </dsp:spPr>
      <dsp:style>
        <a:lnRef idx="2">
          <a:schemeClr val="lt1"/>
        </a:lnRef>
        <a:fillRef idx="1">
          <a:schemeClr val="accent1"/>
        </a:fillRef>
        <a:effectRef idx="0">
          <a:scrgbClr r="0" g="0" b="0"/>
        </a:effectRef>
        <a:fontRef idx="minor">
          <a:schemeClr val="lt1"/>
        </a:fontRef>
      </dsp:style>
      <dsp:txBody>
        <a:bodyPr lIns="171618" tIns="0" rIns="171618" bIns="0" anchor="ctr"/>
        <a:lstStyle>
          <a:lvl1pPr algn="l">
            <a:defRPr sz="1900"/>
          </a:lvl1pPr>
          <a:lvl2pPr marL="114300" indent="-114300" algn="l">
            <a:defRPr sz="1400"/>
          </a:lvl2pPr>
          <a:lvl3pPr marL="228600" indent="-114300" algn="l">
            <a:defRPr sz="1400"/>
          </a:lvl3pPr>
          <a:lvl4pPr marL="342900" indent="-114300" algn="l">
            <a:defRPr sz="1400"/>
          </a:lvl4pPr>
          <a:lvl5pPr marL="457200" indent="-114300" algn="l">
            <a:defRPr sz="1400"/>
          </a:lvl5pPr>
          <a:lvl6pPr marL="571500" indent="-114300" algn="l">
            <a:defRPr sz="1400"/>
          </a:lvl6pPr>
          <a:lvl7pPr marL="685800" indent="-114300" algn="l">
            <a:defRPr sz="1400"/>
          </a:lvl7pPr>
          <a:lvl8pPr marL="800100" indent="-114300" algn="l">
            <a:defRPr sz="1400"/>
          </a:lvl8pPr>
          <a:lvl9pPr marL="914400" indent="-114300" algn="l">
            <a:defRPr sz="1400"/>
          </a:lvl9pPr>
        </a:lstStyle>
        <a:p>
          <a:pPr lvl="0">
            <a:lnSpc>
              <a:spcPct val="100000"/>
            </a:lnSpc>
            <a:spcBef>
              <a:spcPct val="0"/>
            </a:spcBef>
            <a:spcAft>
              <a:spcPct val="35000"/>
            </a:spcAft>
          </a:pPr>
          <a:r>
            <a:rPr lang="zh-CN" altLang="en-US" sz="2800" b="1">
              <a:solidFill>
                <a:srgbClr val="2F5597"/>
              </a:solidFill>
              <a:latin typeface="微软雅黑" panose="020B0503020204020204" pitchFamily="34" charset="-122"/>
              <a:ea typeface="微软雅黑" panose="020B0503020204020204" pitchFamily="34" charset="-122"/>
            </a:rPr>
            <a:t>访问内存的有效时间</a:t>
          </a:r>
          <a:endParaRPr lang="zh-CN" altLang="en-US" sz="2800" b="1" dirty="0">
            <a:solidFill>
              <a:srgbClr val="2F5597"/>
            </a:solidFill>
            <a:latin typeface="微软雅黑" panose="020B0503020204020204" pitchFamily="34" charset="-122"/>
            <a:ea typeface="微软雅黑" panose="020B0503020204020204" pitchFamily="34" charset="-122"/>
          </a:endParaRPr>
        </a:p>
      </dsp:txBody>
      <dsp:txXfrm>
        <a:off x="324319" y="1756594"/>
        <a:ext cx="4540469" cy="560880"/>
      </dsp:txXfrm>
    </dsp:sp>
    <dsp:sp modelId="{2B69653D-4AC1-40A3-890A-3A2E9DAA72F7}">
      <dsp:nvSpPr>
        <dsp:cNvPr id="14" name="矩形 13"/>
        <dsp:cNvSpPr/>
      </dsp:nvSpPr>
      <dsp:spPr bwMode="white">
        <a:xfrm>
          <a:off x="0" y="2898875"/>
          <a:ext cx="6486385" cy="478800"/>
        </a:xfrm>
        <a:prstGeom prst="rect">
          <a:avLst/>
        </a:prstGeom>
        <a:solidFill>
          <a:srgbClr val="2F5597"/>
        </a:solidFill>
        <a:ln w="12700" cap="flat" cmpd="sng" algn="ctr">
          <a:solidFill>
            <a:srgbClr val="2F5597"/>
          </a:solidFill>
          <a:prstDash val="solid"/>
          <a:miter lim="800000"/>
        </a:ln>
        <a:effectLst/>
      </dsp:spPr>
      <dsp:style>
        <a:lnRef idx="2">
          <a:schemeClr val="accent1"/>
        </a:lnRef>
        <a:fillRef idx="1">
          <a:schemeClr val="lt1">
            <a:alpha val="90000"/>
          </a:schemeClr>
        </a:fillRef>
        <a:effectRef idx="0">
          <a:scrgbClr r="0" g="0" b="0"/>
        </a:effectRef>
        <a:fontRef idx="minor"/>
      </dsp:style>
      <dsp:txBody>
        <a:bodyPr lIns="503415" tIns="395731" rIns="503415" bIns="135128" anchor="t"/>
        <a:lstStyle>
          <a:lvl1pPr algn="l">
            <a:defRPr sz="1900"/>
          </a:lvl1pPr>
          <a:lvl2pPr marL="171450" indent="-171450" algn="l">
            <a:defRPr sz="1900"/>
          </a:lvl2pPr>
          <a:lvl3pPr marL="342900" indent="-171450" algn="l">
            <a:defRPr sz="1900"/>
          </a:lvl3pPr>
          <a:lvl4pPr marL="514350" indent="-171450" algn="l">
            <a:defRPr sz="1900"/>
          </a:lvl4pPr>
          <a:lvl5pPr marL="685800" indent="-171450" algn="l">
            <a:defRPr sz="1900"/>
          </a:lvl5pPr>
          <a:lvl6pPr marL="857250" indent="-171450" algn="l">
            <a:defRPr sz="1900"/>
          </a:lvl6pPr>
          <a:lvl7pPr marL="1028700" indent="-171450" algn="l">
            <a:defRPr sz="1900"/>
          </a:lvl7pPr>
          <a:lvl8pPr marL="1200150" indent="-171450" algn="l">
            <a:defRPr sz="1900"/>
          </a:lvl8pPr>
          <a:lvl9pPr marL="1371600" indent="-171450" algn="l">
            <a:defRPr sz="1900"/>
          </a:lvl9pPr>
        </a:lstStyle>
        <a:p>
          <a:endParaRPr>
            <a:solidFill>
              <a:schemeClr val="dk1"/>
            </a:solidFill>
          </a:endParaRPr>
        </a:p>
      </dsp:txBody>
      <dsp:txXfrm>
        <a:off x="0" y="2898875"/>
        <a:ext cx="6486385" cy="478800"/>
      </dsp:txXfrm>
    </dsp:sp>
    <dsp:sp modelId="{D672623D-EBCB-42A1-8643-C1B969BA4323}">
      <dsp:nvSpPr>
        <dsp:cNvPr id="13" name="圆角矩形 12"/>
        <dsp:cNvSpPr/>
      </dsp:nvSpPr>
      <dsp:spPr bwMode="white">
        <a:xfrm>
          <a:off x="324319" y="2618434"/>
          <a:ext cx="4540469" cy="560880"/>
        </a:xfrm>
        <a:prstGeom prst="roundRect">
          <a:avLst/>
        </a:prstGeom>
        <a:solidFill>
          <a:schemeClr val="bg1"/>
        </a:solidFill>
        <a:ln>
          <a:solidFill>
            <a:srgbClr val="2F5597"/>
          </a:solidFill>
        </a:ln>
      </dsp:spPr>
      <dsp:style>
        <a:lnRef idx="2">
          <a:schemeClr val="lt1"/>
        </a:lnRef>
        <a:fillRef idx="1">
          <a:schemeClr val="accent1"/>
        </a:fillRef>
        <a:effectRef idx="0">
          <a:scrgbClr r="0" g="0" b="0"/>
        </a:effectRef>
        <a:fontRef idx="minor">
          <a:schemeClr val="lt1"/>
        </a:fontRef>
      </dsp:style>
      <dsp:txBody>
        <a:bodyPr lIns="171618" tIns="0" rIns="171618" bIns="0" anchor="ctr"/>
        <a:lstStyle>
          <a:lvl1pPr algn="l">
            <a:defRPr sz="1900"/>
          </a:lvl1pPr>
          <a:lvl2pPr marL="114300" indent="-114300" algn="l">
            <a:defRPr sz="1400"/>
          </a:lvl2pPr>
          <a:lvl3pPr marL="228600" indent="-114300" algn="l">
            <a:defRPr sz="1400"/>
          </a:lvl3pPr>
          <a:lvl4pPr marL="342900" indent="-114300" algn="l">
            <a:defRPr sz="1400"/>
          </a:lvl4pPr>
          <a:lvl5pPr marL="457200" indent="-114300" algn="l">
            <a:defRPr sz="1400"/>
          </a:lvl5pPr>
          <a:lvl6pPr marL="571500" indent="-114300" algn="l">
            <a:defRPr sz="1400"/>
          </a:lvl6pPr>
          <a:lvl7pPr marL="685800" indent="-114300" algn="l">
            <a:defRPr sz="1400"/>
          </a:lvl7pPr>
          <a:lvl8pPr marL="800100" indent="-114300" algn="l">
            <a:defRPr sz="1400"/>
          </a:lvl8pPr>
          <a:lvl9pPr marL="914400" indent="-114300" algn="l">
            <a:defRPr sz="1400"/>
          </a:lvl9pPr>
        </a:lstStyle>
        <a:p>
          <a:pPr lvl="0">
            <a:lnSpc>
              <a:spcPct val="100000"/>
            </a:lnSpc>
            <a:spcBef>
              <a:spcPct val="0"/>
            </a:spcBef>
            <a:spcAft>
              <a:spcPct val="35000"/>
            </a:spcAft>
          </a:pPr>
          <a:r>
            <a:rPr lang="zh-CN" altLang="en-US" sz="2800" b="1" dirty="0">
              <a:solidFill>
                <a:srgbClr val="2F5597"/>
              </a:solidFill>
              <a:latin typeface="微软雅黑" panose="020B0503020204020204" pitchFamily="34" charset="-122"/>
              <a:ea typeface="微软雅黑" panose="020B0503020204020204" pitchFamily="34" charset="-122"/>
            </a:rPr>
            <a:t>两级和多级页表</a:t>
          </a:r>
        </a:p>
      </dsp:txBody>
      <dsp:txXfrm>
        <a:off x="324319" y="2618434"/>
        <a:ext cx="4540469" cy="560880"/>
      </dsp:txXfrm>
    </dsp:sp>
    <dsp:sp modelId="{9E1EB1E6-5ED9-4AB8-B433-D5C0B44C69F6}">
      <dsp:nvSpPr>
        <dsp:cNvPr id="17" name="矩形 16"/>
        <dsp:cNvSpPr/>
      </dsp:nvSpPr>
      <dsp:spPr bwMode="white">
        <a:xfrm>
          <a:off x="0" y="3760715"/>
          <a:ext cx="6486385" cy="478800"/>
        </a:xfrm>
        <a:prstGeom prst="rect">
          <a:avLst/>
        </a:prstGeom>
        <a:solidFill>
          <a:srgbClr val="2F5597"/>
        </a:solidFill>
        <a:ln w="12700" cap="flat" cmpd="sng" algn="ctr">
          <a:solidFill>
            <a:srgbClr val="2F5597"/>
          </a:solidFill>
          <a:prstDash val="solid"/>
          <a:miter lim="800000"/>
        </a:ln>
        <a:effectLst/>
      </dsp:spPr>
      <dsp:style>
        <a:lnRef idx="2">
          <a:schemeClr val="accent1"/>
        </a:lnRef>
        <a:fillRef idx="1">
          <a:schemeClr val="lt1">
            <a:alpha val="90000"/>
          </a:schemeClr>
        </a:fillRef>
        <a:effectRef idx="0">
          <a:scrgbClr r="0" g="0" b="0"/>
        </a:effectRef>
        <a:fontRef idx="minor"/>
      </dsp:style>
      <dsp:txBody>
        <a:bodyPr lIns="503415" tIns="395731" rIns="503415" bIns="135128" anchor="t"/>
        <a:lstStyle>
          <a:lvl1pPr algn="l">
            <a:defRPr sz="1900"/>
          </a:lvl1pPr>
          <a:lvl2pPr marL="171450" indent="-171450" algn="l">
            <a:defRPr sz="1900"/>
          </a:lvl2pPr>
          <a:lvl3pPr marL="342900" indent="-171450" algn="l">
            <a:defRPr sz="1900"/>
          </a:lvl3pPr>
          <a:lvl4pPr marL="514350" indent="-171450" algn="l">
            <a:defRPr sz="1900"/>
          </a:lvl4pPr>
          <a:lvl5pPr marL="685800" indent="-171450" algn="l">
            <a:defRPr sz="1900"/>
          </a:lvl5pPr>
          <a:lvl6pPr marL="857250" indent="-171450" algn="l">
            <a:defRPr sz="1900"/>
          </a:lvl6pPr>
          <a:lvl7pPr marL="1028700" indent="-171450" algn="l">
            <a:defRPr sz="1900"/>
          </a:lvl7pPr>
          <a:lvl8pPr marL="1200150" indent="-171450" algn="l">
            <a:defRPr sz="1900"/>
          </a:lvl8pPr>
          <a:lvl9pPr marL="1371600" indent="-171450" algn="l">
            <a:defRPr sz="1900"/>
          </a:lvl9pPr>
        </a:lstStyle>
        <a:p>
          <a:endParaRPr>
            <a:solidFill>
              <a:schemeClr val="dk1"/>
            </a:solidFill>
          </a:endParaRPr>
        </a:p>
      </dsp:txBody>
      <dsp:txXfrm>
        <a:off x="0" y="3760715"/>
        <a:ext cx="6486385" cy="478800"/>
      </dsp:txXfrm>
    </dsp:sp>
    <dsp:sp modelId="{B2262D65-1755-480B-8204-E496876C0509}">
      <dsp:nvSpPr>
        <dsp:cNvPr id="16" name="圆角矩形 15"/>
        <dsp:cNvSpPr/>
      </dsp:nvSpPr>
      <dsp:spPr bwMode="white">
        <a:xfrm>
          <a:off x="324319" y="3480274"/>
          <a:ext cx="4540469" cy="560880"/>
        </a:xfrm>
        <a:prstGeom prst="roundRect">
          <a:avLst/>
        </a:prstGeom>
        <a:solidFill>
          <a:schemeClr val="bg1"/>
        </a:solidFill>
        <a:ln>
          <a:solidFill>
            <a:srgbClr val="2F5597"/>
          </a:solidFill>
        </a:ln>
      </dsp:spPr>
      <dsp:style>
        <a:lnRef idx="2">
          <a:schemeClr val="lt1"/>
        </a:lnRef>
        <a:fillRef idx="1">
          <a:schemeClr val="accent1"/>
        </a:fillRef>
        <a:effectRef idx="0">
          <a:scrgbClr r="0" g="0" b="0"/>
        </a:effectRef>
        <a:fontRef idx="minor">
          <a:schemeClr val="lt1"/>
        </a:fontRef>
      </dsp:style>
      <dsp:txBody>
        <a:bodyPr lIns="171618" tIns="0" rIns="171618" bIns="0" anchor="ctr"/>
        <a:lstStyle>
          <a:lvl1pPr algn="l">
            <a:defRPr sz="1900"/>
          </a:lvl1pPr>
          <a:lvl2pPr marL="114300" indent="-114300" algn="l">
            <a:defRPr sz="1400"/>
          </a:lvl2pPr>
          <a:lvl3pPr marL="228600" indent="-114300" algn="l">
            <a:defRPr sz="1400"/>
          </a:lvl3pPr>
          <a:lvl4pPr marL="342900" indent="-114300" algn="l">
            <a:defRPr sz="1400"/>
          </a:lvl4pPr>
          <a:lvl5pPr marL="457200" indent="-114300" algn="l">
            <a:defRPr sz="1400"/>
          </a:lvl5pPr>
          <a:lvl6pPr marL="571500" indent="-114300" algn="l">
            <a:defRPr sz="1400"/>
          </a:lvl6pPr>
          <a:lvl7pPr marL="685800" indent="-114300" algn="l">
            <a:defRPr sz="1400"/>
          </a:lvl7pPr>
          <a:lvl8pPr marL="800100" indent="-114300" algn="l">
            <a:defRPr sz="1400"/>
          </a:lvl8pPr>
          <a:lvl9pPr marL="914400" indent="-114300" algn="l">
            <a:defRPr sz="1400"/>
          </a:lvl9pPr>
        </a:lstStyle>
        <a:p>
          <a:pPr lvl="0">
            <a:lnSpc>
              <a:spcPct val="100000"/>
            </a:lnSpc>
            <a:spcBef>
              <a:spcPct val="0"/>
            </a:spcBef>
            <a:spcAft>
              <a:spcPct val="35000"/>
            </a:spcAft>
          </a:pPr>
          <a:r>
            <a:rPr lang="zh-CN" altLang="en-US" sz="2800" b="1" dirty="0">
              <a:solidFill>
                <a:srgbClr val="2F5597"/>
              </a:solidFill>
              <a:latin typeface="微软雅黑" panose="020B0503020204020204" pitchFamily="34" charset="-122"/>
              <a:ea typeface="微软雅黑" panose="020B0503020204020204" pitchFamily="34" charset="-122"/>
            </a:rPr>
            <a:t>反置页表</a:t>
          </a:r>
        </a:p>
      </dsp:txBody>
      <dsp:txXfrm>
        <a:off x="324319" y="3480274"/>
        <a:ext cx="4540469" cy="560880"/>
      </dsp:txXfrm>
    </dsp:sp>
    <dsp:sp modelId="{6E4C71DF-12E2-4A1E-AB5A-880743A5BA1C}">
      <dsp:nvSpPr>
        <dsp:cNvPr id="3" name="矩形 2" hidden="1"/>
        <dsp:cNvSpPr/>
      </dsp:nvSpPr>
      <dsp:spPr>
        <a:xfrm>
          <a:off x="0" y="32914"/>
          <a:ext cx="324319" cy="560880"/>
        </a:xfrm>
        <a:prstGeom prst="rect">
          <a:avLst/>
        </a:prstGeom>
      </dsp:spPr>
      <dsp:txXfrm>
        <a:off x="0" y="32914"/>
        <a:ext cx="324319" cy="560880"/>
      </dsp:txXfrm>
    </dsp:sp>
    <dsp:sp modelId="{651E08F0-ABA6-4F03-8E0A-EE693A3E1665}">
      <dsp:nvSpPr>
        <dsp:cNvPr id="6" name="矩形 5" hidden="1"/>
        <dsp:cNvSpPr/>
      </dsp:nvSpPr>
      <dsp:spPr>
        <a:xfrm>
          <a:off x="0" y="894754"/>
          <a:ext cx="324319" cy="560880"/>
        </a:xfrm>
        <a:prstGeom prst="rect">
          <a:avLst/>
        </a:prstGeom>
      </dsp:spPr>
      <dsp:txXfrm>
        <a:off x="0" y="894754"/>
        <a:ext cx="324319" cy="560880"/>
      </dsp:txXfrm>
    </dsp:sp>
    <dsp:sp modelId="{C022F0E2-D138-4B75-906C-74F516094EF6}">
      <dsp:nvSpPr>
        <dsp:cNvPr id="9" name="矩形 8" hidden="1"/>
        <dsp:cNvSpPr/>
      </dsp:nvSpPr>
      <dsp:spPr>
        <a:xfrm>
          <a:off x="0" y="1756594"/>
          <a:ext cx="324319" cy="560880"/>
        </a:xfrm>
        <a:prstGeom prst="rect">
          <a:avLst/>
        </a:prstGeom>
      </dsp:spPr>
      <dsp:txXfrm>
        <a:off x="0" y="1756594"/>
        <a:ext cx="324319" cy="560880"/>
      </dsp:txXfrm>
    </dsp:sp>
    <dsp:sp modelId="{FC3E547F-B7F6-4856-9144-EC974E13785E}">
      <dsp:nvSpPr>
        <dsp:cNvPr id="12" name="矩形 11" hidden="1"/>
        <dsp:cNvSpPr/>
      </dsp:nvSpPr>
      <dsp:spPr>
        <a:xfrm>
          <a:off x="0" y="2618434"/>
          <a:ext cx="324319" cy="560880"/>
        </a:xfrm>
        <a:prstGeom prst="rect">
          <a:avLst/>
        </a:prstGeom>
      </dsp:spPr>
      <dsp:txXfrm>
        <a:off x="0" y="2618434"/>
        <a:ext cx="324319" cy="560880"/>
      </dsp:txXfrm>
    </dsp:sp>
    <dsp:sp modelId="{8F74CD81-A10C-465A-9D2F-09A825F91EB8}">
      <dsp:nvSpPr>
        <dsp:cNvPr id="15" name="矩形 14" hidden="1"/>
        <dsp:cNvSpPr/>
      </dsp:nvSpPr>
      <dsp:spPr>
        <a:xfrm>
          <a:off x="0" y="3480274"/>
          <a:ext cx="324319" cy="560880"/>
        </a:xfrm>
        <a:prstGeom prst="rect">
          <a:avLst/>
        </a:prstGeom>
      </dsp:spPr>
      <dsp:txXfrm>
        <a:off x="0" y="3480274"/>
        <a:ext cx="324319" cy="560880"/>
      </dsp:txXfrm>
    </dsp:sp>
  </dsp:spTree>
</dsp:drawing>
</file>

<file path=ppt/diagrams/drawing6.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组合 1"/>
      <dsp:cNvGrpSpPr/>
    </dsp:nvGrpSpPr>
    <dsp:grpSpPr>
      <a:xfrm>
        <a:off x="0" y="0"/>
        <a:ext cx="7335520" cy="5627742"/>
        <a:chOff x="0" y="0"/>
        <a:chExt cx="7335520" cy="5627742"/>
      </a:xfrm>
    </dsp:grpSpPr>
    <dsp:sp modelId="{D2030072-27AD-406A-84AE-0966EE003465}">
      <dsp:nvSpPr>
        <dsp:cNvPr id="3" name="圆角矩形 2"/>
        <dsp:cNvSpPr/>
      </dsp:nvSpPr>
      <dsp:spPr bwMode="white">
        <a:xfrm>
          <a:off x="0" y="26031"/>
          <a:ext cx="7335520" cy="823680"/>
        </a:xfrm>
        <a:prstGeom prst="roundRect">
          <a:avLst/>
        </a:prstGeom>
        <a:solidFill>
          <a:srgbClr val="4472C4">
            <a:lumMod val="75000"/>
          </a:srgbClr>
        </a:solidFill>
        <a:ln w="12700" cap="flat" cmpd="sng" algn="ctr">
          <a:solidFill>
            <a:prstClr val="white">
              <a:hueOff val="0"/>
              <a:satOff val="0"/>
              <a:lumOff val="0"/>
              <a:alphaOff val="0"/>
            </a:prstClr>
          </a:solidFill>
          <a:prstDash val="solid"/>
          <a:miter lim="800000"/>
        </a:ln>
        <a:effectLst/>
      </dsp:spPr>
      <dsp:style>
        <a:lnRef idx="2">
          <a:schemeClr val="lt1"/>
        </a:lnRef>
        <a:fillRef idx="1">
          <a:schemeClr val="accent2"/>
        </a:fillRef>
        <a:effectRef idx="0">
          <a:scrgbClr r="0" g="0" b="0"/>
        </a:effectRef>
        <a:fontRef idx="minor">
          <a:schemeClr val="lt1"/>
        </a:fontRef>
      </dsp:style>
      <dsp:txBody>
        <a:bodyPr vert="horz" wrap="square" lIns="121920" tIns="121920" rIns="121920" bIns="121920" numCol="1" spcCol="1270" anchor="ctr" anchorCtr="0" forceAA="0"/>
        <a:lstStyle>
          <a:lvl1pPr algn="l">
            <a:defRPr sz="4400"/>
          </a:lvl1pPr>
          <a:lvl2pPr marL="285750" indent="-285750" algn="l">
            <a:defRPr sz="3400"/>
          </a:lvl2pPr>
          <a:lvl3pPr marL="571500" indent="-285750" algn="l">
            <a:defRPr sz="3400"/>
          </a:lvl3pPr>
          <a:lvl4pPr marL="857250" indent="-285750" algn="l">
            <a:defRPr sz="3400"/>
          </a:lvl4pPr>
          <a:lvl5pPr marL="1143000" indent="-285750" algn="l">
            <a:defRPr sz="3400"/>
          </a:lvl5pPr>
          <a:lvl6pPr marL="1428750" indent="-285750" algn="l">
            <a:defRPr sz="3400"/>
          </a:lvl6pPr>
          <a:lvl7pPr marL="1714500" indent="-285750" algn="l">
            <a:defRPr sz="3400"/>
          </a:lvl7pPr>
          <a:lvl8pPr marL="2000250" indent="-285750" algn="l">
            <a:defRPr sz="3400"/>
          </a:lvl8pPr>
          <a:lvl9pPr marL="2286000" indent="-285750" algn="l">
            <a:defRPr sz="3400"/>
          </a:lvl9pPr>
        </a:lstStyle>
        <a:p>
          <a:pPr marL="0" lvl="0" indent="0" algn="l" defTabSz="1466850">
            <a:lnSpc>
              <a:spcPct val="90000"/>
            </a:lnSpc>
            <a:spcBef>
              <a:spcPct val="0"/>
            </a:spcBef>
            <a:spcAft>
              <a:spcPct val="35000"/>
            </a:spcAft>
            <a:buNone/>
          </a:pPr>
          <a:r>
            <a:rPr lang="zh-CN" altLang="en-US" sz="3200" b="1" kern="1200" dirty="0">
              <a:solidFill>
                <a:schemeClr val="bg1"/>
              </a:solidFill>
              <a:latin typeface="微软雅黑" panose="020B0503020204020204" pitchFamily="34" charset="-122"/>
              <a:ea typeface="微软雅黑" panose="020B0503020204020204" pitchFamily="34" charset="-122"/>
              <a:cs typeface="+mn-cs"/>
            </a:rPr>
            <a:t>    存储器的层次结构</a:t>
          </a:r>
        </a:p>
      </dsp:txBody>
      <dsp:txXfrm>
        <a:off x="0" y="26031"/>
        <a:ext cx="7335520" cy="823680"/>
      </dsp:txXfrm>
    </dsp:sp>
    <dsp:sp modelId="{9D955F22-870E-4516-9F36-BFA399447422}">
      <dsp:nvSpPr>
        <dsp:cNvPr id="4" name="圆角矩形 3"/>
        <dsp:cNvSpPr/>
      </dsp:nvSpPr>
      <dsp:spPr bwMode="white">
        <a:xfrm>
          <a:off x="0" y="976431"/>
          <a:ext cx="7335520" cy="823680"/>
        </a:xfrm>
        <a:prstGeom prst="roundRect">
          <a:avLst/>
        </a:prstGeom>
        <a:solidFill>
          <a:srgbClr val="4472C4">
            <a:lumMod val="75000"/>
          </a:srgbClr>
        </a:solidFill>
        <a:ln w="12700" cap="flat" cmpd="sng" algn="ctr">
          <a:solidFill>
            <a:prstClr val="white">
              <a:hueOff val="0"/>
              <a:satOff val="0"/>
              <a:lumOff val="0"/>
              <a:alphaOff val="0"/>
            </a:prstClr>
          </a:solidFill>
          <a:prstDash val="solid"/>
          <a:miter lim="800000"/>
        </a:ln>
        <a:effectLst/>
      </dsp:spPr>
      <dsp:style>
        <a:lnRef idx="2">
          <a:schemeClr val="lt1"/>
        </a:lnRef>
        <a:fillRef idx="1">
          <a:schemeClr val="accent3"/>
        </a:fillRef>
        <a:effectRef idx="0">
          <a:scrgbClr r="0" g="0" b="0"/>
        </a:effectRef>
        <a:fontRef idx="minor">
          <a:schemeClr val="lt1"/>
        </a:fontRef>
      </dsp:style>
      <dsp:txBody>
        <a:bodyPr vert="horz" wrap="square" lIns="121920" tIns="121920" rIns="121920" bIns="121920" numCol="1" spcCol="1270" anchor="ctr" anchorCtr="0" forceAA="0"/>
        <a:lstStyle>
          <a:lvl1pPr algn="l">
            <a:defRPr sz="4400"/>
          </a:lvl1pPr>
          <a:lvl2pPr marL="285750" indent="-285750" algn="l">
            <a:defRPr sz="3400"/>
          </a:lvl2pPr>
          <a:lvl3pPr marL="571500" indent="-285750" algn="l">
            <a:defRPr sz="3400"/>
          </a:lvl3pPr>
          <a:lvl4pPr marL="857250" indent="-285750" algn="l">
            <a:defRPr sz="3400"/>
          </a:lvl4pPr>
          <a:lvl5pPr marL="1143000" indent="-285750" algn="l">
            <a:defRPr sz="3400"/>
          </a:lvl5pPr>
          <a:lvl6pPr marL="1428750" indent="-285750" algn="l">
            <a:defRPr sz="3400"/>
          </a:lvl6pPr>
          <a:lvl7pPr marL="1714500" indent="-285750" algn="l">
            <a:defRPr sz="3400"/>
          </a:lvl7pPr>
          <a:lvl8pPr marL="2000250" indent="-285750" algn="l">
            <a:defRPr sz="3400"/>
          </a:lvl8pPr>
          <a:lvl9pPr marL="2286000" indent="-285750" algn="l">
            <a:defRPr sz="3400"/>
          </a:lvl9pPr>
        </a:lstStyle>
        <a:p>
          <a:pPr marL="0" lvl="0" indent="0" algn="l" defTabSz="1466850">
            <a:lnSpc>
              <a:spcPct val="90000"/>
            </a:lnSpc>
            <a:spcBef>
              <a:spcPct val="0"/>
            </a:spcBef>
            <a:spcAft>
              <a:spcPct val="35000"/>
            </a:spcAft>
            <a:buNone/>
          </a:pPr>
          <a:r>
            <a:rPr lang="zh-CN" altLang="en-US" sz="3200" b="1" kern="1200" dirty="0">
              <a:solidFill>
                <a:prstClr val="white"/>
              </a:solidFill>
              <a:latin typeface="微软雅黑" panose="020B0503020204020204" pitchFamily="34" charset="-122"/>
              <a:ea typeface="微软雅黑" panose="020B0503020204020204" pitchFamily="34" charset="-122"/>
              <a:cs typeface="+mn-cs"/>
            </a:rPr>
            <a:t>    程序的装入和链接</a:t>
          </a:r>
        </a:p>
      </dsp:txBody>
      <dsp:txXfrm>
        <a:off x="0" y="976431"/>
        <a:ext cx="7335520" cy="823680"/>
      </dsp:txXfrm>
    </dsp:sp>
    <dsp:sp modelId="{6F219609-DD04-44CD-8464-34C16D707E20}">
      <dsp:nvSpPr>
        <dsp:cNvPr id="5" name="圆角矩形 4"/>
        <dsp:cNvSpPr/>
      </dsp:nvSpPr>
      <dsp:spPr bwMode="white">
        <a:xfrm>
          <a:off x="0" y="1926831"/>
          <a:ext cx="7335520" cy="823680"/>
        </a:xfrm>
        <a:prstGeom prst="roundRect">
          <a:avLst/>
        </a:prstGeom>
        <a:solidFill>
          <a:srgbClr val="4472C4">
            <a:lumMod val="75000"/>
          </a:srgbClr>
        </a:solidFill>
        <a:ln w="12700" cap="flat" cmpd="sng" algn="ctr">
          <a:solidFill>
            <a:prstClr val="white">
              <a:hueOff val="0"/>
              <a:satOff val="0"/>
              <a:lumOff val="0"/>
              <a:alphaOff val="0"/>
            </a:prstClr>
          </a:solidFill>
          <a:prstDash val="solid"/>
          <a:miter lim="800000"/>
        </a:ln>
        <a:effectLst/>
      </dsp:spPr>
      <dsp:style>
        <a:lnRef idx="2">
          <a:schemeClr val="lt1"/>
        </a:lnRef>
        <a:fillRef idx="1">
          <a:schemeClr val="accent4"/>
        </a:fillRef>
        <a:effectRef idx="0">
          <a:scrgbClr r="0" g="0" b="0"/>
        </a:effectRef>
        <a:fontRef idx="minor">
          <a:schemeClr val="lt1"/>
        </a:fontRef>
      </dsp:style>
      <dsp:txBody>
        <a:bodyPr vert="horz" wrap="square" lIns="121920" tIns="121920" rIns="121920" bIns="121920" numCol="1" spcCol="1270" anchor="ctr" anchorCtr="0" forceAA="0"/>
        <a:lstStyle>
          <a:lvl1pPr algn="l">
            <a:defRPr sz="4400"/>
          </a:lvl1pPr>
          <a:lvl2pPr marL="285750" indent="-285750" algn="l">
            <a:defRPr sz="3400"/>
          </a:lvl2pPr>
          <a:lvl3pPr marL="571500" indent="-285750" algn="l">
            <a:defRPr sz="3400"/>
          </a:lvl3pPr>
          <a:lvl4pPr marL="857250" indent="-285750" algn="l">
            <a:defRPr sz="3400"/>
          </a:lvl4pPr>
          <a:lvl5pPr marL="1143000" indent="-285750" algn="l">
            <a:defRPr sz="3400"/>
          </a:lvl5pPr>
          <a:lvl6pPr marL="1428750" indent="-285750" algn="l">
            <a:defRPr sz="3400"/>
          </a:lvl6pPr>
          <a:lvl7pPr marL="1714500" indent="-285750" algn="l">
            <a:defRPr sz="3400"/>
          </a:lvl7pPr>
          <a:lvl8pPr marL="2000250" indent="-285750" algn="l">
            <a:defRPr sz="3400"/>
          </a:lvl8pPr>
          <a:lvl9pPr marL="2286000" indent="-285750" algn="l">
            <a:defRPr sz="3400"/>
          </a:lvl9pPr>
        </a:lstStyle>
        <a:p>
          <a:pPr marL="0" lvl="0" indent="0" algn="l" defTabSz="1466850">
            <a:lnSpc>
              <a:spcPct val="90000"/>
            </a:lnSpc>
            <a:spcBef>
              <a:spcPct val="0"/>
            </a:spcBef>
            <a:spcAft>
              <a:spcPct val="35000"/>
            </a:spcAft>
            <a:buNone/>
          </a:pPr>
          <a:r>
            <a:rPr lang="zh-CN" altLang="en-US" sz="3200" b="1" kern="1200" dirty="0">
              <a:solidFill>
                <a:schemeClr val="bg1"/>
              </a:solidFill>
              <a:latin typeface="微软雅黑" panose="020B0503020204020204" pitchFamily="34" charset="-122"/>
              <a:ea typeface="微软雅黑" panose="020B0503020204020204" pitchFamily="34" charset="-122"/>
              <a:cs typeface="+mn-cs"/>
            </a:rPr>
            <a:t>    连续分配存储管理方式</a:t>
          </a:r>
        </a:p>
      </dsp:txBody>
      <dsp:txXfrm>
        <a:off x="0" y="1926831"/>
        <a:ext cx="7335520" cy="823680"/>
      </dsp:txXfrm>
    </dsp:sp>
    <dsp:sp modelId="{E55D7849-AFAE-4859-9368-B9591CC879BF}">
      <dsp:nvSpPr>
        <dsp:cNvPr id="6" name="圆角矩形 5"/>
        <dsp:cNvSpPr/>
      </dsp:nvSpPr>
      <dsp:spPr bwMode="white">
        <a:xfrm>
          <a:off x="0" y="2877231"/>
          <a:ext cx="7335520" cy="823680"/>
        </a:xfrm>
        <a:prstGeom prst="roundRect">
          <a:avLst/>
        </a:prstGeom>
        <a:solidFill>
          <a:srgbClr val="4472C4">
            <a:lumMod val="75000"/>
          </a:srgbClr>
        </a:solidFill>
        <a:ln w="12700" cap="flat" cmpd="sng" algn="ctr">
          <a:solidFill>
            <a:prstClr val="white">
              <a:hueOff val="0"/>
              <a:satOff val="0"/>
              <a:lumOff val="0"/>
              <a:alphaOff val="0"/>
            </a:prstClr>
          </a:solidFill>
          <a:prstDash val="solid"/>
          <a:miter lim="800000"/>
        </a:ln>
        <a:effectLst/>
      </dsp:spPr>
      <dsp:style>
        <a:lnRef idx="2">
          <a:schemeClr val="lt1"/>
        </a:lnRef>
        <a:fillRef idx="1">
          <a:schemeClr val="accent5"/>
        </a:fillRef>
        <a:effectRef idx="0">
          <a:scrgbClr r="0" g="0" b="0"/>
        </a:effectRef>
        <a:fontRef idx="minor">
          <a:schemeClr val="lt1"/>
        </a:fontRef>
      </dsp:style>
      <dsp:txBody>
        <a:bodyPr vert="horz" wrap="square" lIns="121920" tIns="121920" rIns="121920" bIns="121920" numCol="1" spcCol="1270" anchor="ctr" anchorCtr="0" forceAA="0"/>
        <a:lstStyle>
          <a:lvl1pPr algn="l">
            <a:defRPr sz="4400"/>
          </a:lvl1pPr>
          <a:lvl2pPr marL="285750" indent="-285750" algn="l">
            <a:defRPr sz="3400"/>
          </a:lvl2pPr>
          <a:lvl3pPr marL="571500" indent="-285750" algn="l">
            <a:defRPr sz="3400"/>
          </a:lvl3pPr>
          <a:lvl4pPr marL="857250" indent="-285750" algn="l">
            <a:defRPr sz="3400"/>
          </a:lvl4pPr>
          <a:lvl5pPr marL="1143000" indent="-285750" algn="l">
            <a:defRPr sz="3400"/>
          </a:lvl5pPr>
          <a:lvl6pPr marL="1428750" indent="-285750" algn="l">
            <a:defRPr sz="3400"/>
          </a:lvl6pPr>
          <a:lvl7pPr marL="1714500" indent="-285750" algn="l">
            <a:defRPr sz="3400"/>
          </a:lvl7pPr>
          <a:lvl8pPr marL="2000250" indent="-285750" algn="l">
            <a:defRPr sz="3400"/>
          </a:lvl8pPr>
          <a:lvl9pPr marL="2286000" indent="-285750" algn="l">
            <a:defRPr sz="3400"/>
          </a:lvl9pPr>
        </a:lstStyle>
        <a:p>
          <a:pPr marL="0" lvl="0" indent="0" algn="l" defTabSz="1466850">
            <a:lnSpc>
              <a:spcPct val="90000"/>
            </a:lnSpc>
            <a:spcBef>
              <a:spcPct val="0"/>
            </a:spcBef>
            <a:spcAft>
              <a:spcPct val="35000"/>
            </a:spcAft>
            <a:buNone/>
          </a:pPr>
          <a:r>
            <a:rPr lang="zh-CN" altLang="en-US" sz="3200" b="1" kern="1200" dirty="0">
              <a:solidFill>
                <a:prstClr val="white"/>
              </a:solidFill>
              <a:latin typeface="微软雅黑" panose="020B0503020204020204" pitchFamily="34" charset="-122"/>
              <a:ea typeface="微软雅黑" panose="020B0503020204020204" pitchFamily="34" charset="-122"/>
              <a:cs typeface="+mn-cs"/>
            </a:rPr>
            <a:t>    对换（</a:t>
          </a:r>
          <a:r>
            <a:rPr lang="en-US" altLang="zh-CN" sz="3200" b="1" kern="1200" dirty="0">
              <a:solidFill>
                <a:prstClr val="white"/>
              </a:solidFill>
              <a:latin typeface="微软雅黑" panose="020B0503020204020204" pitchFamily="34" charset="-122"/>
              <a:ea typeface="微软雅黑" panose="020B0503020204020204" pitchFamily="34" charset="-122"/>
              <a:cs typeface="+mn-cs"/>
            </a:rPr>
            <a:t>Swapping</a:t>
          </a:r>
          <a:r>
            <a:rPr lang="zh-CN" altLang="en-US" sz="3200" b="1" kern="1200" dirty="0">
              <a:solidFill>
                <a:prstClr val="white"/>
              </a:solidFill>
              <a:latin typeface="微软雅黑" panose="020B0503020204020204" pitchFamily="34" charset="-122"/>
              <a:ea typeface="微软雅黑" panose="020B0503020204020204" pitchFamily="34" charset="-122"/>
              <a:cs typeface="+mn-cs"/>
            </a:rPr>
            <a:t>）</a:t>
          </a:r>
        </a:p>
      </dsp:txBody>
      <dsp:txXfrm>
        <a:off x="0" y="2877231"/>
        <a:ext cx="7335520" cy="823680"/>
      </dsp:txXfrm>
    </dsp:sp>
    <dsp:sp modelId="{232815BA-619A-4614-9627-2F42AED66E49}">
      <dsp:nvSpPr>
        <dsp:cNvPr id="7" name="圆角矩形 6"/>
        <dsp:cNvSpPr/>
      </dsp:nvSpPr>
      <dsp:spPr bwMode="white">
        <a:xfrm>
          <a:off x="0" y="3827631"/>
          <a:ext cx="7335520" cy="823680"/>
        </a:xfrm>
        <a:prstGeom prst="roundRect">
          <a:avLst/>
        </a:prstGeom>
        <a:solidFill>
          <a:srgbClr val="4472C4">
            <a:lumMod val="75000"/>
          </a:srgbClr>
        </a:solidFill>
        <a:ln w="12700" cap="flat" cmpd="sng" algn="ctr">
          <a:solidFill>
            <a:prstClr val="white">
              <a:hueOff val="0"/>
              <a:satOff val="0"/>
              <a:lumOff val="0"/>
              <a:alphaOff val="0"/>
            </a:prstClr>
          </a:solidFill>
          <a:prstDash val="solid"/>
          <a:miter lim="800000"/>
        </a:ln>
        <a:effectLst/>
      </dsp:spPr>
      <dsp:style>
        <a:lnRef idx="2">
          <a:schemeClr val="lt1"/>
        </a:lnRef>
        <a:fillRef idx="1">
          <a:schemeClr val="accent6"/>
        </a:fillRef>
        <a:effectRef idx="0">
          <a:scrgbClr r="0" g="0" b="0"/>
        </a:effectRef>
        <a:fontRef idx="minor">
          <a:schemeClr val="lt1"/>
        </a:fontRef>
      </dsp:style>
      <dsp:txBody>
        <a:bodyPr vert="horz" wrap="square" lIns="121920" tIns="121920" rIns="121920" bIns="121920" numCol="1" spcCol="1270" anchor="ctr" anchorCtr="0" forceAA="0"/>
        <a:lstStyle>
          <a:lvl1pPr algn="l">
            <a:defRPr sz="4400"/>
          </a:lvl1pPr>
          <a:lvl2pPr marL="285750" indent="-285750" algn="l">
            <a:defRPr sz="3400"/>
          </a:lvl2pPr>
          <a:lvl3pPr marL="571500" indent="-285750" algn="l">
            <a:defRPr sz="3400"/>
          </a:lvl3pPr>
          <a:lvl4pPr marL="857250" indent="-285750" algn="l">
            <a:defRPr sz="3400"/>
          </a:lvl4pPr>
          <a:lvl5pPr marL="1143000" indent="-285750" algn="l">
            <a:defRPr sz="3400"/>
          </a:lvl5pPr>
          <a:lvl6pPr marL="1428750" indent="-285750" algn="l">
            <a:defRPr sz="3400"/>
          </a:lvl6pPr>
          <a:lvl7pPr marL="1714500" indent="-285750" algn="l">
            <a:defRPr sz="3400"/>
          </a:lvl7pPr>
          <a:lvl8pPr marL="2000250" indent="-285750" algn="l">
            <a:defRPr sz="3400"/>
          </a:lvl8pPr>
          <a:lvl9pPr marL="2286000" indent="-285750" algn="l">
            <a:defRPr sz="3400"/>
          </a:lvl9pPr>
        </a:lstStyle>
        <a:p>
          <a:pPr marL="0" lvl="0" indent="0" algn="l" defTabSz="1466850">
            <a:lnSpc>
              <a:spcPct val="90000"/>
            </a:lnSpc>
            <a:spcBef>
              <a:spcPct val="0"/>
            </a:spcBef>
            <a:spcAft>
              <a:spcPct val="35000"/>
            </a:spcAft>
            <a:buNone/>
          </a:pPr>
          <a:r>
            <a:rPr lang="zh-CN" altLang="en-US" sz="3200" b="1" kern="1200" dirty="0">
              <a:solidFill>
                <a:prstClr val="white"/>
              </a:solidFill>
              <a:latin typeface="微软雅黑" panose="020B0503020204020204" pitchFamily="34" charset="-122"/>
              <a:ea typeface="微软雅黑" panose="020B0503020204020204" pitchFamily="34" charset="-122"/>
              <a:cs typeface="+mn-cs"/>
            </a:rPr>
            <a:t>    分页存储管理方式</a:t>
          </a:r>
        </a:p>
      </dsp:txBody>
      <dsp:txXfrm>
        <a:off x="0" y="3827631"/>
        <a:ext cx="7335520" cy="823680"/>
      </dsp:txXfrm>
    </dsp:sp>
    <dsp:sp modelId="{E0DD0EBA-5357-496A-800C-A32E8C411ACA}">
      <dsp:nvSpPr>
        <dsp:cNvPr id="8" name="圆角矩形 7"/>
        <dsp:cNvSpPr/>
      </dsp:nvSpPr>
      <dsp:spPr bwMode="white">
        <a:xfrm>
          <a:off x="0" y="4778031"/>
          <a:ext cx="7335520" cy="823680"/>
        </a:xfrm>
        <a:prstGeom prst="roundRect">
          <a:avLst/>
        </a:prstGeom>
        <a:solidFill>
          <a:schemeClr val="bg1"/>
        </a:solidFill>
        <a:ln>
          <a:solidFill>
            <a:schemeClr val="accent1"/>
          </a:solidFill>
        </a:ln>
      </dsp:spPr>
      <dsp:style>
        <a:lnRef idx="2">
          <a:schemeClr val="lt1"/>
        </a:lnRef>
        <a:fillRef idx="1">
          <a:schemeClr val="accent2"/>
        </a:fillRef>
        <a:effectRef idx="0">
          <a:scrgbClr r="0" g="0" b="0"/>
        </a:effectRef>
        <a:fontRef idx="minor">
          <a:schemeClr val="lt1"/>
        </a:fontRef>
      </dsp:style>
      <dsp:txBody>
        <a:bodyPr lIns="121920" tIns="121920" rIns="121920" bIns="121920" anchor="ctr"/>
        <a:lstStyle>
          <a:lvl1pPr algn="l">
            <a:defRPr sz="4400"/>
          </a:lvl1pPr>
          <a:lvl2pPr marL="285750" indent="-285750" algn="l">
            <a:defRPr sz="3400"/>
          </a:lvl2pPr>
          <a:lvl3pPr marL="571500" indent="-285750" algn="l">
            <a:defRPr sz="3400"/>
          </a:lvl3pPr>
          <a:lvl4pPr marL="857250" indent="-285750" algn="l">
            <a:defRPr sz="3400"/>
          </a:lvl4pPr>
          <a:lvl5pPr marL="1143000" indent="-285750" algn="l">
            <a:defRPr sz="3400"/>
          </a:lvl5pPr>
          <a:lvl6pPr marL="1428750" indent="-285750" algn="l">
            <a:defRPr sz="3400"/>
          </a:lvl6pPr>
          <a:lvl7pPr marL="1714500" indent="-285750" algn="l">
            <a:defRPr sz="3400"/>
          </a:lvl7pPr>
          <a:lvl8pPr marL="2000250" indent="-285750" algn="l">
            <a:defRPr sz="3400"/>
          </a:lvl8pPr>
          <a:lvl9pPr marL="2286000" indent="-285750" algn="l">
            <a:defRPr sz="3400"/>
          </a:lvl9pPr>
        </a:lstStyle>
        <a:p>
          <a:pPr marL="0" lvl="0" indent="0" algn="l" defTabSz="1466850">
            <a:lnSpc>
              <a:spcPct val="90000"/>
            </a:lnSpc>
            <a:spcBef>
              <a:spcPct val="0"/>
            </a:spcBef>
            <a:spcAft>
              <a:spcPct val="35000"/>
            </a:spcAft>
            <a:buNone/>
          </a:pPr>
          <a:r>
            <a:rPr lang="zh-CN" altLang="en-US" sz="3200" b="1" kern="1200" dirty="0">
              <a:solidFill>
                <a:srgbClr val="2F5597"/>
              </a:solidFill>
              <a:latin typeface="微软雅黑" panose="020B0503020204020204" pitchFamily="34" charset="-122"/>
              <a:ea typeface="微软雅黑" panose="020B0503020204020204" pitchFamily="34" charset="-122"/>
              <a:cs typeface="+mn-cs"/>
            </a:rPr>
            <a:t>    分段存储管理方式</a:t>
          </a:r>
        </a:p>
      </dsp:txBody>
      <dsp:txXfrm>
        <a:off x="0" y="4778031"/>
        <a:ext cx="7335520" cy="823680"/>
      </dsp:txXfrm>
    </dsp:sp>
  </dsp:spTree>
</dsp:drawing>
</file>

<file path=ppt/diagrams/drawing7.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组合 1"/>
      <dsp:cNvGrpSpPr/>
    </dsp:nvGrpSpPr>
    <dsp:grpSpPr>
      <a:xfrm>
        <a:off x="0" y="0"/>
        <a:ext cx="6486385" cy="4272429"/>
        <a:chOff x="0" y="0"/>
        <a:chExt cx="6486385" cy="4272429"/>
      </a:xfrm>
    </dsp:grpSpPr>
    <dsp:sp modelId="{AA9447A5-91BF-4C3A-B005-3C85857BAD48}">
      <dsp:nvSpPr>
        <dsp:cNvPr id="5" name="矩形 4"/>
        <dsp:cNvSpPr/>
      </dsp:nvSpPr>
      <dsp:spPr bwMode="white">
        <a:xfrm>
          <a:off x="0" y="377975"/>
          <a:ext cx="6486385" cy="604800"/>
        </a:xfrm>
        <a:prstGeom prst="rect">
          <a:avLst/>
        </a:prstGeom>
        <a:solidFill>
          <a:srgbClr val="2F5597"/>
        </a:solidFill>
        <a:ln>
          <a:solidFill>
            <a:srgbClr val="2F5597"/>
          </a:solidFill>
        </a:ln>
      </dsp:spPr>
      <dsp:style>
        <a:lnRef idx="2">
          <a:schemeClr val="accent1"/>
        </a:lnRef>
        <a:fillRef idx="1">
          <a:schemeClr val="lt1">
            <a:alpha val="90000"/>
          </a:schemeClr>
        </a:fillRef>
        <a:effectRef idx="0">
          <a:scrgbClr r="0" g="0" b="0"/>
        </a:effectRef>
        <a:fontRef idx="minor"/>
      </dsp:style>
      <dsp:txBody>
        <a:bodyPr lIns="503415" tIns="499872" rIns="503415" bIns="170688" anchor="t"/>
        <a:lstStyle>
          <a:lvl1pPr algn="l">
            <a:defRPr sz="2400"/>
          </a:lvl1pPr>
          <a:lvl2pPr marL="228600" indent="-228600" algn="l">
            <a:defRPr sz="2400"/>
          </a:lvl2pPr>
          <a:lvl3pPr marL="457200" indent="-228600" algn="l">
            <a:defRPr sz="2400"/>
          </a:lvl3pPr>
          <a:lvl4pPr marL="685800" indent="-228600" algn="l">
            <a:defRPr sz="2400"/>
          </a:lvl4pPr>
          <a:lvl5pPr marL="914400" indent="-228600" algn="l">
            <a:defRPr sz="2400"/>
          </a:lvl5pPr>
          <a:lvl6pPr marL="1143000" indent="-228600" algn="l">
            <a:defRPr sz="2400"/>
          </a:lvl6pPr>
          <a:lvl7pPr marL="1371600" indent="-228600" algn="l">
            <a:defRPr sz="2400"/>
          </a:lvl7pPr>
          <a:lvl8pPr marL="1600200" indent="-228600" algn="l">
            <a:defRPr sz="2400"/>
          </a:lvl8pPr>
          <a:lvl9pPr marL="1828800" indent="-228600" algn="l">
            <a:defRPr sz="2400"/>
          </a:lvl9pPr>
        </a:lstStyle>
        <a:p>
          <a:endParaRPr>
            <a:solidFill>
              <a:schemeClr val="dk1"/>
            </a:solidFill>
          </a:endParaRPr>
        </a:p>
      </dsp:txBody>
      <dsp:txXfrm>
        <a:off x="0" y="377975"/>
        <a:ext cx="6486385" cy="604800"/>
      </dsp:txXfrm>
    </dsp:sp>
    <dsp:sp modelId="{2A7184BB-52DB-4C52-8420-130E9E3C13B2}">
      <dsp:nvSpPr>
        <dsp:cNvPr id="4" name="圆角矩形 3"/>
        <dsp:cNvSpPr/>
      </dsp:nvSpPr>
      <dsp:spPr bwMode="white">
        <a:xfrm>
          <a:off x="324319" y="23735"/>
          <a:ext cx="4540469" cy="708480"/>
        </a:xfrm>
        <a:prstGeom prst="roundRect">
          <a:avLst/>
        </a:prstGeom>
        <a:solidFill>
          <a:schemeClr val="bg1"/>
        </a:solidFill>
        <a:ln>
          <a:solidFill>
            <a:srgbClr val="2F5597"/>
          </a:solidFill>
        </a:ln>
      </dsp:spPr>
      <dsp:style>
        <a:lnRef idx="2">
          <a:schemeClr val="lt1"/>
        </a:lnRef>
        <a:fillRef idx="1">
          <a:schemeClr val="accent1"/>
        </a:fillRef>
        <a:effectRef idx="0">
          <a:scrgbClr r="0" g="0" b="0"/>
        </a:effectRef>
        <a:fontRef idx="minor">
          <a:schemeClr val="lt1"/>
        </a:fontRef>
      </dsp:style>
      <dsp:txBody>
        <a:bodyPr lIns="171618" tIns="0" rIns="171618" bIns="0" anchor="ctr"/>
        <a:lstStyle>
          <a:lvl1pPr algn="l">
            <a:defRPr sz="2400"/>
          </a:lvl1pPr>
          <a:lvl2pPr marL="171450" indent="-171450" algn="l">
            <a:defRPr sz="1800"/>
          </a:lvl2pPr>
          <a:lvl3pPr marL="342900" indent="-171450" algn="l">
            <a:defRPr sz="1800"/>
          </a:lvl3pPr>
          <a:lvl4pPr marL="514350" indent="-171450" algn="l">
            <a:defRPr sz="1800"/>
          </a:lvl4pPr>
          <a:lvl5pPr marL="685800" indent="-171450" algn="l">
            <a:defRPr sz="1800"/>
          </a:lvl5pPr>
          <a:lvl6pPr marL="857250" indent="-171450" algn="l">
            <a:defRPr sz="1800"/>
          </a:lvl6pPr>
          <a:lvl7pPr marL="1028700" indent="-171450" algn="l">
            <a:defRPr sz="1800"/>
          </a:lvl7pPr>
          <a:lvl8pPr marL="1200150" indent="-171450" algn="l">
            <a:defRPr sz="1800"/>
          </a:lvl8pPr>
          <a:lvl9pPr marL="1371600" indent="-171450" algn="l">
            <a:defRPr sz="1800"/>
          </a:lvl9pPr>
        </a:lstStyle>
        <a:p>
          <a:pPr lvl="0">
            <a:lnSpc>
              <a:spcPct val="100000"/>
            </a:lnSpc>
            <a:spcBef>
              <a:spcPct val="0"/>
            </a:spcBef>
            <a:spcAft>
              <a:spcPct val="35000"/>
            </a:spcAft>
          </a:pPr>
          <a:r>
            <a:rPr lang="zh-CN" altLang="en-US" sz="2800" b="1" dirty="0">
              <a:solidFill>
                <a:srgbClr val="2F5597"/>
              </a:solidFill>
              <a:latin typeface="微软雅黑" panose="020B0503020204020204" pitchFamily="34" charset="-122"/>
              <a:ea typeface="微软雅黑" panose="020B0503020204020204" pitchFamily="34" charset="-122"/>
            </a:rPr>
            <a:t>分段存储管理方式的引入</a:t>
          </a:r>
        </a:p>
      </dsp:txBody>
      <dsp:txXfrm>
        <a:off x="324319" y="23735"/>
        <a:ext cx="4540469" cy="708480"/>
      </dsp:txXfrm>
    </dsp:sp>
    <dsp:sp modelId="{B98633E7-1255-400C-97DF-142421D4D9FB}">
      <dsp:nvSpPr>
        <dsp:cNvPr id="8" name="矩形 7"/>
        <dsp:cNvSpPr/>
      </dsp:nvSpPr>
      <dsp:spPr bwMode="white">
        <a:xfrm>
          <a:off x="0" y="1466615"/>
          <a:ext cx="6486385" cy="604800"/>
        </a:xfrm>
        <a:prstGeom prst="rect">
          <a:avLst/>
        </a:prstGeom>
        <a:solidFill>
          <a:srgbClr val="2F5597"/>
        </a:solidFill>
        <a:ln w="12700" cap="flat" cmpd="sng" algn="ctr">
          <a:solidFill>
            <a:srgbClr val="2F5597"/>
          </a:solidFill>
          <a:prstDash val="solid"/>
          <a:miter lim="800000"/>
        </a:ln>
        <a:effectLst/>
      </dsp:spPr>
      <dsp:style>
        <a:lnRef idx="2">
          <a:schemeClr val="accent1"/>
        </a:lnRef>
        <a:fillRef idx="1">
          <a:schemeClr val="lt1">
            <a:alpha val="90000"/>
          </a:schemeClr>
        </a:fillRef>
        <a:effectRef idx="0">
          <a:scrgbClr r="0" g="0" b="0"/>
        </a:effectRef>
        <a:fontRef idx="minor"/>
      </dsp:style>
      <dsp:txBody>
        <a:bodyPr lIns="503415" tIns="499872" rIns="503415" bIns="170688" anchor="t"/>
        <a:lstStyle>
          <a:lvl1pPr algn="l">
            <a:defRPr sz="2400"/>
          </a:lvl1pPr>
          <a:lvl2pPr marL="228600" indent="-228600" algn="l">
            <a:defRPr sz="2400"/>
          </a:lvl2pPr>
          <a:lvl3pPr marL="457200" indent="-228600" algn="l">
            <a:defRPr sz="2400"/>
          </a:lvl3pPr>
          <a:lvl4pPr marL="685800" indent="-228600" algn="l">
            <a:defRPr sz="2400"/>
          </a:lvl4pPr>
          <a:lvl5pPr marL="914400" indent="-228600" algn="l">
            <a:defRPr sz="2400"/>
          </a:lvl5pPr>
          <a:lvl6pPr marL="1143000" indent="-228600" algn="l">
            <a:defRPr sz="2400"/>
          </a:lvl6pPr>
          <a:lvl7pPr marL="1371600" indent="-228600" algn="l">
            <a:defRPr sz="2400"/>
          </a:lvl7pPr>
          <a:lvl8pPr marL="1600200" indent="-228600" algn="l">
            <a:defRPr sz="2400"/>
          </a:lvl8pPr>
          <a:lvl9pPr marL="1828800" indent="-228600" algn="l">
            <a:defRPr sz="2400"/>
          </a:lvl9pPr>
        </a:lstStyle>
        <a:p>
          <a:endParaRPr>
            <a:solidFill>
              <a:schemeClr val="dk1"/>
            </a:solidFill>
          </a:endParaRPr>
        </a:p>
      </dsp:txBody>
      <dsp:txXfrm>
        <a:off x="0" y="1466615"/>
        <a:ext cx="6486385" cy="604800"/>
      </dsp:txXfrm>
    </dsp:sp>
    <dsp:sp modelId="{32005391-0F6F-4CE7-A63B-C0EB18DC9D39}">
      <dsp:nvSpPr>
        <dsp:cNvPr id="7" name="圆角矩形 6"/>
        <dsp:cNvSpPr/>
      </dsp:nvSpPr>
      <dsp:spPr bwMode="white">
        <a:xfrm>
          <a:off x="324319" y="1112375"/>
          <a:ext cx="4540469" cy="708480"/>
        </a:xfrm>
        <a:prstGeom prst="roundRect">
          <a:avLst/>
        </a:prstGeom>
        <a:solidFill>
          <a:schemeClr val="bg1"/>
        </a:solidFill>
        <a:ln>
          <a:solidFill>
            <a:srgbClr val="2F5597"/>
          </a:solidFill>
        </a:ln>
      </dsp:spPr>
      <dsp:style>
        <a:lnRef idx="2">
          <a:schemeClr val="lt1"/>
        </a:lnRef>
        <a:fillRef idx="1">
          <a:schemeClr val="accent1"/>
        </a:fillRef>
        <a:effectRef idx="0">
          <a:scrgbClr r="0" g="0" b="0"/>
        </a:effectRef>
        <a:fontRef idx="minor">
          <a:schemeClr val="lt1"/>
        </a:fontRef>
      </dsp:style>
      <dsp:txBody>
        <a:bodyPr lIns="171618" tIns="0" rIns="171618" bIns="0" anchor="ctr"/>
        <a:lstStyle>
          <a:lvl1pPr algn="l">
            <a:defRPr sz="2400"/>
          </a:lvl1pPr>
          <a:lvl2pPr marL="171450" indent="-171450" algn="l">
            <a:defRPr sz="1800"/>
          </a:lvl2pPr>
          <a:lvl3pPr marL="342900" indent="-171450" algn="l">
            <a:defRPr sz="1800"/>
          </a:lvl3pPr>
          <a:lvl4pPr marL="514350" indent="-171450" algn="l">
            <a:defRPr sz="1800"/>
          </a:lvl4pPr>
          <a:lvl5pPr marL="685800" indent="-171450" algn="l">
            <a:defRPr sz="1800"/>
          </a:lvl5pPr>
          <a:lvl6pPr marL="857250" indent="-171450" algn="l">
            <a:defRPr sz="1800"/>
          </a:lvl6pPr>
          <a:lvl7pPr marL="1028700" indent="-171450" algn="l">
            <a:defRPr sz="1800"/>
          </a:lvl7pPr>
          <a:lvl8pPr marL="1200150" indent="-171450" algn="l">
            <a:defRPr sz="1800"/>
          </a:lvl8pPr>
          <a:lvl9pPr marL="1371600" indent="-171450" algn="l">
            <a:defRPr sz="1800"/>
          </a:lvl9pPr>
        </a:lstStyle>
        <a:p>
          <a:pPr lvl="0">
            <a:lnSpc>
              <a:spcPct val="100000"/>
            </a:lnSpc>
            <a:spcBef>
              <a:spcPct val="0"/>
            </a:spcBef>
            <a:spcAft>
              <a:spcPct val="35000"/>
            </a:spcAft>
          </a:pPr>
          <a:r>
            <a:rPr lang="zh-CN" altLang="en-US" sz="2800" b="1" dirty="0">
              <a:solidFill>
                <a:srgbClr val="2F5597"/>
              </a:solidFill>
              <a:latin typeface="微软雅黑" panose="020B0503020204020204" pitchFamily="34" charset="-122"/>
              <a:ea typeface="微软雅黑" panose="020B0503020204020204" pitchFamily="34" charset="-122"/>
            </a:rPr>
            <a:t>分段系统的基本原理</a:t>
          </a:r>
        </a:p>
      </dsp:txBody>
      <dsp:txXfrm>
        <a:off x="324319" y="1112375"/>
        <a:ext cx="4540469" cy="708480"/>
      </dsp:txXfrm>
    </dsp:sp>
    <dsp:sp modelId="{C07C73CB-A80D-4B2A-9F42-2A0041437C51}">
      <dsp:nvSpPr>
        <dsp:cNvPr id="11" name="矩形 10"/>
        <dsp:cNvSpPr/>
      </dsp:nvSpPr>
      <dsp:spPr bwMode="white">
        <a:xfrm>
          <a:off x="0" y="2555255"/>
          <a:ext cx="6486385" cy="604800"/>
        </a:xfrm>
        <a:prstGeom prst="rect">
          <a:avLst/>
        </a:prstGeom>
        <a:solidFill>
          <a:srgbClr val="2F5597"/>
        </a:solidFill>
        <a:ln w="12700" cap="flat" cmpd="sng" algn="ctr">
          <a:solidFill>
            <a:srgbClr val="2F5597"/>
          </a:solidFill>
          <a:prstDash val="solid"/>
          <a:miter lim="800000"/>
        </a:ln>
        <a:effectLst/>
      </dsp:spPr>
      <dsp:style>
        <a:lnRef idx="2">
          <a:schemeClr val="accent1"/>
        </a:lnRef>
        <a:fillRef idx="1">
          <a:schemeClr val="lt1">
            <a:alpha val="90000"/>
          </a:schemeClr>
        </a:fillRef>
        <a:effectRef idx="0">
          <a:scrgbClr r="0" g="0" b="0"/>
        </a:effectRef>
        <a:fontRef idx="minor"/>
      </dsp:style>
      <dsp:txBody>
        <a:bodyPr lIns="503415" tIns="499872" rIns="503415" bIns="170688" anchor="t"/>
        <a:lstStyle>
          <a:lvl1pPr algn="l">
            <a:defRPr sz="2400"/>
          </a:lvl1pPr>
          <a:lvl2pPr marL="228600" indent="-228600" algn="l">
            <a:defRPr sz="2400"/>
          </a:lvl2pPr>
          <a:lvl3pPr marL="457200" indent="-228600" algn="l">
            <a:defRPr sz="2400"/>
          </a:lvl3pPr>
          <a:lvl4pPr marL="685800" indent="-228600" algn="l">
            <a:defRPr sz="2400"/>
          </a:lvl4pPr>
          <a:lvl5pPr marL="914400" indent="-228600" algn="l">
            <a:defRPr sz="2400"/>
          </a:lvl5pPr>
          <a:lvl6pPr marL="1143000" indent="-228600" algn="l">
            <a:defRPr sz="2400"/>
          </a:lvl6pPr>
          <a:lvl7pPr marL="1371600" indent="-228600" algn="l">
            <a:defRPr sz="2400"/>
          </a:lvl7pPr>
          <a:lvl8pPr marL="1600200" indent="-228600" algn="l">
            <a:defRPr sz="2400"/>
          </a:lvl8pPr>
          <a:lvl9pPr marL="1828800" indent="-228600" algn="l">
            <a:defRPr sz="2400"/>
          </a:lvl9pPr>
        </a:lstStyle>
        <a:p>
          <a:endParaRPr>
            <a:solidFill>
              <a:schemeClr val="dk1"/>
            </a:solidFill>
          </a:endParaRPr>
        </a:p>
      </dsp:txBody>
      <dsp:txXfrm>
        <a:off x="0" y="2555255"/>
        <a:ext cx="6486385" cy="604800"/>
      </dsp:txXfrm>
    </dsp:sp>
    <dsp:sp modelId="{D5E0838E-2154-41F8-AB95-93327E12EB8F}">
      <dsp:nvSpPr>
        <dsp:cNvPr id="10" name="圆角矩形 9"/>
        <dsp:cNvSpPr/>
      </dsp:nvSpPr>
      <dsp:spPr bwMode="white">
        <a:xfrm>
          <a:off x="324319" y="2201015"/>
          <a:ext cx="4540469" cy="708480"/>
        </a:xfrm>
        <a:prstGeom prst="roundRect">
          <a:avLst/>
        </a:prstGeom>
        <a:solidFill>
          <a:schemeClr val="bg1"/>
        </a:solidFill>
        <a:ln>
          <a:solidFill>
            <a:srgbClr val="2F5597"/>
          </a:solidFill>
        </a:ln>
      </dsp:spPr>
      <dsp:style>
        <a:lnRef idx="2">
          <a:schemeClr val="lt1"/>
        </a:lnRef>
        <a:fillRef idx="1">
          <a:schemeClr val="accent1"/>
        </a:fillRef>
        <a:effectRef idx="0">
          <a:scrgbClr r="0" g="0" b="0"/>
        </a:effectRef>
        <a:fontRef idx="minor">
          <a:schemeClr val="lt1"/>
        </a:fontRef>
      </dsp:style>
      <dsp:txBody>
        <a:bodyPr lIns="171618" tIns="0" rIns="171618" bIns="0" anchor="ctr"/>
        <a:lstStyle>
          <a:lvl1pPr algn="l">
            <a:defRPr sz="2400"/>
          </a:lvl1pPr>
          <a:lvl2pPr marL="171450" indent="-171450" algn="l">
            <a:defRPr sz="1800"/>
          </a:lvl2pPr>
          <a:lvl3pPr marL="342900" indent="-171450" algn="l">
            <a:defRPr sz="1800"/>
          </a:lvl3pPr>
          <a:lvl4pPr marL="514350" indent="-171450" algn="l">
            <a:defRPr sz="1800"/>
          </a:lvl4pPr>
          <a:lvl5pPr marL="685800" indent="-171450" algn="l">
            <a:defRPr sz="1800"/>
          </a:lvl5pPr>
          <a:lvl6pPr marL="857250" indent="-171450" algn="l">
            <a:defRPr sz="1800"/>
          </a:lvl6pPr>
          <a:lvl7pPr marL="1028700" indent="-171450" algn="l">
            <a:defRPr sz="1800"/>
          </a:lvl7pPr>
          <a:lvl8pPr marL="1200150" indent="-171450" algn="l">
            <a:defRPr sz="1800"/>
          </a:lvl8pPr>
          <a:lvl9pPr marL="1371600" indent="-171450" algn="l">
            <a:defRPr sz="1800"/>
          </a:lvl9pPr>
        </a:lstStyle>
        <a:p>
          <a:pPr lvl="0">
            <a:lnSpc>
              <a:spcPct val="100000"/>
            </a:lnSpc>
            <a:spcBef>
              <a:spcPct val="0"/>
            </a:spcBef>
            <a:spcAft>
              <a:spcPct val="35000"/>
            </a:spcAft>
          </a:pPr>
          <a:r>
            <a:rPr lang="zh-CN" altLang="en-US" sz="2800" b="1" dirty="0">
              <a:solidFill>
                <a:srgbClr val="2F5597"/>
              </a:solidFill>
              <a:latin typeface="微软雅黑" panose="020B0503020204020204" pitchFamily="34" charset="-122"/>
              <a:ea typeface="微软雅黑" panose="020B0503020204020204" pitchFamily="34" charset="-122"/>
            </a:rPr>
            <a:t>信息共享</a:t>
          </a:r>
        </a:p>
      </dsp:txBody>
      <dsp:txXfrm>
        <a:off x="324319" y="2201015"/>
        <a:ext cx="4540469" cy="708480"/>
      </dsp:txXfrm>
    </dsp:sp>
    <dsp:sp modelId="{2B69653D-4AC1-40A3-890A-3A2E9DAA72F7}">
      <dsp:nvSpPr>
        <dsp:cNvPr id="14" name="矩形 13"/>
        <dsp:cNvSpPr/>
      </dsp:nvSpPr>
      <dsp:spPr bwMode="white">
        <a:xfrm>
          <a:off x="0" y="3643895"/>
          <a:ext cx="6486385" cy="604800"/>
        </a:xfrm>
        <a:prstGeom prst="rect">
          <a:avLst/>
        </a:prstGeom>
        <a:solidFill>
          <a:srgbClr val="2F5597"/>
        </a:solidFill>
        <a:ln w="12700" cap="flat" cmpd="sng" algn="ctr">
          <a:solidFill>
            <a:srgbClr val="2F5597"/>
          </a:solidFill>
          <a:prstDash val="solid"/>
          <a:miter lim="800000"/>
        </a:ln>
        <a:effectLst/>
      </dsp:spPr>
      <dsp:style>
        <a:lnRef idx="2">
          <a:schemeClr val="accent1"/>
        </a:lnRef>
        <a:fillRef idx="1">
          <a:schemeClr val="lt1">
            <a:alpha val="90000"/>
          </a:schemeClr>
        </a:fillRef>
        <a:effectRef idx="0">
          <a:scrgbClr r="0" g="0" b="0"/>
        </a:effectRef>
        <a:fontRef idx="minor"/>
      </dsp:style>
      <dsp:txBody>
        <a:bodyPr lIns="503415" tIns="499872" rIns="503415" bIns="170688" anchor="t"/>
        <a:lstStyle>
          <a:lvl1pPr algn="l">
            <a:defRPr sz="2400"/>
          </a:lvl1pPr>
          <a:lvl2pPr marL="228600" indent="-228600" algn="l">
            <a:defRPr sz="2400"/>
          </a:lvl2pPr>
          <a:lvl3pPr marL="457200" indent="-228600" algn="l">
            <a:defRPr sz="2400"/>
          </a:lvl3pPr>
          <a:lvl4pPr marL="685800" indent="-228600" algn="l">
            <a:defRPr sz="2400"/>
          </a:lvl4pPr>
          <a:lvl5pPr marL="914400" indent="-228600" algn="l">
            <a:defRPr sz="2400"/>
          </a:lvl5pPr>
          <a:lvl6pPr marL="1143000" indent="-228600" algn="l">
            <a:defRPr sz="2400"/>
          </a:lvl6pPr>
          <a:lvl7pPr marL="1371600" indent="-228600" algn="l">
            <a:defRPr sz="2400"/>
          </a:lvl7pPr>
          <a:lvl8pPr marL="1600200" indent="-228600" algn="l">
            <a:defRPr sz="2400"/>
          </a:lvl8pPr>
          <a:lvl9pPr marL="1828800" indent="-228600" algn="l">
            <a:defRPr sz="2400"/>
          </a:lvl9pPr>
        </a:lstStyle>
        <a:p>
          <a:endParaRPr>
            <a:solidFill>
              <a:schemeClr val="dk1"/>
            </a:solidFill>
          </a:endParaRPr>
        </a:p>
      </dsp:txBody>
      <dsp:txXfrm>
        <a:off x="0" y="3643895"/>
        <a:ext cx="6486385" cy="604800"/>
      </dsp:txXfrm>
    </dsp:sp>
    <dsp:sp modelId="{D672623D-EBCB-42A1-8643-C1B969BA4323}">
      <dsp:nvSpPr>
        <dsp:cNvPr id="13" name="圆角矩形 12"/>
        <dsp:cNvSpPr/>
      </dsp:nvSpPr>
      <dsp:spPr bwMode="white">
        <a:xfrm>
          <a:off x="324319" y="3289655"/>
          <a:ext cx="4540469" cy="708480"/>
        </a:xfrm>
        <a:prstGeom prst="roundRect">
          <a:avLst/>
        </a:prstGeom>
        <a:solidFill>
          <a:schemeClr val="bg1"/>
        </a:solidFill>
        <a:ln>
          <a:solidFill>
            <a:srgbClr val="2F5597"/>
          </a:solidFill>
        </a:ln>
      </dsp:spPr>
      <dsp:style>
        <a:lnRef idx="2">
          <a:schemeClr val="lt1"/>
        </a:lnRef>
        <a:fillRef idx="1">
          <a:schemeClr val="accent1"/>
        </a:fillRef>
        <a:effectRef idx="0">
          <a:scrgbClr r="0" g="0" b="0"/>
        </a:effectRef>
        <a:fontRef idx="minor">
          <a:schemeClr val="lt1"/>
        </a:fontRef>
      </dsp:style>
      <dsp:txBody>
        <a:bodyPr lIns="171618" tIns="0" rIns="171618" bIns="0" anchor="ctr"/>
        <a:lstStyle>
          <a:lvl1pPr algn="l">
            <a:defRPr sz="2400"/>
          </a:lvl1pPr>
          <a:lvl2pPr marL="171450" indent="-171450" algn="l">
            <a:defRPr sz="1800"/>
          </a:lvl2pPr>
          <a:lvl3pPr marL="342900" indent="-171450" algn="l">
            <a:defRPr sz="1800"/>
          </a:lvl3pPr>
          <a:lvl4pPr marL="514350" indent="-171450" algn="l">
            <a:defRPr sz="1800"/>
          </a:lvl4pPr>
          <a:lvl5pPr marL="685800" indent="-171450" algn="l">
            <a:defRPr sz="1800"/>
          </a:lvl5pPr>
          <a:lvl6pPr marL="857250" indent="-171450" algn="l">
            <a:defRPr sz="1800"/>
          </a:lvl6pPr>
          <a:lvl7pPr marL="1028700" indent="-171450" algn="l">
            <a:defRPr sz="1800"/>
          </a:lvl7pPr>
          <a:lvl8pPr marL="1200150" indent="-171450" algn="l">
            <a:defRPr sz="1800"/>
          </a:lvl8pPr>
          <a:lvl9pPr marL="1371600" indent="-171450" algn="l">
            <a:defRPr sz="1800"/>
          </a:lvl9pPr>
        </a:lstStyle>
        <a:p>
          <a:pPr lvl="0">
            <a:lnSpc>
              <a:spcPct val="100000"/>
            </a:lnSpc>
            <a:spcBef>
              <a:spcPct val="0"/>
            </a:spcBef>
            <a:spcAft>
              <a:spcPct val="35000"/>
            </a:spcAft>
          </a:pPr>
          <a:r>
            <a:rPr lang="zh-CN" altLang="en-US" sz="2800" b="1" dirty="0">
              <a:solidFill>
                <a:srgbClr val="2F5597"/>
              </a:solidFill>
              <a:latin typeface="微软雅黑" panose="020B0503020204020204" pitchFamily="34" charset="-122"/>
              <a:ea typeface="微软雅黑" panose="020B0503020204020204" pitchFamily="34" charset="-122"/>
            </a:rPr>
            <a:t>段页式存储管理方式</a:t>
          </a:r>
        </a:p>
      </dsp:txBody>
      <dsp:txXfrm>
        <a:off x="324319" y="3289655"/>
        <a:ext cx="4540469" cy="708480"/>
      </dsp:txXfrm>
    </dsp:sp>
    <dsp:sp modelId="{6E4C71DF-12E2-4A1E-AB5A-880743A5BA1C}">
      <dsp:nvSpPr>
        <dsp:cNvPr id="3" name="矩形 2" hidden="1"/>
        <dsp:cNvSpPr/>
      </dsp:nvSpPr>
      <dsp:spPr>
        <a:xfrm>
          <a:off x="0" y="23735"/>
          <a:ext cx="324319" cy="708480"/>
        </a:xfrm>
        <a:prstGeom prst="rect">
          <a:avLst/>
        </a:prstGeom>
      </dsp:spPr>
      <dsp:txXfrm>
        <a:off x="0" y="23735"/>
        <a:ext cx="324319" cy="708480"/>
      </dsp:txXfrm>
    </dsp:sp>
    <dsp:sp modelId="{651E08F0-ABA6-4F03-8E0A-EE693A3E1665}">
      <dsp:nvSpPr>
        <dsp:cNvPr id="6" name="矩形 5" hidden="1"/>
        <dsp:cNvSpPr/>
      </dsp:nvSpPr>
      <dsp:spPr>
        <a:xfrm>
          <a:off x="0" y="1112375"/>
          <a:ext cx="324319" cy="708480"/>
        </a:xfrm>
        <a:prstGeom prst="rect">
          <a:avLst/>
        </a:prstGeom>
      </dsp:spPr>
      <dsp:txXfrm>
        <a:off x="0" y="1112375"/>
        <a:ext cx="324319" cy="708480"/>
      </dsp:txXfrm>
    </dsp:sp>
    <dsp:sp modelId="{C022F0E2-D138-4B75-906C-74F516094EF6}">
      <dsp:nvSpPr>
        <dsp:cNvPr id="9" name="矩形 8" hidden="1"/>
        <dsp:cNvSpPr/>
      </dsp:nvSpPr>
      <dsp:spPr>
        <a:xfrm>
          <a:off x="0" y="2201015"/>
          <a:ext cx="324319" cy="708480"/>
        </a:xfrm>
        <a:prstGeom prst="rect">
          <a:avLst/>
        </a:prstGeom>
      </dsp:spPr>
      <dsp:txXfrm>
        <a:off x="0" y="2201015"/>
        <a:ext cx="324319" cy="708480"/>
      </dsp:txXfrm>
    </dsp:sp>
    <dsp:sp modelId="{FC3E547F-B7F6-4856-9144-EC974E13785E}">
      <dsp:nvSpPr>
        <dsp:cNvPr id="12" name="矩形 11" hidden="1"/>
        <dsp:cNvSpPr/>
      </dsp:nvSpPr>
      <dsp:spPr>
        <a:xfrm>
          <a:off x="0" y="3289655"/>
          <a:ext cx="324319" cy="708480"/>
        </a:xfrm>
        <a:prstGeom prst="rect">
          <a:avLst/>
        </a:prstGeom>
      </dsp:spPr>
      <dsp:txXfrm>
        <a:off x="0" y="3289655"/>
        <a:ext cx="324319" cy="708480"/>
      </dsp:txXfrm>
    </dsp:sp>
  </dsp:spTree>
</dsp:drawing>
</file>

<file path=ppt/diagrams/layout1.xml><?xml version="1.0" encoding="utf-8"?>
<dgm:layoutDef xmlns:dgm="http://schemas.openxmlformats.org/drawingml/2006/diagram" xmlns:a="http://schemas.openxmlformats.org/drawingml/2006/main" uniqueId="urn:microsoft.com/office/officeart/2005/8/layout/vList2#3">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rSet qsTypeId="urn:microsoft.com/office/officeart/2005/8/quickstyle/simple5"/>
        </dgm:pt>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lnSpAfChP" val="20"/>
              <dgm:param type="stBulletLvl" val="1"/>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vList2#3">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lnSpAfChP" val="20"/>
              <dgm:param type="stBulletLvl" val="1"/>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rSet qsTypeId="urn:microsoft.com/office/officeart/2005/8/quickstyle/simple5"/>
        </dgm:pt>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nodeHorzAlign" val="l"/>
          <dgm:param type="horzAlign" val="l"/>
        </dgm:alg>
      </dgm:if>
      <dgm:else name="Name2">
        <dgm:alg type="lin">
          <dgm:param type="linDir" val="fromT"/>
          <dgm:param type="vertAlign" val="mid"/>
          <dgm:param type="nodeHorzAlign" val="r"/>
          <dgm:param typ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nodeHorzAlign" val="l"/>
              <dgm:param type="horzAlign" val="l"/>
            </dgm:alg>
          </dgm:if>
          <dgm:else name="Name6">
            <dgm:alg type="lin">
              <dgm:param type="linDir" val="fromR"/>
              <dgm:param type="nodeHorzAlign" val="r"/>
              <dgm:param typ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vList2#3">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lnSpAfChP" val="20"/>
              <dgm:param type="stBulletLvl" val="1"/>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xml><?xml version="1.0" encoding="utf-8"?>
<dgm:layoutDef xmlns:dgm="http://schemas.openxmlformats.org/drawingml/2006/diagram" xmlns:a="http://schemas.openxmlformats.org/drawingml/2006/main" uniqueId="urn:microsoft.com/office/officeart/2005/8/layout/list1#2">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nodeHorzAlign" val="l"/>
          <dgm:param type="horzAlign" val="l"/>
        </dgm:alg>
      </dgm:if>
      <dgm:else name="Name2">
        <dgm:alg type="lin">
          <dgm:param type="linDir" val="fromT"/>
          <dgm:param type="vertAlign" val="mid"/>
          <dgm:param type="nodeHorzAlign" val="r"/>
          <dgm:param typ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nodeHorzAlign" val="l"/>
              <dgm:param type="horzAlign" val="l"/>
            </dgm:alg>
          </dgm:if>
          <dgm:else name="Name6">
            <dgm:alg type="lin">
              <dgm:param type="linDir" val="fromR"/>
              <dgm:param type="nodeHorzAlign" val="r"/>
              <dgm:param typ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vList2#3">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lnSpAfChP" val="20"/>
              <dgm:param type="stBulletLvl" val="1"/>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7.xml><?xml version="1.0" encoding="utf-8"?>
<dgm:layoutDef xmlns:dgm="http://schemas.openxmlformats.org/drawingml/2006/diagram" xmlns:a="http://schemas.openxmlformats.org/drawingml/2006/main" uniqueId="urn:microsoft.com/office/officeart/2005/8/layout/list1#3">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nodeHorzAlign" val="l"/>
          <dgm:param type="horzAlign" val="l"/>
        </dgm:alg>
      </dgm:if>
      <dgm:else name="Name2">
        <dgm:alg type="lin">
          <dgm:param type="linDir" val="fromT"/>
          <dgm:param type="vertAlign" val="mid"/>
          <dgm:param type="nodeHorzAlign" val="r"/>
          <dgm:param typ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nodeHorzAlign" val="l"/>
              <dgm:param type="horzAlign" val="l"/>
            </dgm:alg>
          </dgm:if>
          <dgm:else name="Name6">
            <dgm:alg type="lin">
              <dgm:param type="linDir" val="fromR"/>
              <dgm:param type="nodeHorzAlign" val="r"/>
              <dgm:param typ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9">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9">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9">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2">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9">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3">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rawings/_rels/vmlDrawing1.vml.rels><?xml version="1.0" encoding="UTF-8" standalone="yes"?>
<Relationships xmlns="http://schemas.openxmlformats.org/package/2006/relationships"><Relationship Id="rId1" Type="http://schemas.openxmlformats.org/officeDocument/2006/relationships/image" Target="../media/image14.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5.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6.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20.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6DF79B5-1BE2-4FE8-A7B2-ED5D9FCD834E}"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137D3FE-8A53-474B-A2E1-BB81872D0D6E}"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4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4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4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_rels/notesSlide4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8.xml"/></Relationships>
</file>

<file path=ppt/notesSlides/_rels/notesSlide4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71CCA86-EDB4-4A8E-81D1-FD3C4825D266}"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71CCA86-EDB4-4A8E-81D1-FD3C4825D266}"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71CCA86-EDB4-4A8E-81D1-FD3C4825D266}"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71CCA86-EDB4-4A8E-81D1-FD3C4825D266}"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71CCA86-EDB4-4A8E-81D1-FD3C4825D266}"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1" dirty="0">
                <a:latin typeface="Times New Roman" panose="02020503050405090304" pitchFamily="18" charset="0"/>
                <a:ea typeface="微软雅黑" panose="020B0503020204020204" pitchFamily="34" charset="-122"/>
                <a:cs typeface="Times New Roman" panose="02020503050405090304" pitchFamily="18" charset="0"/>
              </a:rPr>
              <a:t>因为这些对象所需的内存空间是大小相等的。例如，炉温群控系统，就是利用一台计算机去控制多台相同的冶炼炉。 </a:t>
            </a:r>
            <a:endParaRPr lang="zh-CN" altLang="en-US" dirty="0"/>
          </a:p>
        </p:txBody>
      </p:sp>
      <p:sp>
        <p:nvSpPr>
          <p:cNvPr id="4" name="灯片编号占位符 3"/>
          <p:cNvSpPr>
            <a:spLocks noGrp="1"/>
          </p:cNvSpPr>
          <p:nvPr>
            <p:ph type="sldNum" sz="quarter" idx="5"/>
          </p:nvPr>
        </p:nvSpPr>
        <p:spPr/>
        <p:txBody>
          <a:bodyPr/>
          <a:lstStyle/>
          <a:p>
            <a:fld id="{E137D3FE-8A53-474B-A2E1-BB81872D0D6E}"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1" dirty="0">
                <a:latin typeface="Times New Roman" panose="02020503050405090304" pitchFamily="18" charset="0"/>
                <a:ea typeface="微软雅黑" panose="020B0503020204020204" pitchFamily="34" charset="-122"/>
                <a:cs typeface="Times New Roman" panose="02020503050405090304" pitchFamily="18" charset="0"/>
              </a:rPr>
              <a:t>因为这些对象所需的内存空间是大小相等的。例如，炉温群控系统，就是利用一台计算机去控制多台相同的冶炼炉。 </a:t>
            </a:r>
            <a:endParaRPr lang="zh-CN" altLang="en-US" dirty="0"/>
          </a:p>
        </p:txBody>
      </p:sp>
      <p:sp>
        <p:nvSpPr>
          <p:cNvPr id="4" name="灯片编号占位符 3"/>
          <p:cNvSpPr>
            <a:spLocks noGrp="1"/>
          </p:cNvSpPr>
          <p:nvPr>
            <p:ph type="sldNum" sz="quarter" idx="5"/>
          </p:nvPr>
        </p:nvSpPr>
        <p:spPr/>
        <p:txBody>
          <a:bodyPr/>
          <a:lstStyle/>
          <a:p>
            <a:fld id="{E137D3FE-8A53-474B-A2E1-BB81872D0D6E}"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1" dirty="0">
                <a:latin typeface="Times New Roman" panose="02020503050405090304" pitchFamily="18" charset="0"/>
                <a:ea typeface="微软雅黑" panose="020B0503020204020204" pitchFamily="34" charset="-122"/>
                <a:cs typeface="Times New Roman" panose="02020503050405090304" pitchFamily="18" charset="0"/>
              </a:rPr>
              <a:t>因为这些对象所需的内存空间是大小相等的。例如，炉温群控系统，就是利用一台计算机去控制多台相同的冶炼炉。 </a:t>
            </a:r>
            <a:endParaRPr lang="zh-CN" altLang="en-US" dirty="0"/>
          </a:p>
        </p:txBody>
      </p:sp>
      <p:sp>
        <p:nvSpPr>
          <p:cNvPr id="4" name="灯片编号占位符 3"/>
          <p:cNvSpPr>
            <a:spLocks noGrp="1"/>
          </p:cNvSpPr>
          <p:nvPr>
            <p:ph type="sldNum" sz="quarter" idx="5"/>
          </p:nvPr>
        </p:nvSpPr>
        <p:spPr/>
        <p:txBody>
          <a:bodyPr/>
          <a:lstStyle/>
          <a:p>
            <a:fld id="{E137D3FE-8A53-474B-A2E1-BB81872D0D6E}"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1" dirty="0">
                <a:latin typeface="Times New Roman" panose="02020503050405090304" pitchFamily="18" charset="0"/>
                <a:ea typeface="微软雅黑" panose="020B0503020204020204" pitchFamily="34" charset="-122"/>
                <a:cs typeface="Times New Roman" panose="02020503050405090304" pitchFamily="18" charset="0"/>
              </a:rPr>
              <a:t>因为这些对象所需的内存空间是大小相等的。例如，炉温群控系统，就是利用一台计算机去控制多台相同的冶炼炉。 </a:t>
            </a:r>
            <a:endParaRPr lang="zh-CN" altLang="en-US" dirty="0"/>
          </a:p>
        </p:txBody>
      </p:sp>
      <p:sp>
        <p:nvSpPr>
          <p:cNvPr id="4" name="灯片编号占位符 3"/>
          <p:cNvSpPr>
            <a:spLocks noGrp="1"/>
          </p:cNvSpPr>
          <p:nvPr>
            <p:ph type="sldNum" sz="quarter" idx="5"/>
          </p:nvPr>
        </p:nvSpPr>
        <p:spPr/>
        <p:txBody>
          <a:bodyPr/>
          <a:lstStyle/>
          <a:p>
            <a:fld id="{E137D3FE-8A53-474B-A2E1-BB81872D0D6E}" type="slidenum">
              <a:rPr lang="zh-CN" altLang="en-US" smtClean="0"/>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1" dirty="0">
                <a:latin typeface="Times New Roman" panose="02020503050405090304" pitchFamily="18" charset="0"/>
                <a:ea typeface="微软雅黑" panose="020B0503020204020204" pitchFamily="34" charset="-122"/>
                <a:cs typeface="Times New Roman" panose="02020503050405090304" pitchFamily="18" charset="0"/>
              </a:rPr>
              <a:t>因为这些对象所需的内存空间是大小相等的。例如，炉温群控系统，就是利用一台计算机去控制多台相同的冶炼炉。 </a:t>
            </a:r>
            <a:endParaRPr lang="zh-CN" altLang="en-US" dirty="0"/>
          </a:p>
        </p:txBody>
      </p:sp>
      <p:sp>
        <p:nvSpPr>
          <p:cNvPr id="4" name="灯片编号占位符 3"/>
          <p:cNvSpPr>
            <a:spLocks noGrp="1"/>
          </p:cNvSpPr>
          <p:nvPr>
            <p:ph type="sldNum" sz="quarter" idx="5"/>
          </p:nvPr>
        </p:nvSpPr>
        <p:spPr/>
        <p:txBody>
          <a:bodyPr/>
          <a:lstStyle/>
          <a:p>
            <a:fld id="{E137D3FE-8A53-474B-A2E1-BB81872D0D6E}" type="slidenum">
              <a:rPr lang="zh-CN" altLang="en-US" smtClean="0"/>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1" dirty="0">
                <a:latin typeface="Times New Roman" panose="02020503050405090304" pitchFamily="18" charset="0"/>
                <a:ea typeface="微软雅黑" panose="020B0503020204020204" pitchFamily="34" charset="-122"/>
                <a:cs typeface="Times New Roman" panose="02020503050405090304" pitchFamily="18" charset="0"/>
              </a:rPr>
              <a:t>因为这些对象所需的内存空间是大小相等的。例如，炉温群控系统，就是利用一台计算机去控制多台相同的冶炼炉。 </a:t>
            </a:r>
            <a:endParaRPr lang="zh-CN" altLang="en-US" dirty="0"/>
          </a:p>
        </p:txBody>
      </p:sp>
      <p:sp>
        <p:nvSpPr>
          <p:cNvPr id="4" name="灯片编号占位符 3"/>
          <p:cNvSpPr>
            <a:spLocks noGrp="1"/>
          </p:cNvSpPr>
          <p:nvPr>
            <p:ph type="sldNum" sz="quarter" idx="5"/>
          </p:nvPr>
        </p:nvSpPr>
        <p:spPr/>
        <p:txBody>
          <a:bodyPr/>
          <a:lstStyle/>
          <a:p>
            <a:fld id="{E137D3FE-8A53-474B-A2E1-BB81872D0D6E}" type="slidenum">
              <a:rPr lang="zh-CN" altLang="en-US" smtClean="0"/>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1" dirty="0">
                <a:latin typeface="Times New Roman" panose="02020503050405090304" pitchFamily="18" charset="0"/>
                <a:ea typeface="微软雅黑" panose="020B0503020204020204" pitchFamily="34" charset="-122"/>
                <a:cs typeface="Times New Roman" panose="02020503050405090304" pitchFamily="18" charset="0"/>
              </a:rPr>
              <a:t>因为这些对象所需的内存空间是大小相等的。例如，炉温群控系统，就是利用一台计算机去控制多台相同的冶炼炉。 </a:t>
            </a:r>
            <a:endParaRPr lang="zh-CN" altLang="en-US" dirty="0"/>
          </a:p>
        </p:txBody>
      </p:sp>
      <p:sp>
        <p:nvSpPr>
          <p:cNvPr id="4" name="灯片编号占位符 3"/>
          <p:cNvSpPr>
            <a:spLocks noGrp="1"/>
          </p:cNvSpPr>
          <p:nvPr>
            <p:ph type="sldNum" sz="quarter" idx="5"/>
          </p:nvPr>
        </p:nvSpPr>
        <p:spPr/>
        <p:txBody>
          <a:bodyPr/>
          <a:lstStyle/>
          <a:p>
            <a:fld id="{E137D3FE-8A53-474B-A2E1-BB81872D0D6E}" type="slidenum">
              <a:rPr lang="zh-CN" altLang="en-US" smtClean="0"/>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71CCA86-EDB4-4A8E-81D1-FD3C4825D266}" type="slidenum">
              <a:rPr lang="zh-CN" altLang="en-US" smtClean="0"/>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71CCA86-EDB4-4A8E-81D1-FD3C4825D266}" type="slidenum">
              <a:rPr lang="zh-CN" altLang="en-US" smtClean="0"/>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342900" marR="0" lvl="0" indent="-342900" algn="l" defTabSz="914400" rtl="0" eaLnBrk="1" fontAlgn="base" latinLnBrk="0" hangingPunct="1">
              <a:lnSpc>
                <a:spcPct val="100000"/>
              </a:lnSpc>
              <a:spcBef>
                <a:spcPct val="20000"/>
              </a:spcBef>
              <a:spcAft>
                <a:spcPct val="0"/>
              </a:spcAft>
              <a:buClr>
                <a:srgbClr val="CCFF33"/>
              </a:buClr>
              <a:buSzPct val="70000"/>
              <a:buFont typeface="Wingdings" panose="05000000000000000000" pitchFamily="2" charset="2"/>
              <a:buNone/>
              <a:defRPr/>
            </a:pPr>
            <a:r>
              <a:rPr kumimoji="1" lang="zh-CN" altLang="en-US" sz="1200" b="1" i="0" u="none" strike="noStrike" kern="0" cap="none" spc="0" normalizeH="0" baseline="0" noProof="0" dirty="0">
                <a:ln>
                  <a:noFill/>
                </a:ln>
                <a:solidFill>
                  <a:schemeClr val="bg2"/>
                </a:solidFill>
                <a:effectLst/>
                <a:uLnTx/>
                <a:uFillTx/>
                <a:latin typeface="+mn-lt"/>
                <a:ea typeface="+mn-ea"/>
                <a:cs typeface="+mn-cs"/>
              </a:rPr>
              <a:t>离散分配内存方式</a:t>
            </a:r>
            <a:r>
              <a:rPr kumimoji="1" lang="en-US" altLang="zh-CN" sz="1200" b="1" i="0" u="none" strike="noStrike" kern="0" cap="none" spc="0" normalizeH="0" baseline="0" noProof="0" dirty="0">
                <a:ln>
                  <a:noFill/>
                </a:ln>
                <a:solidFill>
                  <a:schemeClr val="bg2"/>
                </a:solidFill>
                <a:effectLst/>
                <a:uLnTx/>
                <a:uFillTx/>
                <a:latin typeface="+mn-lt"/>
                <a:ea typeface="+mn-ea"/>
                <a:cs typeface="+mn-cs"/>
              </a:rPr>
              <a:t>:    </a:t>
            </a:r>
            <a:r>
              <a:rPr kumimoji="1" lang="zh-CN" altLang="en-US" sz="1200" b="1" i="0" u="none" strike="noStrike" kern="0" cap="none" spc="0" normalizeH="0" baseline="0" noProof="0" dirty="0">
                <a:ln>
                  <a:noFill/>
                </a:ln>
                <a:solidFill>
                  <a:schemeClr val="bg2"/>
                </a:solidFill>
                <a:effectLst/>
                <a:uLnTx/>
                <a:uFillTx/>
                <a:latin typeface="+mn-lt"/>
                <a:ea typeface="+mn-ea"/>
                <a:cs typeface="+mn-cs"/>
              </a:rPr>
              <a:t>克服连续分配方式会产生碎片；</a:t>
            </a:r>
            <a:r>
              <a:rPr kumimoji="1" lang="en-US" altLang="zh-CN" sz="1200" b="1" i="0" u="none" strike="noStrike" kern="0" cap="none" spc="0" normalizeH="0" baseline="0" noProof="0" dirty="0">
                <a:ln>
                  <a:noFill/>
                </a:ln>
                <a:solidFill>
                  <a:schemeClr val="bg2"/>
                </a:solidFill>
                <a:effectLst/>
                <a:uLnTx/>
                <a:uFillTx/>
                <a:latin typeface="+mn-lt"/>
                <a:ea typeface="+mn-ea"/>
                <a:cs typeface="+mn-cs"/>
              </a:rPr>
              <a:t>    </a:t>
            </a:r>
            <a:r>
              <a:rPr kumimoji="1" lang="zh-CN" altLang="en-US" sz="1200" b="1" i="0" u="none" strike="noStrike" kern="0" cap="none" spc="0" normalizeH="0" baseline="0" noProof="0" dirty="0">
                <a:ln>
                  <a:noFill/>
                </a:ln>
                <a:solidFill>
                  <a:schemeClr val="bg2"/>
                </a:solidFill>
                <a:effectLst/>
                <a:uLnTx/>
                <a:uFillTx/>
                <a:latin typeface="+mn-lt"/>
                <a:ea typeface="+mn-ea"/>
                <a:cs typeface="+mn-cs"/>
              </a:rPr>
              <a:t>避免紧凑开销太大</a:t>
            </a:r>
            <a:endParaRPr lang="zh-CN" altLang="en-US" dirty="0"/>
          </a:p>
        </p:txBody>
      </p:sp>
      <p:sp>
        <p:nvSpPr>
          <p:cNvPr id="4" name="灯片编号占位符 3"/>
          <p:cNvSpPr>
            <a:spLocks noGrp="1"/>
          </p:cNvSpPr>
          <p:nvPr>
            <p:ph type="sldNum" sz="quarter" idx="5"/>
          </p:nvPr>
        </p:nvSpPr>
        <p:spPr/>
        <p:txBody>
          <a:bodyPr/>
          <a:lstStyle/>
          <a:p>
            <a:fld id="{E137D3FE-8A53-474B-A2E1-BB81872D0D6E}" type="slidenum">
              <a:rPr lang="zh-CN" altLang="en-US" smtClean="0"/>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1" dirty="0">
                <a:latin typeface="Times New Roman" panose="02020503050405090304" pitchFamily="18" charset="0"/>
                <a:ea typeface="微软雅黑" panose="020B0503020204020204" pitchFamily="34" charset="-122"/>
                <a:cs typeface="Times New Roman" panose="02020503050405090304" pitchFamily="18" charset="0"/>
              </a:rPr>
              <a:t>因为这些对象所需的内存空间是大小相等的。例如，炉温群控系统，就是利用一台计算机去控制多台相同的冶炼炉。 </a:t>
            </a:r>
            <a:endParaRPr lang="zh-CN" altLang="en-US" dirty="0"/>
          </a:p>
        </p:txBody>
      </p:sp>
      <p:sp>
        <p:nvSpPr>
          <p:cNvPr id="4" name="灯片编号占位符 3"/>
          <p:cNvSpPr>
            <a:spLocks noGrp="1"/>
          </p:cNvSpPr>
          <p:nvPr>
            <p:ph type="sldNum" sz="quarter" idx="5"/>
          </p:nvPr>
        </p:nvSpPr>
        <p:spPr/>
        <p:txBody>
          <a:bodyPr/>
          <a:lstStyle/>
          <a:p>
            <a:fld id="{E137D3FE-8A53-474B-A2E1-BB81872D0D6E}" type="slidenum">
              <a:rPr lang="zh-CN" altLang="en-US" smtClean="0"/>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457200" lvl="2" indent="0">
              <a:lnSpc>
                <a:spcPct val="150000"/>
              </a:lnSpc>
              <a:spcBef>
                <a:spcPts val="1000"/>
              </a:spcBef>
              <a:buClr>
                <a:srgbClr val="0000FF"/>
              </a:buClr>
              <a:buFont typeface="Wingdings" panose="05000000000000000000" pitchFamily="2" charset="2"/>
              <a:buNone/>
            </a:pP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图中的地址长度为 </a:t>
            </a:r>
            <a:r>
              <a:rPr lang="en-US" altLang="zh-CN" b="1" dirty="0">
                <a:latin typeface="Times New Roman" panose="02020503050405090304" pitchFamily="18" charset="0"/>
                <a:ea typeface="微软雅黑" panose="020B0503020204020204" pitchFamily="34" charset="-122"/>
                <a:cs typeface="Times New Roman" panose="02020503050405090304" pitchFamily="18" charset="0"/>
              </a:rPr>
              <a:t>32 </a:t>
            </a: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位，其中 </a:t>
            </a:r>
            <a:r>
              <a:rPr lang="en-US" altLang="zh-CN" b="1" dirty="0">
                <a:latin typeface="Times New Roman" panose="02020503050405090304" pitchFamily="18" charset="0"/>
                <a:ea typeface="微软雅黑" panose="020B0503020204020204" pitchFamily="34" charset="-122"/>
                <a:cs typeface="Times New Roman" panose="02020503050405090304" pitchFamily="18" charset="0"/>
              </a:rPr>
              <a:t>0</a:t>
            </a: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a:t>
            </a:r>
            <a:r>
              <a:rPr lang="en-US" altLang="zh-CN" b="1" dirty="0">
                <a:latin typeface="Times New Roman" panose="02020503050405090304" pitchFamily="18" charset="0"/>
                <a:ea typeface="微软雅黑" panose="020B0503020204020204" pitchFamily="34" charset="-122"/>
                <a:cs typeface="Times New Roman" panose="02020503050405090304" pitchFamily="18" charset="0"/>
              </a:rPr>
              <a:t>11 </a:t>
            </a: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位为页内地址，即每页的大小为 </a:t>
            </a:r>
            <a:r>
              <a:rPr lang="en-US" altLang="zh-CN" b="1" dirty="0">
                <a:latin typeface="Times New Roman" panose="02020503050405090304" pitchFamily="18" charset="0"/>
                <a:ea typeface="微软雅黑" panose="020B0503020204020204" pitchFamily="34" charset="-122"/>
                <a:cs typeface="Times New Roman" panose="02020503050405090304" pitchFamily="18" charset="0"/>
              </a:rPr>
              <a:t>4 KB</a:t>
            </a: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a:t>
            </a:r>
            <a:r>
              <a:rPr lang="en-US" altLang="zh-CN" b="1" dirty="0">
                <a:latin typeface="Times New Roman" panose="02020503050405090304" pitchFamily="18" charset="0"/>
                <a:ea typeface="微软雅黑" panose="020B0503020204020204" pitchFamily="34" charset="-122"/>
                <a:cs typeface="Times New Roman" panose="02020503050405090304" pitchFamily="18" charset="0"/>
              </a:rPr>
              <a:t>12</a:t>
            </a: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a:t>
            </a:r>
            <a:r>
              <a:rPr lang="en-US" altLang="zh-CN" b="1" dirty="0">
                <a:latin typeface="Times New Roman" panose="02020503050405090304" pitchFamily="18" charset="0"/>
                <a:ea typeface="微软雅黑" panose="020B0503020204020204" pitchFamily="34" charset="-122"/>
                <a:cs typeface="Times New Roman" panose="02020503050405090304" pitchFamily="18" charset="0"/>
              </a:rPr>
              <a:t>31 </a:t>
            </a: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位为页号，地址空间最多允许有 </a:t>
            </a:r>
            <a:r>
              <a:rPr lang="en-US" altLang="zh-CN" b="1" dirty="0">
                <a:latin typeface="Times New Roman" panose="02020503050405090304" pitchFamily="18" charset="0"/>
                <a:ea typeface="微软雅黑" panose="020B0503020204020204" pitchFamily="34" charset="-122"/>
                <a:cs typeface="Times New Roman" panose="02020503050405090304" pitchFamily="18" charset="0"/>
              </a:rPr>
              <a:t>1 M </a:t>
            </a: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页。</a:t>
            </a:r>
            <a:endParaRPr lang="en-US" altLang="zh-CN" b="1" dirty="0">
              <a:latin typeface="Times New Roman" panose="02020503050405090304" pitchFamily="18" charset="0"/>
              <a:ea typeface="微软雅黑" panose="020B0503020204020204" pitchFamily="34" charset="-122"/>
              <a:cs typeface="Times New Roman" panose="02020503050405090304" pitchFamily="18" charset="0"/>
            </a:endParaRPr>
          </a:p>
          <a:p>
            <a:pPr marL="457200" marR="0" lvl="2" indent="0" algn="l" defTabSz="914400" rtl="0" eaLnBrk="1" fontAlgn="auto" latinLnBrk="0" hangingPunct="1">
              <a:lnSpc>
                <a:spcPct val="150000"/>
              </a:lnSpc>
              <a:spcBef>
                <a:spcPts val="1000"/>
              </a:spcBef>
              <a:spcAft>
                <a:spcPts val="0"/>
              </a:spcAft>
              <a:buClr>
                <a:srgbClr val="0000FF"/>
              </a:buClr>
              <a:buSzTx/>
              <a:buFont typeface="Wingdings" panose="05000000000000000000" pitchFamily="2" charset="2"/>
              <a:buNone/>
              <a:defRPr/>
            </a:pPr>
            <a:r>
              <a:rPr lang="en-US" altLang="zh-CN" b="1" dirty="0">
                <a:latin typeface="Times New Roman" panose="02020503050405090304" pitchFamily="18" charset="0"/>
                <a:ea typeface="微软雅黑" panose="020B0503020204020204" pitchFamily="34" charset="-122"/>
                <a:cs typeface="Times New Roman" panose="02020503050405090304" pitchFamily="18" charset="0"/>
              </a:rPr>
              <a:t>A</a:t>
            </a: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a:t>
            </a:r>
            <a:r>
              <a:rPr lang="en-US" altLang="zh-CN" b="1" dirty="0">
                <a:latin typeface="Times New Roman" panose="02020503050405090304" pitchFamily="18" charset="0"/>
                <a:ea typeface="微软雅黑" panose="020B0503020204020204" pitchFamily="34" charset="-122"/>
                <a:cs typeface="Times New Roman" panose="02020503050405090304" pitchFamily="18" charset="0"/>
              </a:rPr>
              <a:t>2170B</a:t>
            </a: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，则</a:t>
            </a:r>
            <a:r>
              <a:rPr lang="en-US" altLang="zh-CN" b="1" dirty="0">
                <a:latin typeface="Times New Roman" panose="02020503050405090304" pitchFamily="18" charset="0"/>
                <a:ea typeface="微软雅黑" panose="020B0503020204020204" pitchFamily="34" charset="-122"/>
                <a:cs typeface="Times New Roman" panose="02020503050405090304" pitchFamily="18" charset="0"/>
              </a:rPr>
              <a:t>P</a:t>
            </a: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a:t>
            </a:r>
            <a:r>
              <a:rPr lang="en-US" altLang="zh-CN" b="1" dirty="0">
                <a:latin typeface="Times New Roman" panose="02020503050405090304" pitchFamily="18" charset="0"/>
                <a:ea typeface="微软雅黑" panose="020B0503020204020204" pitchFamily="34" charset="-122"/>
                <a:cs typeface="Times New Roman" panose="02020503050405090304" pitchFamily="18" charset="0"/>
              </a:rPr>
              <a:t>2</a:t>
            </a: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a:t>
            </a:r>
            <a:r>
              <a:rPr lang="en-US" altLang="zh-CN" b="1" dirty="0">
                <a:latin typeface="Times New Roman" panose="02020503050405090304" pitchFamily="18" charset="0"/>
                <a:ea typeface="微软雅黑" panose="020B0503020204020204" pitchFamily="34" charset="-122"/>
                <a:cs typeface="Times New Roman" panose="02020503050405090304" pitchFamily="18" charset="0"/>
              </a:rPr>
              <a:t>d</a:t>
            </a: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a:t>
            </a:r>
            <a:r>
              <a:rPr lang="en-US" altLang="zh-CN" b="1" dirty="0">
                <a:latin typeface="Times New Roman" panose="02020503050405090304" pitchFamily="18" charset="0"/>
                <a:ea typeface="微软雅黑" panose="020B0503020204020204" pitchFamily="34" charset="-122"/>
                <a:cs typeface="Times New Roman" panose="02020503050405090304" pitchFamily="18" charset="0"/>
              </a:rPr>
              <a:t>122 </a:t>
            </a:r>
            <a:endParaRPr lang="en-US" altLang="zh-CN" b="1" dirty="0">
              <a:latin typeface="Times New Roman" panose="02020503050405090304" pitchFamily="18" charset="0"/>
              <a:ea typeface="微软雅黑" panose="020B0503020204020204" pitchFamily="34" charset="-122"/>
              <a:cs typeface="Times New Roman" panose="02020503050405090304" pitchFamily="18" charset="0"/>
            </a:endParaRPr>
          </a:p>
          <a:p>
            <a:pPr marL="457200" lvl="2" indent="0">
              <a:lnSpc>
                <a:spcPct val="150000"/>
              </a:lnSpc>
              <a:spcBef>
                <a:spcPts val="1000"/>
              </a:spcBef>
              <a:buClr>
                <a:srgbClr val="0000FF"/>
              </a:buClr>
              <a:buFont typeface="Wingdings" panose="05000000000000000000" pitchFamily="2" charset="2"/>
              <a:buNone/>
            </a:pPr>
            <a:endParaRPr lang="zh-CN" altLang="en-US" b="1" dirty="0">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4" name="灯片编号占位符 3"/>
          <p:cNvSpPr>
            <a:spLocks noGrp="1"/>
          </p:cNvSpPr>
          <p:nvPr>
            <p:ph type="sldNum" sz="quarter" idx="5"/>
          </p:nvPr>
        </p:nvSpPr>
        <p:spPr/>
        <p:txBody>
          <a:bodyPr/>
          <a:lstStyle/>
          <a:p>
            <a:fld id="{E137D3FE-8A53-474B-A2E1-BB81872D0D6E}" type="slidenum">
              <a:rPr lang="zh-CN" altLang="en-US" smtClean="0"/>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457200" lvl="2" indent="0">
              <a:lnSpc>
                <a:spcPct val="150000"/>
              </a:lnSpc>
              <a:spcBef>
                <a:spcPts val="1000"/>
              </a:spcBef>
              <a:buClr>
                <a:srgbClr val="0000FF"/>
              </a:buClr>
              <a:buFont typeface="Wingdings" panose="05000000000000000000" pitchFamily="2" charset="2"/>
              <a:buNone/>
            </a:pP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图中的地址长度为 </a:t>
            </a:r>
            <a:r>
              <a:rPr lang="en-US" altLang="zh-CN" b="1" dirty="0">
                <a:latin typeface="Times New Roman" panose="02020503050405090304" pitchFamily="18" charset="0"/>
                <a:ea typeface="微软雅黑" panose="020B0503020204020204" pitchFamily="34" charset="-122"/>
                <a:cs typeface="Times New Roman" panose="02020503050405090304" pitchFamily="18" charset="0"/>
              </a:rPr>
              <a:t>32 </a:t>
            </a: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位，其中 </a:t>
            </a:r>
            <a:r>
              <a:rPr lang="en-US" altLang="zh-CN" b="1" dirty="0">
                <a:latin typeface="Times New Roman" panose="02020503050405090304" pitchFamily="18" charset="0"/>
                <a:ea typeface="微软雅黑" panose="020B0503020204020204" pitchFamily="34" charset="-122"/>
                <a:cs typeface="Times New Roman" panose="02020503050405090304" pitchFamily="18" charset="0"/>
              </a:rPr>
              <a:t>0</a:t>
            </a: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a:t>
            </a:r>
            <a:r>
              <a:rPr lang="en-US" altLang="zh-CN" b="1" dirty="0">
                <a:latin typeface="Times New Roman" panose="02020503050405090304" pitchFamily="18" charset="0"/>
                <a:ea typeface="微软雅黑" panose="020B0503020204020204" pitchFamily="34" charset="-122"/>
                <a:cs typeface="Times New Roman" panose="02020503050405090304" pitchFamily="18" charset="0"/>
              </a:rPr>
              <a:t>11 </a:t>
            </a: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位为页内地址，即每页的大小为 </a:t>
            </a:r>
            <a:r>
              <a:rPr lang="en-US" altLang="zh-CN" b="1" dirty="0">
                <a:latin typeface="Times New Roman" panose="02020503050405090304" pitchFamily="18" charset="0"/>
                <a:ea typeface="微软雅黑" panose="020B0503020204020204" pitchFamily="34" charset="-122"/>
                <a:cs typeface="Times New Roman" panose="02020503050405090304" pitchFamily="18" charset="0"/>
              </a:rPr>
              <a:t>4 KB</a:t>
            </a: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a:t>
            </a:r>
            <a:r>
              <a:rPr lang="en-US" altLang="zh-CN" b="1" dirty="0">
                <a:latin typeface="Times New Roman" panose="02020503050405090304" pitchFamily="18" charset="0"/>
                <a:ea typeface="微软雅黑" panose="020B0503020204020204" pitchFamily="34" charset="-122"/>
                <a:cs typeface="Times New Roman" panose="02020503050405090304" pitchFamily="18" charset="0"/>
              </a:rPr>
              <a:t>12</a:t>
            </a: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a:t>
            </a:r>
            <a:r>
              <a:rPr lang="en-US" altLang="zh-CN" b="1" dirty="0">
                <a:latin typeface="Times New Roman" panose="02020503050405090304" pitchFamily="18" charset="0"/>
                <a:ea typeface="微软雅黑" panose="020B0503020204020204" pitchFamily="34" charset="-122"/>
                <a:cs typeface="Times New Roman" panose="02020503050405090304" pitchFamily="18" charset="0"/>
              </a:rPr>
              <a:t>31 </a:t>
            </a: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位为页号，地址空间最多允许有 </a:t>
            </a:r>
            <a:r>
              <a:rPr lang="en-US" altLang="zh-CN" b="1" dirty="0">
                <a:latin typeface="Times New Roman" panose="02020503050405090304" pitchFamily="18" charset="0"/>
                <a:ea typeface="微软雅黑" panose="020B0503020204020204" pitchFamily="34" charset="-122"/>
                <a:cs typeface="Times New Roman" panose="02020503050405090304" pitchFamily="18" charset="0"/>
              </a:rPr>
              <a:t>1 M </a:t>
            </a: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页。</a:t>
            </a:r>
            <a:endParaRPr lang="en-US" altLang="zh-CN" b="1" dirty="0">
              <a:latin typeface="Times New Roman" panose="02020503050405090304" pitchFamily="18" charset="0"/>
              <a:ea typeface="微软雅黑" panose="020B0503020204020204" pitchFamily="34" charset="-122"/>
              <a:cs typeface="Times New Roman" panose="02020503050405090304" pitchFamily="18" charset="0"/>
            </a:endParaRPr>
          </a:p>
          <a:p>
            <a:pPr marL="457200" marR="0" lvl="2" indent="0" algn="l" defTabSz="914400" rtl="0" eaLnBrk="1" fontAlgn="auto" latinLnBrk="0" hangingPunct="1">
              <a:lnSpc>
                <a:spcPct val="150000"/>
              </a:lnSpc>
              <a:spcBef>
                <a:spcPts val="1000"/>
              </a:spcBef>
              <a:spcAft>
                <a:spcPts val="0"/>
              </a:spcAft>
              <a:buClr>
                <a:srgbClr val="0000FF"/>
              </a:buClr>
              <a:buSzTx/>
              <a:buFont typeface="Wingdings" panose="05000000000000000000" pitchFamily="2" charset="2"/>
              <a:buNone/>
              <a:defRPr/>
            </a:pPr>
            <a:r>
              <a:rPr lang="en-US" altLang="zh-CN" b="1" dirty="0">
                <a:latin typeface="Times New Roman" panose="02020503050405090304" pitchFamily="18" charset="0"/>
                <a:ea typeface="微软雅黑" panose="020B0503020204020204" pitchFamily="34" charset="-122"/>
                <a:cs typeface="Times New Roman" panose="02020503050405090304" pitchFamily="18" charset="0"/>
              </a:rPr>
              <a:t>A</a:t>
            </a: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a:t>
            </a:r>
            <a:r>
              <a:rPr lang="en-US" altLang="zh-CN" b="1" dirty="0">
                <a:latin typeface="Times New Roman" panose="02020503050405090304" pitchFamily="18" charset="0"/>
                <a:ea typeface="微软雅黑" panose="020B0503020204020204" pitchFamily="34" charset="-122"/>
                <a:cs typeface="Times New Roman" panose="02020503050405090304" pitchFamily="18" charset="0"/>
              </a:rPr>
              <a:t>2170B</a:t>
            </a: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a:t>
            </a:r>
            <a:r>
              <a:rPr lang="en-US" altLang="zh-CN" b="1" dirty="0">
                <a:latin typeface="Times New Roman" panose="02020503050405090304" pitchFamily="18" charset="0"/>
                <a:ea typeface="微软雅黑" panose="020B0503020204020204" pitchFamily="34" charset="-122"/>
                <a:cs typeface="Times New Roman" panose="02020503050405090304" pitchFamily="18" charset="0"/>
              </a:rPr>
              <a:t>L=1KB, </a:t>
            </a: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则</a:t>
            </a:r>
            <a:r>
              <a:rPr lang="en-US" altLang="zh-CN" b="1" dirty="0">
                <a:latin typeface="Times New Roman" panose="02020503050405090304" pitchFamily="18" charset="0"/>
                <a:ea typeface="微软雅黑" panose="020B0503020204020204" pitchFamily="34" charset="-122"/>
                <a:cs typeface="Times New Roman" panose="02020503050405090304" pitchFamily="18" charset="0"/>
              </a:rPr>
              <a:t>P</a:t>
            </a: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a:t>
            </a:r>
            <a:r>
              <a:rPr lang="en-US" altLang="zh-CN" b="1" dirty="0">
                <a:latin typeface="Times New Roman" panose="02020503050405090304" pitchFamily="18" charset="0"/>
                <a:ea typeface="微软雅黑" panose="020B0503020204020204" pitchFamily="34" charset="-122"/>
                <a:cs typeface="Times New Roman" panose="02020503050405090304" pitchFamily="18" charset="0"/>
              </a:rPr>
              <a:t>2</a:t>
            </a: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a:t>
            </a:r>
            <a:r>
              <a:rPr lang="en-US" altLang="zh-CN" b="1" dirty="0">
                <a:latin typeface="Times New Roman" panose="02020503050405090304" pitchFamily="18" charset="0"/>
                <a:ea typeface="微软雅黑" panose="020B0503020204020204" pitchFamily="34" charset="-122"/>
                <a:cs typeface="Times New Roman" panose="02020503050405090304" pitchFamily="18" charset="0"/>
              </a:rPr>
              <a:t>d</a:t>
            </a: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a:t>
            </a:r>
            <a:r>
              <a:rPr lang="en-US" altLang="zh-CN" b="1" dirty="0">
                <a:latin typeface="Times New Roman" panose="02020503050405090304" pitchFamily="18" charset="0"/>
                <a:ea typeface="微软雅黑" panose="020B0503020204020204" pitchFamily="34" charset="-122"/>
                <a:cs typeface="Times New Roman" panose="02020503050405090304" pitchFamily="18" charset="0"/>
              </a:rPr>
              <a:t>122 </a:t>
            </a:r>
            <a:endParaRPr lang="en-US" altLang="zh-CN" b="1" dirty="0">
              <a:latin typeface="Times New Roman" panose="02020503050405090304" pitchFamily="18" charset="0"/>
              <a:ea typeface="微软雅黑" panose="020B0503020204020204" pitchFamily="34" charset="-122"/>
              <a:cs typeface="Times New Roman" panose="02020503050405090304" pitchFamily="18" charset="0"/>
            </a:endParaRPr>
          </a:p>
          <a:p>
            <a:pPr marL="457200" lvl="2" indent="0">
              <a:lnSpc>
                <a:spcPct val="150000"/>
              </a:lnSpc>
              <a:spcBef>
                <a:spcPts val="1000"/>
              </a:spcBef>
              <a:buClr>
                <a:srgbClr val="0000FF"/>
              </a:buClr>
              <a:buFont typeface="Wingdings" panose="05000000000000000000" pitchFamily="2" charset="2"/>
              <a:buNone/>
            </a:pPr>
            <a:endParaRPr lang="zh-CN" altLang="en-US" b="1" dirty="0">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4" name="灯片编号占位符 3"/>
          <p:cNvSpPr>
            <a:spLocks noGrp="1"/>
          </p:cNvSpPr>
          <p:nvPr>
            <p:ph type="sldNum" sz="quarter" idx="5"/>
          </p:nvPr>
        </p:nvSpPr>
        <p:spPr/>
        <p:txBody>
          <a:bodyPr/>
          <a:lstStyle/>
          <a:p>
            <a:fld id="{E137D3FE-8A53-474B-A2E1-BB81872D0D6E}" type="slidenum">
              <a:rPr lang="zh-CN" altLang="en-US" smtClean="0"/>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457200" lvl="2" indent="0">
              <a:lnSpc>
                <a:spcPct val="150000"/>
              </a:lnSpc>
              <a:spcBef>
                <a:spcPts val="1000"/>
              </a:spcBef>
              <a:buClr>
                <a:srgbClr val="0000FF"/>
              </a:buClr>
              <a:buFont typeface="Wingdings" panose="05000000000000000000" pitchFamily="2" charset="2"/>
              <a:buNone/>
            </a:pP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图中的地址长度为 </a:t>
            </a:r>
            <a:r>
              <a:rPr lang="en-US" altLang="zh-CN" b="1" dirty="0">
                <a:latin typeface="Times New Roman" panose="02020503050405090304" pitchFamily="18" charset="0"/>
                <a:ea typeface="微软雅黑" panose="020B0503020204020204" pitchFamily="34" charset="-122"/>
                <a:cs typeface="Times New Roman" panose="02020503050405090304" pitchFamily="18" charset="0"/>
              </a:rPr>
              <a:t>32 </a:t>
            </a: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位，其中 </a:t>
            </a:r>
            <a:r>
              <a:rPr lang="en-US" altLang="zh-CN" b="1" dirty="0">
                <a:latin typeface="Times New Roman" panose="02020503050405090304" pitchFamily="18" charset="0"/>
                <a:ea typeface="微软雅黑" panose="020B0503020204020204" pitchFamily="34" charset="-122"/>
                <a:cs typeface="Times New Roman" panose="02020503050405090304" pitchFamily="18" charset="0"/>
              </a:rPr>
              <a:t>0</a:t>
            </a: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a:t>
            </a:r>
            <a:r>
              <a:rPr lang="en-US" altLang="zh-CN" b="1" dirty="0">
                <a:latin typeface="Times New Roman" panose="02020503050405090304" pitchFamily="18" charset="0"/>
                <a:ea typeface="微软雅黑" panose="020B0503020204020204" pitchFamily="34" charset="-122"/>
                <a:cs typeface="Times New Roman" panose="02020503050405090304" pitchFamily="18" charset="0"/>
              </a:rPr>
              <a:t>11 </a:t>
            </a: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位为页内地址，即每页的大小为 </a:t>
            </a:r>
            <a:r>
              <a:rPr lang="en-US" altLang="zh-CN" b="1" dirty="0">
                <a:latin typeface="Times New Roman" panose="02020503050405090304" pitchFamily="18" charset="0"/>
                <a:ea typeface="微软雅黑" panose="020B0503020204020204" pitchFamily="34" charset="-122"/>
                <a:cs typeface="Times New Roman" panose="02020503050405090304" pitchFamily="18" charset="0"/>
              </a:rPr>
              <a:t>4 KB</a:t>
            </a: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a:t>
            </a:r>
            <a:r>
              <a:rPr lang="en-US" altLang="zh-CN" b="1" dirty="0">
                <a:latin typeface="Times New Roman" panose="02020503050405090304" pitchFamily="18" charset="0"/>
                <a:ea typeface="微软雅黑" panose="020B0503020204020204" pitchFamily="34" charset="-122"/>
                <a:cs typeface="Times New Roman" panose="02020503050405090304" pitchFamily="18" charset="0"/>
              </a:rPr>
              <a:t>12</a:t>
            </a: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a:t>
            </a:r>
            <a:r>
              <a:rPr lang="en-US" altLang="zh-CN" b="1" dirty="0">
                <a:latin typeface="Times New Roman" panose="02020503050405090304" pitchFamily="18" charset="0"/>
                <a:ea typeface="微软雅黑" panose="020B0503020204020204" pitchFamily="34" charset="-122"/>
                <a:cs typeface="Times New Roman" panose="02020503050405090304" pitchFamily="18" charset="0"/>
              </a:rPr>
              <a:t>31 </a:t>
            </a: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位为页号，地址空间最多允许有 </a:t>
            </a:r>
            <a:r>
              <a:rPr lang="en-US" altLang="zh-CN" b="1" dirty="0">
                <a:latin typeface="Times New Roman" panose="02020503050405090304" pitchFamily="18" charset="0"/>
                <a:ea typeface="微软雅黑" panose="020B0503020204020204" pitchFamily="34" charset="-122"/>
                <a:cs typeface="Times New Roman" panose="02020503050405090304" pitchFamily="18" charset="0"/>
              </a:rPr>
              <a:t>1 M </a:t>
            </a: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页。</a:t>
            </a:r>
            <a:endParaRPr lang="en-US" altLang="zh-CN" b="1" dirty="0">
              <a:latin typeface="Times New Roman" panose="02020503050405090304" pitchFamily="18" charset="0"/>
              <a:ea typeface="微软雅黑" panose="020B0503020204020204" pitchFamily="34" charset="-122"/>
              <a:cs typeface="Times New Roman" panose="02020503050405090304" pitchFamily="18" charset="0"/>
            </a:endParaRPr>
          </a:p>
          <a:p>
            <a:pPr marL="457200" marR="0" lvl="2" indent="0" algn="l" defTabSz="914400" rtl="0" eaLnBrk="1" fontAlgn="auto" latinLnBrk="0" hangingPunct="1">
              <a:lnSpc>
                <a:spcPct val="150000"/>
              </a:lnSpc>
              <a:spcBef>
                <a:spcPts val="1000"/>
              </a:spcBef>
              <a:spcAft>
                <a:spcPts val="0"/>
              </a:spcAft>
              <a:buClr>
                <a:srgbClr val="0000FF"/>
              </a:buClr>
              <a:buSzTx/>
              <a:buFont typeface="Wingdings" panose="05000000000000000000" pitchFamily="2" charset="2"/>
              <a:buNone/>
              <a:defRPr/>
            </a:pPr>
            <a:r>
              <a:rPr lang="en-US" altLang="zh-CN" b="1" dirty="0">
                <a:latin typeface="Times New Roman" panose="02020503050405090304" pitchFamily="18" charset="0"/>
                <a:ea typeface="微软雅黑" panose="020B0503020204020204" pitchFamily="34" charset="-122"/>
                <a:cs typeface="Times New Roman" panose="02020503050405090304" pitchFamily="18" charset="0"/>
              </a:rPr>
              <a:t>A</a:t>
            </a: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a:t>
            </a:r>
            <a:r>
              <a:rPr lang="en-US" altLang="zh-CN" b="1" dirty="0">
                <a:latin typeface="Times New Roman" panose="02020503050405090304" pitchFamily="18" charset="0"/>
                <a:ea typeface="微软雅黑" panose="020B0503020204020204" pitchFamily="34" charset="-122"/>
                <a:cs typeface="Times New Roman" panose="02020503050405090304" pitchFamily="18" charset="0"/>
              </a:rPr>
              <a:t>2170B</a:t>
            </a: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，则</a:t>
            </a:r>
            <a:r>
              <a:rPr lang="en-US" altLang="zh-CN" b="1" dirty="0">
                <a:latin typeface="Times New Roman" panose="02020503050405090304" pitchFamily="18" charset="0"/>
                <a:ea typeface="微软雅黑" panose="020B0503020204020204" pitchFamily="34" charset="-122"/>
                <a:cs typeface="Times New Roman" panose="02020503050405090304" pitchFamily="18" charset="0"/>
              </a:rPr>
              <a:t>P</a:t>
            </a: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a:t>
            </a:r>
            <a:r>
              <a:rPr lang="en-US" altLang="zh-CN" b="1" dirty="0">
                <a:latin typeface="Times New Roman" panose="02020503050405090304" pitchFamily="18" charset="0"/>
                <a:ea typeface="微软雅黑" panose="020B0503020204020204" pitchFamily="34" charset="-122"/>
                <a:cs typeface="Times New Roman" panose="02020503050405090304" pitchFamily="18" charset="0"/>
              </a:rPr>
              <a:t>2</a:t>
            </a: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a:t>
            </a:r>
            <a:r>
              <a:rPr lang="en-US" altLang="zh-CN" b="1" dirty="0">
                <a:latin typeface="Times New Roman" panose="02020503050405090304" pitchFamily="18" charset="0"/>
                <a:ea typeface="微软雅黑" panose="020B0503020204020204" pitchFamily="34" charset="-122"/>
                <a:cs typeface="Times New Roman" panose="02020503050405090304" pitchFamily="18" charset="0"/>
              </a:rPr>
              <a:t>d</a:t>
            </a: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a:t>
            </a:r>
            <a:r>
              <a:rPr lang="en-US" altLang="zh-CN" b="1" dirty="0">
                <a:latin typeface="Times New Roman" panose="02020503050405090304" pitchFamily="18" charset="0"/>
                <a:ea typeface="微软雅黑" panose="020B0503020204020204" pitchFamily="34" charset="-122"/>
                <a:cs typeface="Times New Roman" panose="02020503050405090304" pitchFamily="18" charset="0"/>
              </a:rPr>
              <a:t>122 </a:t>
            </a:r>
            <a:endParaRPr lang="en-US" altLang="zh-CN" b="1" dirty="0">
              <a:latin typeface="Times New Roman" panose="02020503050405090304" pitchFamily="18" charset="0"/>
              <a:ea typeface="微软雅黑" panose="020B0503020204020204" pitchFamily="34" charset="-122"/>
              <a:cs typeface="Times New Roman" panose="02020503050405090304" pitchFamily="18" charset="0"/>
            </a:endParaRPr>
          </a:p>
          <a:p>
            <a:pPr marL="457200" lvl="2" indent="0">
              <a:lnSpc>
                <a:spcPct val="150000"/>
              </a:lnSpc>
              <a:spcBef>
                <a:spcPts val="1000"/>
              </a:spcBef>
              <a:buClr>
                <a:srgbClr val="0000FF"/>
              </a:buClr>
              <a:buFont typeface="Wingdings" panose="05000000000000000000" pitchFamily="2" charset="2"/>
              <a:buNone/>
            </a:pPr>
            <a:endParaRPr lang="zh-CN" altLang="en-US" b="1" dirty="0">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4" name="灯片编号占位符 3"/>
          <p:cNvSpPr>
            <a:spLocks noGrp="1"/>
          </p:cNvSpPr>
          <p:nvPr>
            <p:ph type="sldNum" sz="quarter" idx="5"/>
          </p:nvPr>
        </p:nvSpPr>
        <p:spPr/>
        <p:txBody>
          <a:bodyPr/>
          <a:lstStyle/>
          <a:p>
            <a:fld id="{E137D3FE-8A53-474B-A2E1-BB81872D0D6E}" type="slidenum">
              <a:rPr lang="zh-CN" altLang="en-US" smtClean="0"/>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457200" lvl="2" indent="0">
              <a:lnSpc>
                <a:spcPct val="150000"/>
              </a:lnSpc>
              <a:spcBef>
                <a:spcPts val="1000"/>
              </a:spcBef>
              <a:buClr>
                <a:srgbClr val="0000FF"/>
              </a:buClr>
              <a:buFont typeface="Wingdings" panose="05000000000000000000" pitchFamily="2" charset="2"/>
              <a:buNone/>
            </a:pP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图中的地址长度为 </a:t>
            </a:r>
            <a:r>
              <a:rPr lang="en-US" altLang="zh-CN" b="1" dirty="0">
                <a:latin typeface="Times New Roman" panose="02020503050405090304" pitchFamily="18" charset="0"/>
                <a:ea typeface="微软雅黑" panose="020B0503020204020204" pitchFamily="34" charset="-122"/>
                <a:cs typeface="Times New Roman" panose="02020503050405090304" pitchFamily="18" charset="0"/>
              </a:rPr>
              <a:t>32 </a:t>
            </a: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位，其中 </a:t>
            </a:r>
            <a:r>
              <a:rPr lang="en-US" altLang="zh-CN" b="1" dirty="0">
                <a:latin typeface="Times New Roman" panose="02020503050405090304" pitchFamily="18" charset="0"/>
                <a:ea typeface="微软雅黑" panose="020B0503020204020204" pitchFamily="34" charset="-122"/>
                <a:cs typeface="Times New Roman" panose="02020503050405090304" pitchFamily="18" charset="0"/>
              </a:rPr>
              <a:t>0</a:t>
            </a: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a:t>
            </a:r>
            <a:r>
              <a:rPr lang="en-US" altLang="zh-CN" b="1" dirty="0">
                <a:latin typeface="Times New Roman" panose="02020503050405090304" pitchFamily="18" charset="0"/>
                <a:ea typeface="微软雅黑" panose="020B0503020204020204" pitchFamily="34" charset="-122"/>
                <a:cs typeface="Times New Roman" panose="02020503050405090304" pitchFamily="18" charset="0"/>
              </a:rPr>
              <a:t>11 </a:t>
            </a: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位为页内地址，即每页的大小为 </a:t>
            </a:r>
            <a:r>
              <a:rPr lang="en-US" altLang="zh-CN" b="1" dirty="0">
                <a:latin typeface="Times New Roman" panose="02020503050405090304" pitchFamily="18" charset="0"/>
                <a:ea typeface="微软雅黑" panose="020B0503020204020204" pitchFamily="34" charset="-122"/>
                <a:cs typeface="Times New Roman" panose="02020503050405090304" pitchFamily="18" charset="0"/>
              </a:rPr>
              <a:t>4 KB</a:t>
            </a: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a:t>
            </a:r>
            <a:r>
              <a:rPr lang="en-US" altLang="zh-CN" b="1" dirty="0">
                <a:latin typeface="Times New Roman" panose="02020503050405090304" pitchFamily="18" charset="0"/>
                <a:ea typeface="微软雅黑" panose="020B0503020204020204" pitchFamily="34" charset="-122"/>
                <a:cs typeface="Times New Roman" panose="02020503050405090304" pitchFamily="18" charset="0"/>
              </a:rPr>
              <a:t>12</a:t>
            </a: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a:t>
            </a:r>
            <a:r>
              <a:rPr lang="en-US" altLang="zh-CN" b="1" dirty="0">
                <a:latin typeface="Times New Roman" panose="02020503050405090304" pitchFamily="18" charset="0"/>
                <a:ea typeface="微软雅黑" panose="020B0503020204020204" pitchFamily="34" charset="-122"/>
                <a:cs typeface="Times New Roman" panose="02020503050405090304" pitchFamily="18" charset="0"/>
              </a:rPr>
              <a:t>31 </a:t>
            </a: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位为页号，地址空间最多允许有 </a:t>
            </a:r>
            <a:r>
              <a:rPr lang="en-US" altLang="zh-CN" b="1" dirty="0">
                <a:latin typeface="Times New Roman" panose="02020503050405090304" pitchFamily="18" charset="0"/>
                <a:ea typeface="微软雅黑" panose="020B0503020204020204" pitchFamily="34" charset="-122"/>
                <a:cs typeface="Times New Roman" panose="02020503050405090304" pitchFamily="18" charset="0"/>
              </a:rPr>
              <a:t>1 M </a:t>
            </a: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页。</a:t>
            </a:r>
            <a:endParaRPr lang="zh-CN" altLang="en-US" b="1" dirty="0">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4" name="灯片编号占位符 3"/>
          <p:cNvSpPr>
            <a:spLocks noGrp="1"/>
          </p:cNvSpPr>
          <p:nvPr>
            <p:ph type="sldNum" sz="quarter" idx="5"/>
          </p:nvPr>
        </p:nvSpPr>
        <p:spPr/>
        <p:txBody>
          <a:bodyPr/>
          <a:lstStyle/>
          <a:p>
            <a:fld id="{E137D3FE-8A53-474B-A2E1-BB81872D0D6E}" type="slidenum">
              <a:rPr lang="zh-CN" altLang="en-US" smtClean="0"/>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457200" lvl="2" indent="0">
              <a:lnSpc>
                <a:spcPct val="150000"/>
              </a:lnSpc>
              <a:spcBef>
                <a:spcPts val="1000"/>
              </a:spcBef>
              <a:buClr>
                <a:srgbClr val="0000FF"/>
              </a:buClr>
              <a:buFont typeface="Wingdings" panose="05000000000000000000" pitchFamily="2" charset="2"/>
              <a:buNone/>
            </a:pP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图中的地址长度为 </a:t>
            </a:r>
            <a:r>
              <a:rPr lang="en-US" altLang="zh-CN" b="1" dirty="0">
                <a:latin typeface="Times New Roman" panose="02020503050405090304" pitchFamily="18" charset="0"/>
                <a:ea typeface="微软雅黑" panose="020B0503020204020204" pitchFamily="34" charset="-122"/>
                <a:cs typeface="Times New Roman" panose="02020503050405090304" pitchFamily="18" charset="0"/>
              </a:rPr>
              <a:t>32 </a:t>
            </a: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位，其中 </a:t>
            </a:r>
            <a:r>
              <a:rPr lang="en-US" altLang="zh-CN" b="1" dirty="0">
                <a:latin typeface="Times New Roman" panose="02020503050405090304" pitchFamily="18" charset="0"/>
                <a:ea typeface="微软雅黑" panose="020B0503020204020204" pitchFamily="34" charset="-122"/>
                <a:cs typeface="Times New Roman" panose="02020503050405090304" pitchFamily="18" charset="0"/>
              </a:rPr>
              <a:t>0</a:t>
            </a: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a:t>
            </a:r>
            <a:r>
              <a:rPr lang="en-US" altLang="zh-CN" b="1" dirty="0">
                <a:latin typeface="Times New Roman" panose="02020503050405090304" pitchFamily="18" charset="0"/>
                <a:ea typeface="微软雅黑" panose="020B0503020204020204" pitchFamily="34" charset="-122"/>
                <a:cs typeface="Times New Roman" panose="02020503050405090304" pitchFamily="18" charset="0"/>
              </a:rPr>
              <a:t>11 </a:t>
            </a: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位为页内地址，即每页的大小为 </a:t>
            </a:r>
            <a:r>
              <a:rPr lang="en-US" altLang="zh-CN" b="1" dirty="0">
                <a:latin typeface="Times New Roman" panose="02020503050405090304" pitchFamily="18" charset="0"/>
                <a:ea typeface="微软雅黑" panose="020B0503020204020204" pitchFamily="34" charset="-122"/>
                <a:cs typeface="Times New Roman" panose="02020503050405090304" pitchFamily="18" charset="0"/>
              </a:rPr>
              <a:t>4 KB</a:t>
            </a: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a:t>
            </a:r>
            <a:r>
              <a:rPr lang="en-US" altLang="zh-CN" b="1" dirty="0">
                <a:latin typeface="Times New Roman" panose="02020503050405090304" pitchFamily="18" charset="0"/>
                <a:ea typeface="微软雅黑" panose="020B0503020204020204" pitchFamily="34" charset="-122"/>
                <a:cs typeface="Times New Roman" panose="02020503050405090304" pitchFamily="18" charset="0"/>
              </a:rPr>
              <a:t>12</a:t>
            </a: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a:t>
            </a:r>
            <a:r>
              <a:rPr lang="en-US" altLang="zh-CN" b="1" dirty="0">
                <a:latin typeface="Times New Roman" panose="02020503050405090304" pitchFamily="18" charset="0"/>
                <a:ea typeface="微软雅黑" panose="020B0503020204020204" pitchFamily="34" charset="-122"/>
                <a:cs typeface="Times New Roman" panose="02020503050405090304" pitchFamily="18" charset="0"/>
              </a:rPr>
              <a:t>31 </a:t>
            </a: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位为页号，地址空间最多允许有 </a:t>
            </a:r>
            <a:r>
              <a:rPr lang="en-US" altLang="zh-CN" b="1" dirty="0">
                <a:latin typeface="Times New Roman" panose="02020503050405090304" pitchFamily="18" charset="0"/>
                <a:ea typeface="微软雅黑" panose="020B0503020204020204" pitchFamily="34" charset="-122"/>
                <a:cs typeface="Times New Roman" panose="02020503050405090304" pitchFamily="18" charset="0"/>
              </a:rPr>
              <a:t>1 M </a:t>
            </a: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页。</a:t>
            </a:r>
            <a:endParaRPr lang="zh-CN" altLang="en-US" b="1" dirty="0">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4" name="灯片编号占位符 3"/>
          <p:cNvSpPr>
            <a:spLocks noGrp="1"/>
          </p:cNvSpPr>
          <p:nvPr>
            <p:ph type="sldNum" sz="quarter" idx="5"/>
          </p:nvPr>
        </p:nvSpPr>
        <p:spPr/>
        <p:txBody>
          <a:bodyPr/>
          <a:lstStyle/>
          <a:p>
            <a:fld id="{E137D3FE-8A53-474B-A2E1-BB81872D0D6E}" type="slidenum">
              <a:rPr lang="zh-CN" altLang="en-US" smtClean="0"/>
            </a:fld>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457200" lvl="2" indent="0">
              <a:lnSpc>
                <a:spcPct val="150000"/>
              </a:lnSpc>
              <a:spcBef>
                <a:spcPts val="1000"/>
              </a:spcBef>
              <a:buClr>
                <a:srgbClr val="0000FF"/>
              </a:buClr>
              <a:buFont typeface="Wingdings" panose="05000000000000000000" pitchFamily="2" charset="2"/>
              <a:buNone/>
            </a:pP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图中的地址长度为 </a:t>
            </a:r>
            <a:r>
              <a:rPr lang="en-US" altLang="zh-CN" b="1" dirty="0">
                <a:latin typeface="Times New Roman" panose="02020503050405090304" pitchFamily="18" charset="0"/>
                <a:ea typeface="微软雅黑" panose="020B0503020204020204" pitchFamily="34" charset="-122"/>
                <a:cs typeface="Times New Roman" panose="02020503050405090304" pitchFamily="18" charset="0"/>
              </a:rPr>
              <a:t>32 </a:t>
            </a: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位，其中 </a:t>
            </a:r>
            <a:r>
              <a:rPr lang="en-US" altLang="zh-CN" b="1" dirty="0">
                <a:latin typeface="Times New Roman" panose="02020503050405090304" pitchFamily="18" charset="0"/>
                <a:ea typeface="微软雅黑" panose="020B0503020204020204" pitchFamily="34" charset="-122"/>
                <a:cs typeface="Times New Roman" panose="02020503050405090304" pitchFamily="18" charset="0"/>
              </a:rPr>
              <a:t>0</a:t>
            </a: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a:t>
            </a:r>
            <a:r>
              <a:rPr lang="en-US" altLang="zh-CN" b="1" dirty="0">
                <a:latin typeface="Times New Roman" panose="02020503050405090304" pitchFamily="18" charset="0"/>
                <a:ea typeface="微软雅黑" panose="020B0503020204020204" pitchFamily="34" charset="-122"/>
                <a:cs typeface="Times New Roman" panose="02020503050405090304" pitchFamily="18" charset="0"/>
              </a:rPr>
              <a:t>11 </a:t>
            </a: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位为页内地址，即每页的大小为 </a:t>
            </a:r>
            <a:r>
              <a:rPr lang="en-US" altLang="zh-CN" b="1" dirty="0">
                <a:latin typeface="Times New Roman" panose="02020503050405090304" pitchFamily="18" charset="0"/>
                <a:ea typeface="微软雅黑" panose="020B0503020204020204" pitchFamily="34" charset="-122"/>
                <a:cs typeface="Times New Roman" panose="02020503050405090304" pitchFamily="18" charset="0"/>
              </a:rPr>
              <a:t>4 KB</a:t>
            </a: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a:t>
            </a:r>
            <a:r>
              <a:rPr lang="en-US" altLang="zh-CN" b="1" dirty="0">
                <a:latin typeface="Times New Roman" panose="02020503050405090304" pitchFamily="18" charset="0"/>
                <a:ea typeface="微软雅黑" panose="020B0503020204020204" pitchFamily="34" charset="-122"/>
                <a:cs typeface="Times New Roman" panose="02020503050405090304" pitchFamily="18" charset="0"/>
              </a:rPr>
              <a:t>12</a:t>
            </a: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a:t>
            </a:r>
            <a:r>
              <a:rPr lang="en-US" altLang="zh-CN" b="1" dirty="0">
                <a:latin typeface="Times New Roman" panose="02020503050405090304" pitchFamily="18" charset="0"/>
                <a:ea typeface="微软雅黑" panose="020B0503020204020204" pitchFamily="34" charset="-122"/>
                <a:cs typeface="Times New Roman" panose="02020503050405090304" pitchFamily="18" charset="0"/>
              </a:rPr>
              <a:t>31 </a:t>
            </a: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位为页号，地址空间最多允许有 </a:t>
            </a:r>
            <a:r>
              <a:rPr lang="en-US" altLang="zh-CN" b="1" dirty="0">
                <a:latin typeface="Times New Roman" panose="02020503050405090304" pitchFamily="18" charset="0"/>
                <a:ea typeface="微软雅黑" panose="020B0503020204020204" pitchFamily="34" charset="-122"/>
                <a:cs typeface="Times New Roman" panose="02020503050405090304" pitchFamily="18" charset="0"/>
              </a:rPr>
              <a:t>1 M </a:t>
            </a: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页。</a:t>
            </a:r>
            <a:endParaRPr lang="en-US" altLang="zh-CN" b="1" dirty="0">
              <a:latin typeface="Times New Roman" panose="02020503050405090304" pitchFamily="18" charset="0"/>
              <a:ea typeface="微软雅黑" panose="020B0503020204020204" pitchFamily="34" charset="-122"/>
              <a:cs typeface="Times New Roman" panose="02020503050405090304" pitchFamily="18" charset="0"/>
            </a:endParaRPr>
          </a:p>
          <a:p>
            <a:pPr marL="457200" marR="0" lvl="2" indent="0" algn="l" defTabSz="914400" rtl="0" eaLnBrk="1" fontAlgn="auto" latinLnBrk="0" hangingPunct="1">
              <a:lnSpc>
                <a:spcPct val="150000"/>
              </a:lnSpc>
              <a:spcBef>
                <a:spcPts val="1000"/>
              </a:spcBef>
              <a:spcAft>
                <a:spcPts val="0"/>
              </a:spcAft>
              <a:buClr>
                <a:srgbClr val="0000FF"/>
              </a:buClr>
              <a:buSzTx/>
              <a:buFont typeface="Wingdings" panose="05000000000000000000" pitchFamily="2" charset="2"/>
              <a:buNone/>
              <a:defRPr/>
            </a:pPr>
            <a:r>
              <a:rPr lang="en-US" altLang="zh-CN" b="1" dirty="0">
                <a:latin typeface="Times New Roman" panose="02020503050405090304" pitchFamily="18" charset="0"/>
                <a:ea typeface="微软雅黑" panose="020B0503020204020204" pitchFamily="34" charset="-122"/>
                <a:cs typeface="Times New Roman" panose="02020503050405090304" pitchFamily="18" charset="0"/>
              </a:rPr>
              <a:t>A</a:t>
            </a: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a:t>
            </a:r>
            <a:r>
              <a:rPr lang="en-US" altLang="zh-CN" b="1" dirty="0">
                <a:latin typeface="Times New Roman" panose="02020503050405090304" pitchFamily="18" charset="0"/>
                <a:ea typeface="微软雅黑" panose="020B0503020204020204" pitchFamily="34" charset="-122"/>
                <a:cs typeface="Times New Roman" panose="02020503050405090304" pitchFamily="18" charset="0"/>
              </a:rPr>
              <a:t>2170B</a:t>
            </a: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，则</a:t>
            </a:r>
            <a:r>
              <a:rPr lang="en-US" altLang="zh-CN" b="1" dirty="0">
                <a:latin typeface="Times New Roman" panose="02020503050405090304" pitchFamily="18" charset="0"/>
                <a:ea typeface="微软雅黑" panose="020B0503020204020204" pitchFamily="34" charset="-122"/>
                <a:cs typeface="Times New Roman" panose="02020503050405090304" pitchFamily="18" charset="0"/>
              </a:rPr>
              <a:t>P</a:t>
            </a: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a:t>
            </a:r>
            <a:r>
              <a:rPr lang="en-US" altLang="zh-CN" b="1" dirty="0">
                <a:latin typeface="Times New Roman" panose="02020503050405090304" pitchFamily="18" charset="0"/>
                <a:ea typeface="微软雅黑" panose="020B0503020204020204" pitchFamily="34" charset="-122"/>
                <a:cs typeface="Times New Roman" panose="02020503050405090304" pitchFamily="18" charset="0"/>
              </a:rPr>
              <a:t>2</a:t>
            </a: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a:t>
            </a:r>
            <a:r>
              <a:rPr lang="en-US" altLang="zh-CN" b="1" dirty="0">
                <a:latin typeface="Times New Roman" panose="02020503050405090304" pitchFamily="18" charset="0"/>
                <a:ea typeface="微软雅黑" panose="020B0503020204020204" pitchFamily="34" charset="-122"/>
                <a:cs typeface="Times New Roman" panose="02020503050405090304" pitchFamily="18" charset="0"/>
              </a:rPr>
              <a:t>d</a:t>
            </a: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a:t>
            </a:r>
            <a:r>
              <a:rPr lang="en-US" altLang="zh-CN" b="1" dirty="0">
                <a:latin typeface="Times New Roman" panose="02020503050405090304" pitchFamily="18" charset="0"/>
                <a:ea typeface="微软雅黑" panose="020B0503020204020204" pitchFamily="34" charset="-122"/>
                <a:cs typeface="Times New Roman" panose="02020503050405090304" pitchFamily="18" charset="0"/>
              </a:rPr>
              <a:t>122 </a:t>
            </a:r>
            <a:endParaRPr lang="en-US" altLang="zh-CN" b="1" dirty="0">
              <a:latin typeface="Times New Roman" panose="02020503050405090304" pitchFamily="18" charset="0"/>
              <a:ea typeface="微软雅黑" panose="020B0503020204020204" pitchFamily="34" charset="-122"/>
              <a:cs typeface="Times New Roman" panose="02020503050405090304" pitchFamily="18" charset="0"/>
            </a:endParaRPr>
          </a:p>
          <a:p>
            <a:pPr marL="457200" lvl="2" indent="0">
              <a:lnSpc>
                <a:spcPct val="150000"/>
              </a:lnSpc>
              <a:spcBef>
                <a:spcPts val="1000"/>
              </a:spcBef>
              <a:buClr>
                <a:srgbClr val="0000FF"/>
              </a:buClr>
              <a:buFont typeface="Wingdings" panose="05000000000000000000" pitchFamily="2" charset="2"/>
              <a:buNone/>
            </a:pPr>
            <a:endParaRPr lang="zh-CN" altLang="en-US" b="1" dirty="0">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4" name="灯片编号占位符 3"/>
          <p:cNvSpPr>
            <a:spLocks noGrp="1"/>
          </p:cNvSpPr>
          <p:nvPr>
            <p:ph type="sldNum" sz="quarter" idx="5"/>
          </p:nvPr>
        </p:nvSpPr>
        <p:spPr/>
        <p:txBody>
          <a:bodyPr/>
          <a:lstStyle/>
          <a:p>
            <a:fld id="{E137D3FE-8A53-474B-A2E1-BB81872D0D6E}" type="slidenum">
              <a:rPr lang="zh-CN" altLang="en-US" smtClean="0"/>
            </a:fld>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914400" lvl="2" indent="-457200">
              <a:lnSpc>
                <a:spcPct val="150000"/>
              </a:lnSpc>
              <a:spcBef>
                <a:spcPts val="1000"/>
              </a:spcBef>
              <a:buClr>
                <a:srgbClr val="0000FF"/>
              </a:buClr>
              <a:buFont typeface="Wingdings" panose="05000000000000000000" pitchFamily="2" charset="2"/>
              <a:buChar char="Ø"/>
            </a:pP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若未出现越界错误，则将页表始址与页号和页表项长度的乘积相加，便得到该表项在页表中的位置，于是可从中得到该页的物理块号，将之装入物理地址寄存器中。与此同时，再将有效地址寄存器中的页内地址送入物理地址寄存器的块内地址字段中。这样便完成了从逻辑地址到物理地址的变换。</a:t>
            </a:r>
            <a:endParaRPr lang="zh-CN" altLang="en-US" b="1" dirty="0">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4" name="灯片编号占位符 3"/>
          <p:cNvSpPr>
            <a:spLocks noGrp="1"/>
          </p:cNvSpPr>
          <p:nvPr>
            <p:ph type="sldNum" sz="quarter" idx="5"/>
          </p:nvPr>
        </p:nvSpPr>
        <p:spPr/>
        <p:txBody>
          <a:bodyPr/>
          <a:lstStyle/>
          <a:p>
            <a:fld id="{E137D3FE-8A53-474B-A2E1-BB81872D0D6E}" type="slidenum">
              <a:rPr lang="zh-CN" altLang="en-US" smtClean="0"/>
            </a:fld>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914400" lvl="2" indent="-457200">
              <a:lnSpc>
                <a:spcPct val="150000"/>
              </a:lnSpc>
              <a:spcBef>
                <a:spcPts val="1000"/>
              </a:spcBef>
              <a:buClr>
                <a:srgbClr val="0000FF"/>
              </a:buClr>
              <a:buFont typeface="Wingdings" panose="05000000000000000000" pitchFamily="2" charset="2"/>
              <a:buChar char="Ø"/>
            </a:pP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若未出现越界错误，则将页表始址与页号和页表项长度的乘积相加，便得到该表项在页表中的位置，于是可从中得到该页的物理块号，将之装入物理地址寄存器中。与此同时，再将有效地址寄存器中的页内地址送入物理地址寄存器的块内地址字段中。这样便完成了从逻辑地址到物理地址的变换。</a:t>
            </a:r>
            <a:endParaRPr lang="zh-CN" altLang="en-US" b="1" dirty="0">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4" name="灯片编号占位符 3"/>
          <p:cNvSpPr>
            <a:spLocks noGrp="1"/>
          </p:cNvSpPr>
          <p:nvPr>
            <p:ph type="sldNum" sz="quarter" idx="5"/>
          </p:nvPr>
        </p:nvSpPr>
        <p:spPr/>
        <p:txBody>
          <a:bodyPr/>
          <a:lstStyle/>
          <a:p>
            <a:fld id="{E137D3FE-8A53-474B-A2E1-BB81872D0D6E}" type="slidenum">
              <a:rPr lang="zh-CN" altLang="en-US" smtClean="0"/>
            </a:fld>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914400" lvl="2" indent="-457200">
              <a:lnSpc>
                <a:spcPct val="150000"/>
              </a:lnSpc>
              <a:spcBef>
                <a:spcPts val="1000"/>
              </a:spcBef>
              <a:buClr>
                <a:srgbClr val="0000FF"/>
              </a:buClr>
              <a:buFont typeface="Wingdings" panose="05000000000000000000" pitchFamily="2" charset="2"/>
              <a:buChar char="Ø"/>
            </a:pP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若未出现越界错误，则将页表始址与页号和页表项长度的乘积相加，便得到该表项在页表中的位置，于是可从中得到该页的物理块号，将之装入物理地址寄存器中。与此同时，再将有效地址寄存器中的页内地址送入物理地址寄存器的块内地址字段中。这样便完成了从逻辑地址到物理地址的变换。</a:t>
            </a:r>
            <a:endParaRPr lang="zh-CN" altLang="en-US" b="1" dirty="0">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4" name="灯片编号占位符 3"/>
          <p:cNvSpPr>
            <a:spLocks noGrp="1"/>
          </p:cNvSpPr>
          <p:nvPr>
            <p:ph type="sldNum" sz="quarter" idx="5"/>
          </p:nvPr>
        </p:nvSpPr>
        <p:spPr/>
        <p:txBody>
          <a:bodyPr/>
          <a:lstStyle/>
          <a:p>
            <a:fld id="{E137D3FE-8A53-474B-A2E1-BB81872D0D6E}" type="slidenum">
              <a:rPr lang="zh-CN" altLang="en-US" smtClean="0"/>
            </a:fld>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914400" lvl="2" indent="-457200">
              <a:lnSpc>
                <a:spcPct val="150000"/>
              </a:lnSpc>
              <a:spcBef>
                <a:spcPts val="1000"/>
              </a:spcBef>
              <a:buClr>
                <a:srgbClr val="0000FF"/>
              </a:buClr>
              <a:buFont typeface="Wingdings" panose="05000000000000000000" pitchFamily="2" charset="2"/>
              <a:buChar char="Ø"/>
            </a:pP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若未出现越界错误，则将页表始址与页号和页表项长度的乘积相加，便得到该表项在页表中的位置，于是可从中得到该页的物理块号，将之装入物理地址寄存器中。与此同时，再将有效地址寄存器中的页内地址送入物理地址寄存器的块内地址字段中。这样便完成了从逻辑地址到物理地址的变换。</a:t>
            </a:r>
            <a:endParaRPr lang="zh-CN" altLang="en-US" b="1" dirty="0">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4" name="灯片编号占位符 3"/>
          <p:cNvSpPr>
            <a:spLocks noGrp="1"/>
          </p:cNvSpPr>
          <p:nvPr>
            <p:ph type="sldNum" sz="quarter" idx="5"/>
          </p:nvPr>
        </p:nvSpPr>
        <p:spPr/>
        <p:txBody>
          <a:bodyPr/>
          <a:lstStyle/>
          <a:p>
            <a:fld id="{E137D3FE-8A53-474B-A2E1-BB81872D0D6E}" type="slidenum">
              <a:rPr lang="zh-CN" altLang="en-US" smtClean="0"/>
            </a:fld>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914400" lvl="2" indent="-457200">
              <a:lnSpc>
                <a:spcPct val="150000"/>
              </a:lnSpc>
              <a:spcBef>
                <a:spcPts val="1000"/>
              </a:spcBef>
              <a:buClr>
                <a:srgbClr val="0000FF"/>
              </a:buClr>
              <a:buFont typeface="Wingdings" panose="05000000000000000000" pitchFamily="2" charset="2"/>
              <a:buChar char="Ø"/>
            </a:pP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若未出现越界错误，则将页表始址与页号和页表项长度的乘积相加，便得到该表项在页表中的位置，于是可从中得到该页的物理块号，将之装入物理地址寄存器中。与此同时，再将有效地址寄存器中的页内地址送入物理地址寄存器的块内地址字段中。这样便完成了从逻辑地址到物理地址的变换。</a:t>
            </a:r>
            <a:endParaRPr lang="zh-CN" altLang="en-US" b="1" dirty="0">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4" name="灯片编号占位符 3"/>
          <p:cNvSpPr>
            <a:spLocks noGrp="1"/>
          </p:cNvSpPr>
          <p:nvPr>
            <p:ph type="sldNum" sz="quarter" idx="5"/>
          </p:nvPr>
        </p:nvSpPr>
        <p:spPr/>
        <p:txBody>
          <a:bodyPr/>
          <a:lstStyle/>
          <a:p>
            <a:fld id="{E137D3FE-8A53-474B-A2E1-BB81872D0D6E}" type="slidenum">
              <a:rPr lang="zh-CN" altLang="en-US" smtClean="0"/>
            </a:fld>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914400" lvl="2" indent="-457200">
              <a:lnSpc>
                <a:spcPct val="150000"/>
              </a:lnSpc>
              <a:spcBef>
                <a:spcPts val="1000"/>
              </a:spcBef>
              <a:buClr>
                <a:srgbClr val="0000FF"/>
              </a:buClr>
              <a:buFont typeface="Wingdings" panose="05000000000000000000" pitchFamily="2" charset="2"/>
              <a:buChar char="Ø"/>
            </a:pP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若未出现越界错误，则将页表始址与页号和页表项长度的乘积相加，便得到该表项在页表中的位置，于是可从中得到该页的物理块号，将之装入物理地址寄存器中。与此同时，再将有效地址寄存器中的页内地址送入物理地址寄存器的块内地址字段中。这样便完成了从逻辑地址到物理地址的变换。</a:t>
            </a:r>
            <a:endParaRPr lang="zh-CN" altLang="en-US" b="1" dirty="0">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4" name="灯片编号占位符 3"/>
          <p:cNvSpPr>
            <a:spLocks noGrp="1"/>
          </p:cNvSpPr>
          <p:nvPr>
            <p:ph type="sldNum" sz="quarter" idx="5"/>
          </p:nvPr>
        </p:nvSpPr>
        <p:spPr/>
        <p:txBody>
          <a:bodyPr/>
          <a:lstStyle/>
          <a:p>
            <a:fld id="{E137D3FE-8A53-474B-A2E1-BB81872D0D6E}" type="slidenum">
              <a:rPr lang="zh-CN" altLang="en-US" smtClean="0"/>
            </a:fld>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914400" lvl="2" indent="-457200">
              <a:lnSpc>
                <a:spcPct val="150000"/>
              </a:lnSpc>
              <a:spcBef>
                <a:spcPts val="1000"/>
              </a:spcBef>
              <a:buClr>
                <a:srgbClr val="0000FF"/>
              </a:buClr>
              <a:buFont typeface="Wingdings" panose="05000000000000000000" pitchFamily="2" charset="2"/>
              <a:buChar char="Ø"/>
            </a:pP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若未出现越界错误，则将页表始址与页号和页表项长度的乘积相加，便得到该表项在页表中的位置，于是可从中得到该页的物理块号，将之装入物理地址寄存器中。与此同时，再将有效地址寄存器中的页内地址送入物理地址寄存器的块内地址字段中。这样便完成了从逻辑地址到物理地址的变换。</a:t>
            </a:r>
            <a:endParaRPr lang="zh-CN" altLang="en-US" b="1" dirty="0">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4" name="灯片编号占位符 3"/>
          <p:cNvSpPr>
            <a:spLocks noGrp="1"/>
          </p:cNvSpPr>
          <p:nvPr>
            <p:ph type="sldNum" sz="quarter" idx="5"/>
          </p:nvPr>
        </p:nvSpPr>
        <p:spPr/>
        <p:txBody>
          <a:bodyPr/>
          <a:lstStyle/>
          <a:p>
            <a:fld id="{E137D3FE-8A53-474B-A2E1-BB81872D0D6E}" type="slidenum">
              <a:rPr lang="zh-CN" altLang="en-US" smtClean="0"/>
            </a:fld>
            <a:endParaRPr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914400" lvl="2" indent="-457200">
              <a:lnSpc>
                <a:spcPct val="150000"/>
              </a:lnSpc>
              <a:spcBef>
                <a:spcPts val="1000"/>
              </a:spcBef>
              <a:buClr>
                <a:srgbClr val="0000FF"/>
              </a:buClr>
              <a:buFont typeface="Wingdings" panose="05000000000000000000" pitchFamily="2" charset="2"/>
              <a:buChar char="Ø"/>
            </a:pP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若未出现越界错误，则将页表始址与页号和页表项长度的乘积相加，便得到该表项在页表中的位置，于是可从中得到该页的物理块号，将之装入物理地址寄存器中。与此同时，再将有效地址寄存器中的页内地址送入物理地址寄存器的块内地址字段中。这样便完成了从逻辑地址到物理地址的变换。</a:t>
            </a:r>
            <a:endParaRPr lang="zh-CN" altLang="en-US" b="1" dirty="0">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4" name="灯片编号占位符 3"/>
          <p:cNvSpPr>
            <a:spLocks noGrp="1"/>
          </p:cNvSpPr>
          <p:nvPr>
            <p:ph type="sldNum" sz="quarter" idx="5"/>
          </p:nvPr>
        </p:nvSpPr>
        <p:spPr/>
        <p:txBody>
          <a:bodyPr/>
          <a:lstStyle/>
          <a:p>
            <a:fld id="{E137D3FE-8A53-474B-A2E1-BB81872D0D6E}" type="slidenum">
              <a:rPr lang="zh-CN" altLang="en-US" smtClean="0"/>
            </a:fld>
            <a:endParaRPr lang="zh-CN"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914400" lvl="2" indent="-457200">
              <a:lnSpc>
                <a:spcPct val="150000"/>
              </a:lnSpc>
              <a:spcBef>
                <a:spcPts val="1000"/>
              </a:spcBef>
              <a:buClr>
                <a:srgbClr val="0000FF"/>
              </a:buClr>
              <a:buFont typeface="Wingdings" panose="05000000000000000000" pitchFamily="2" charset="2"/>
              <a:buChar char="Ø"/>
            </a:pP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若未出现越界错误，则将页表始址与页号和页表项长度的乘积相加，便得到该表项在页表中的位置，于是可从中得到该页的物理块号，将之装入物理地址寄存器中。与此同时，再将有效地址寄存器中的页内地址送入物理地址寄存器的块内地址字段中。这样便完成了从逻辑地址到物理地址的变换。</a:t>
            </a:r>
            <a:endParaRPr lang="zh-CN" altLang="en-US" b="1" dirty="0">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4" name="灯片编号占位符 3"/>
          <p:cNvSpPr>
            <a:spLocks noGrp="1"/>
          </p:cNvSpPr>
          <p:nvPr>
            <p:ph type="sldNum" sz="quarter" idx="5"/>
          </p:nvPr>
        </p:nvSpPr>
        <p:spPr/>
        <p:txBody>
          <a:bodyPr/>
          <a:lstStyle/>
          <a:p>
            <a:fld id="{E137D3FE-8A53-474B-A2E1-BB81872D0D6E}" type="slidenum">
              <a:rPr lang="zh-CN" altLang="en-US" smtClean="0"/>
            </a:fld>
            <a:endParaRPr lang="zh-CN"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914400" lvl="2" indent="-457200">
              <a:lnSpc>
                <a:spcPct val="150000"/>
              </a:lnSpc>
              <a:spcBef>
                <a:spcPts val="1000"/>
              </a:spcBef>
              <a:buClr>
                <a:srgbClr val="0000FF"/>
              </a:buClr>
              <a:buFont typeface="Wingdings" panose="05000000000000000000" pitchFamily="2" charset="2"/>
              <a:buChar char="Ø"/>
            </a:pP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若未出现越界错误，则将页表始址与页号和页表项长度的乘积相加，便得到该表项在页表中的位置，于是可从中得到该页的物理块号，将之装入物理地址寄存器中。与此同时，再将有效地址寄存器中的页内地址送入物理地址寄存器的块内地址字段中。这样便完成了从逻辑地址到物理地址的变换。</a:t>
            </a:r>
            <a:endParaRPr lang="zh-CN" altLang="en-US" b="1" dirty="0">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4" name="灯片编号占位符 3"/>
          <p:cNvSpPr>
            <a:spLocks noGrp="1"/>
          </p:cNvSpPr>
          <p:nvPr>
            <p:ph type="sldNum" sz="quarter" idx="5"/>
          </p:nvPr>
        </p:nvSpPr>
        <p:spPr/>
        <p:txBody>
          <a:bodyPr/>
          <a:lstStyle/>
          <a:p>
            <a:fld id="{E137D3FE-8A53-474B-A2E1-BB81872D0D6E}" type="slidenum">
              <a:rPr lang="zh-CN" altLang="en-US" smtClean="0"/>
            </a:fld>
            <a:endParaRPr lang="zh-CN"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914400" lvl="2" indent="-457200">
              <a:lnSpc>
                <a:spcPct val="150000"/>
              </a:lnSpc>
              <a:spcBef>
                <a:spcPts val="1000"/>
              </a:spcBef>
              <a:buClr>
                <a:srgbClr val="0000FF"/>
              </a:buClr>
              <a:buFont typeface="Wingdings" panose="05000000000000000000" pitchFamily="2" charset="2"/>
              <a:buChar char="Ø"/>
            </a:pP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若未出现越界错误，则将页表始址与页号和页表项长度的乘积相加，便得到该表项在页表中的位置，于是可从中得到该页的物理块号，将之装入物理地址寄存器中。与此同时，再将有效地址寄存器中的页内地址送入物理地址寄存器的块内地址字段中。这样便完成了从逻辑地址到物理地址的变换。</a:t>
            </a:r>
            <a:endParaRPr lang="zh-CN" altLang="en-US" b="1" dirty="0">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4" name="灯片编号占位符 3"/>
          <p:cNvSpPr>
            <a:spLocks noGrp="1"/>
          </p:cNvSpPr>
          <p:nvPr>
            <p:ph type="sldNum" sz="quarter" idx="5"/>
          </p:nvPr>
        </p:nvSpPr>
        <p:spPr/>
        <p:txBody>
          <a:bodyPr/>
          <a:lstStyle/>
          <a:p>
            <a:fld id="{E137D3FE-8A53-474B-A2E1-BB81872D0D6E}" type="slidenum">
              <a:rPr lang="zh-CN" altLang="en-US" smtClean="0"/>
            </a:fld>
            <a:endParaRPr lang="zh-CN"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dirty="0"/>
              <a:t>在页表的每个表项中存放的是进程的某页在内存中的物理块号，如第 </a:t>
            </a:r>
            <a:r>
              <a:rPr lang="en-US" altLang="zh-CN" sz="1200" dirty="0"/>
              <a:t>0 #</a:t>
            </a:r>
            <a:r>
              <a:rPr lang="zh-CN" altLang="en-US" sz="1200" dirty="0"/>
              <a:t>页存放在 </a:t>
            </a:r>
            <a:r>
              <a:rPr lang="en-US" altLang="zh-CN" sz="1200" dirty="0"/>
              <a:t>1 #</a:t>
            </a:r>
            <a:r>
              <a:rPr lang="zh-CN" altLang="en-US" sz="1200" dirty="0"/>
              <a:t>物理块中；</a:t>
            </a:r>
            <a:r>
              <a:rPr lang="en-US" altLang="zh-CN" sz="1200" dirty="0"/>
              <a:t>1 #</a:t>
            </a:r>
            <a:r>
              <a:rPr lang="zh-CN" altLang="en-US" sz="1200" dirty="0"/>
              <a:t>页存放在 </a:t>
            </a:r>
            <a:r>
              <a:rPr lang="en-US" altLang="zh-CN" sz="1200" dirty="0"/>
              <a:t>4 #</a:t>
            </a:r>
            <a:r>
              <a:rPr lang="zh-CN" altLang="en-US" sz="1200" dirty="0"/>
              <a:t>物理块中。而在外层页表的每个页表项中，所存放的 是某页表分页的首址，如第 </a:t>
            </a:r>
            <a:r>
              <a:rPr lang="en-US" altLang="zh-CN" sz="1200" dirty="0"/>
              <a:t>0 #</a:t>
            </a:r>
            <a:r>
              <a:rPr lang="zh-CN" altLang="en-US" sz="1200" dirty="0"/>
              <a:t>页表是存放在第 </a:t>
            </a:r>
            <a:r>
              <a:rPr lang="en-US" altLang="zh-CN" sz="1200" dirty="0"/>
              <a:t>1011#</a:t>
            </a:r>
            <a:r>
              <a:rPr lang="zh-CN" altLang="en-US" sz="1200" dirty="0"/>
              <a:t>物理块中。我们可以利用外层页表和页 表这两级页表，来实现从进程的逻辑地址到内存中物理地址间的变换</a:t>
            </a:r>
            <a:endParaRPr lang="zh-CN" altLang="en-US" sz="1200" dirty="0">
              <a:solidFill>
                <a:srgbClr val="0000FF"/>
              </a:solidFill>
            </a:endParaRPr>
          </a:p>
        </p:txBody>
      </p:sp>
      <p:sp>
        <p:nvSpPr>
          <p:cNvPr id="4" name="灯片编号占位符 3"/>
          <p:cNvSpPr>
            <a:spLocks noGrp="1"/>
          </p:cNvSpPr>
          <p:nvPr>
            <p:ph type="sldNum" sz="quarter" idx="5"/>
          </p:nvPr>
        </p:nvSpPr>
        <p:spPr/>
        <p:txBody>
          <a:bodyPr/>
          <a:lstStyle/>
          <a:p>
            <a:fld id="{E137D3FE-8A53-474B-A2E1-BB81872D0D6E}" type="slidenum">
              <a:rPr lang="zh-CN" altLang="en-US" smtClean="0"/>
            </a:fld>
            <a:endParaRPr lang="zh-CN"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914400" lvl="2" indent="-457200">
              <a:lnSpc>
                <a:spcPct val="150000"/>
              </a:lnSpc>
              <a:spcBef>
                <a:spcPts val="1000"/>
              </a:spcBef>
              <a:buClr>
                <a:srgbClr val="0000FF"/>
              </a:buClr>
              <a:buFont typeface="Wingdings" panose="05000000000000000000" pitchFamily="2" charset="2"/>
              <a:buChar char="Ø"/>
            </a:pP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若未出现越界错误，则将页表始址与页号和页表项长度的乘积相加，便得到该表项在页表中的位置，于是可从中得到该页的物理块号，将之装入物理地址寄存器中。与此同时，再将有效地址寄存器中的页内地址送入物理地址寄存器的块内地址字段中。这样便完成了从逻辑地址到物理地址的变换。</a:t>
            </a:r>
            <a:endParaRPr lang="zh-CN" altLang="en-US" b="1" dirty="0">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4" name="灯片编号占位符 3"/>
          <p:cNvSpPr>
            <a:spLocks noGrp="1"/>
          </p:cNvSpPr>
          <p:nvPr>
            <p:ph type="sldNum" sz="quarter" idx="5"/>
          </p:nvPr>
        </p:nvSpPr>
        <p:spPr/>
        <p:txBody>
          <a:bodyPr/>
          <a:lstStyle/>
          <a:p>
            <a:fld id="{E137D3FE-8A53-474B-A2E1-BB81872D0D6E}" type="slidenum">
              <a:rPr lang="zh-CN" altLang="en-US" smtClean="0"/>
            </a:fld>
            <a:endParaRPr lang="zh-CN"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914400" lvl="2" indent="-457200">
              <a:lnSpc>
                <a:spcPct val="150000"/>
              </a:lnSpc>
              <a:spcBef>
                <a:spcPts val="1000"/>
              </a:spcBef>
              <a:buClr>
                <a:srgbClr val="0000FF"/>
              </a:buClr>
              <a:buFont typeface="Wingdings" panose="05000000000000000000" pitchFamily="2" charset="2"/>
              <a:buChar char="Ø"/>
            </a:pP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若未出现越界错误，则将页表始址与页号和页表项长度的乘积相加，便得到该表项在页表中的位置，于是可从中得到该页的物理块号，将之装入物理地址寄存器中。与此同时，再将有效地址寄存器中的页内地址送入物理地址寄存器的块内地址字段中。这样便完成了从逻辑地址到物理地址的变换。</a:t>
            </a:r>
            <a:endParaRPr lang="zh-CN" altLang="en-US" b="1" dirty="0">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4" name="灯片编号占位符 3"/>
          <p:cNvSpPr>
            <a:spLocks noGrp="1"/>
          </p:cNvSpPr>
          <p:nvPr>
            <p:ph type="sldNum" sz="quarter" idx="5"/>
          </p:nvPr>
        </p:nvSpPr>
        <p:spPr/>
        <p:txBody>
          <a:bodyPr/>
          <a:lstStyle/>
          <a:p>
            <a:fld id="{E137D3FE-8A53-474B-A2E1-BB81872D0D6E}" type="slidenum">
              <a:rPr lang="zh-CN" altLang="en-US" smtClean="0"/>
            </a:fld>
            <a:endParaRPr lang="zh-CN" alt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914400" lvl="2" indent="-457200">
              <a:lnSpc>
                <a:spcPct val="150000"/>
              </a:lnSpc>
              <a:spcBef>
                <a:spcPts val="1000"/>
              </a:spcBef>
              <a:buClr>
                <a:srgbClr val="0000FF"/>
              </a:buClr>
              <a:buFont typeface="Wingdings" panose="05000000000000000000" pitchFamily="2" charset="2"/>
              <a:buChar char="Ø"/>
            </a:pP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若未出现越界错误，则将页表始址与页号和页表项长度的乘积相加，便得到该表项在页表中的位置，于是可从中得到该页的物理块号，将之装入物理地址寄存器中。与此同时，再将有效地址寄存器中的页内地址送入物理地址寄存器的块内地址字段中。这样便完成了从逻辑地址到物理地址的变换。</a:t>
            </a:r>
            <a:endParaRPr lang="zh-CN" altLang="en-US" b="1" dirty="0">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4" name="灯片编号占位符 3"/>
          <p:cNvSpPr>
            <a:spLocks noGrp="1"/>
          </p:cNvSpPr>
          <p:nvPr>
            <p:ph type="sldNum" sz="quarter" idx="5"/>
          </p:nvPr>
        </p:nvSpPr>
        <p:spPr/>
        <p:txBody>
          <a:bodyPr/>
          <a:lstStyle/>
          <a:p>
            <a:fld id="{E137D3FE-8A53-474B-A2E1-BB81872D0D6E}" type="slidenum">
              <a:rPr lang="zh-CN" altLang="en-US" smtClean="0"/>
            </a:fld>
            <a:endParaRPr lang="zh-CN" alt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71CCA86-EDB4-4A8E-81D1-FD3C4825D266}" type="slidenum">
              <a:rPr lang="zh-CN" altLang="en-US" smtClean="0"/>
            </a:fld>
            <a:endParaRPr lang="zh-CN" alt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71CCA86-EDB4-4A8E-81D1-FD3C4825D266}" type="slidenum">
              <a:rPr lang="zh-CN" altLang="en-US" smtClean="0"/>
            </a:fld>
            <a:endParaRPr lang="zh-CN" alt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914400" lvl="2" indent="-457200">
              <a:lnSpc>
                <a:spcPct val="150000"/>
              </a:lnSpc>
              <a:spcBef>
                <a:spcPts val="1000"/>
              </a:spcBef>
              <a:buClr>
                <a:srgbClr val="0000FF"/>
              </a:buClr>
              <a:buFont typeface="Wingdings" panose="05000000000000000000" pitchFamily="2" charset="2"/>
              <a:buChar char="Ø"/>
            </a:pP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若未出现越界错误，则将页表始址与页号和页表项长度的乘积相加，便得到该表项在页表中的位置，于是可从中得到该页的物理块号，将之装入物理地址寄存器中。与此同时，再将有效地址寄存器中的页内地址送入物理地址寄存器的块内地址字段中。这样便完成了从逻辑地址到物理地址的变换。</a:t>
            </a:r>
            <a:endParaRPr lang="zh-CN" altLang="en-US" b="1" dirty="0">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4" name="灯片编号占位符 3"/>
          <p:cNvSpPr>
            <a:spLocks noGrp="1"/>
          </p:cNvSpPr>
          <p:nvPr>
            <p:ph type="sldNum" sz="quarter" idx="5"/>
          </p:nvPr>
        </p:nvSpPr>
        <p:spPr/>
        <p:txBody>
          <a:bodyPr/>
          <a:lstStyle/>
          <a:p>
            <a:fld id="{E137D3FE-8A53-474B-A2E1-BB81872D0D6E}" type="slidenum">
              <a:rPr lang="zh-CN" altLang="en-US" smtClean="0"/>
            </a:fld>
            <a:endParaRPr lang="zh-CN" alt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914400" lvl="2" indent="-457200">
              <a:lnSpc>
                <a:spcPct val="150000"/>
              </a:lnSpc>
              <a:spcBef>
                <a:spcPts val="1000"/>
              </a:spcBef>
              <a:buClr>
                <a:srgbClr val="0000FF"/>
              </a:buClr>
              <a:buFont typeface="Wingdings" panose="05000000000000000000" pitchFamily="2" charset="2"/>
              <a:buChar char="Ø"/>
            </a:pPr>
            <a:r>
              <a:rPr lang="zh-CN" altLang="en-US" b="1" dirty="0">
                <a:latin typeface="微软雅黑" panose="020B0503020204020204" pitchFamily="34" charset="-122"/>
                <a:ea typeface="微软雅黑" panose="020B0503020204020204" pitchFamily="34" charset="-122"/>
              </a:rPr>
              <a:t>。例如，有主程序段</a:t>
            </a:r>
            <a:r>
              <a:rPr lang="en-US" altLang="zh-CN" b="1" dirty="0">
                <a:latin typeface="微软雅黑" panose="020B0503020204020204" pitchFamily="34" charset="-122"/>
                <a:ea typeface="微软雅黑" panose="020B0503020204020204" pitchFamily="34" charset="-122"/>
              </a:rPr>
              <a:t>MAIN</a:t>
            </a:r>
            <a:r>
              <a:rPr lang="zh-CN" altLang="en-US" b="1" dirty="0">
                <a:latin typeface="微软雅黑" panose="020B0503020204020204" pitchFamily="34" charset="-122"/>
                <a:ea typeface="微软雅黑" panose="020B0503020204020204" pitchFamily="34" charset="-122"/>
              </a:rPr>
              <a:t>、子程序段</a:t>
            </a:r>
            <a:r>
              <a:rPr lang="en-US" altLang="zh-CN" b="1" dirty="0">
                <a:latin typeface="微软雅黑" panose="020B0503020204020204" pitchFamily="34" charset="-122"/>
                <a:ea typeface="微软雅黑" panose="020B0503020204020204" pitchFamily="34" charset="-122"/>
              </a:rPr>
              <a:t>X</a:t>
            </a:r>
            <a:r>
              <a:rPr lang="zh-CN" altLang="en-US" b="1" dirty="0">
                <a:latin typeface="微软雅黑" panose="020B0503020204020204" pitchFamily="34" charset="-122"/>
                <a:ea typeface="微软雅黑" panose="020B0503020204020204" pitchFamily="34" charset="-122"/>
              </a:rPr>
              <a:t>、数据段</a:t>
            </a:r>
            <a:r>
              <a:rPr lang="en-US" altLang="zh-CN" b="1" dirty="0">
                <a:latin typeface="微软雅黑" panose="020B0503020204020204" pitchFamily="34" charset="-122"/>
                <a:ea typeface="微软雅黑" panose="020B0503020204020204" pitchFamily="34" charset="-122"/>
              </a:rPr>
              <a:t>D </a:t>
            </a:r>
            <a:r>
              <a:rPr lang="zh-CN" altLang="en-US" b="1" dirty="0">
                <a:latin typeface="微软雅黑" panose="020B0503020204020204" pitchFamily="34" charset="-122"/>
                <a:ea typeface="微软雅黑" panose="020B0503020204020204" pitchFamily="34" charset="-122"/>
              </a:rPr>
              <a:t>及栈段</a:t>
            </a:r>
            <a:r>
              <a:rPr lang="en-US" altLang="zh-CN" b="1" dirty="0">
                <a:latin typeface="微软雅黑" panose="020B0503020204020204" pitchFamily="34" charset="-122"/>
                <a:ea typeface="微软雅黑" panose="020B0503020204020204" pitchFamily="34" charset="-122"/>
              </a:rPr>
              <a:t>S</a:t>
            </a:r>
            <a:r>
              <a:rPr lang="zh-CN" altLang="en-US" b="1" dirty="0">
                <a:latin typeface="微软雅黑" panose="020B0503020204020204" pitchFamily="34" charset="-122"/>
                <a:ea typeface="微软雅黑" panose="020B0503020204020204" pitchFamily="34" charset="-122"/>
              </a:rPr>
              <a:t>等，如图</a:t>
            </a:r>
            <a:r>
              <a:rPr lang="en-US" altLang="zh-CN" b="1" dirty="0">
                <a:latin typeface="微软雅黑" panose="020B0503020204020204" pitchFamily="34" charset="-122"/>
                <a:ea typeface="微软雅黑" panose="020B0503020204020204" pitchFamily="34" charset="-122"/>
              </a:rPr>
              <a:t>4-17 </a:t>
            </a:r>
            <a:r>
              <a:rPr lang="zh-CN" altLang="en-US" b="1" dirty="0">
                <a:latin typeface="微软雅黑" panose="020B0503020204020204" pitchFamily="34" charset="-122"/>
                <a:ea typeface="微软雅黑" panose="020B0503020204020204" pitchFamily="34" charset="-122"/>
              </a:rPr>
              <a:t>所示。</a:t>
            </a:r>
            <a:endParaRPr lang="zh-CN" altLang="en-US" b="1" dirty="0">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4" name="灯片编号占位符 3"/>
          <p:cNvSpPr>
            <a:spLocks noGrp="1"/>
          </p:cNvSpPr>
          <p:nvPr>
            <p:ph type="sldNum" sz="quarter" idx="5"/>
          </p:nvPr>
        </p:nvSpPr>
        <p:spPr/>
        <p:txBody>
          <a:bodyPr/>
          <a:lstStyle/>
          <a:p>
            <a:fld id="{E137D3FE-8A53-474B-A2E1-BB81872D0D6E}" type="slidenum">
              <a:rPr lang="zh-CN" altLang="en-US" smtClean="0"/>
            </a:fld>
            <a:endParaRPr lang="zh-CN" alt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914400" lvl="2" indent="-457200">
              <a:lnSpc>
                <a:spcPct val="150000"/>
              </a:lnSpc>
              <a:spcBef>
                <a:spcPts val="1000"/>
              </a:spcBef>
              <a:buClr>
                <a:srgbClr val="0000FF"/>
              </a:buClr>
              <a:buFont typeface="Wingdings" panose="05000000000000000000" pitchFamily="2" charset="2"/>
              <a:buChar char="Ø"/>
            </a:pPr>
            <a:r>
              <a:rPr lang="zh-CN" altLang="en-US" sz="1200" b="1" dirty="0">
                <a:latin typeface="微软雅黑" panose="020B0503020204020204" pitchFamily="34" charset="-122"/>
                <a:ea typeface="微软雅黑" panose="020B0503020204020204" pitchFamily="34" charset="-122"/>
              </a:rPr>
              <a:t>如图</a:t>
            </a:r>
            <a:r>
              <a:rPr lang="en-US" altLang="zh-CN" sz="1200" b="1" dirty="0">
                <a:latin typeface="微软雅黑" panose="020B0503020204020204" pitchFamily="34" charset="-122"/>
                <a:ea typeface="微软雅黑" panose="020B0503020204020204" pitchFamily="34" charset="-122"/>
              </a:rPr>
              <a:t>4-17 </a:t>
            </a:r>
            <a:r>
              <a:rPr lang="zh-CN" altLang="en-US" sz="1200" b="1" dirty="0">
                <a:latin typeface="微软雅黑" panose="020B0503020204020204" pitchFamily="34" charset="-122"/>
                <a:ea typeface="微软雅黑" panose="020B0503020204020204" pitchFamily="34" charset="-122"/>
              </a:rPr>
              <a:t>所示。段表可以存放在一组寄存器中，这样有利于提高地址转换速度，但更常见的是将段表放在内存中。在配置了段表后，执行中的进程可通过查找段表找到每个段所对应的内存区。</a:t>
            </a:r>
            <a:endParaRPr lang="zh-CN" altLang="en-US" b="1" dirty="0">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4" name="灯片编号占位符 3"/>
          <p:cNvSpPr>
            <a:spLocks noGrp="1"/>
          </p:cNvSpPr>
          <p:nvPr>
            <p:ph type="sldNum" sz="quarter" idx="5"/>
          </p:nvPr>
        </p:nvSpPr>
        <p:spPr/>
        <p:txBody>
          <a:bodyPr/>
          <a:lstStyle/>
          <a:p>
            <a:fld id="{E137D3FE-8A53-474B-A2E1-BB81872D0D6E}" type="slidenum">
              <a:rPr lang="zh-CN" altLang="en-US" smtClean="0"/>
            </a:fld>
            <a:endParaRPr lang="zh-CN" alt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914400" lvl="2" indent="-457200">
              <a:lnSpc>
                <a:spcPct val="150000"/>
              </a:lnSpc>
              <a:spcBef>
                <a:spcPts val="1000"/>
              </a:spcBef>
              <a:buClr>
                <a:srgbClr val="0000FF"/>
              </a:buClr>
              <a:buFont typeface="Wingdings" panose="05000000000000000000" pitchFamily="2" charset="2"/>
              <a:buChar char="Ø"/>
            </a:pPr>
            <a:r>
              <a:rPr lang="zh-CN" altLang="en-US" sz="1200" b="1" dirty="0">
                <a:latin typeface="微软雅黑" panose="020B0503020204020204" pitchFamily="34" charset="-122"/>
                <a:ea typeface="微软雅黑" panose="020B0503020204020204" pitchFamily="34" charset="-122"/>
              </a:rPr>
              <a:t>如图</a:t>
            </a:r>
            <a:r>
              <a:rPr lang="en-US" altLang="zh-CN" sz="1200" b="1" dirty="0">
                <a:latin typeface="微软雅黑" panose="020B0503020204020204" pitchFamily="34" charset="-122"/>
                <a:ea typeface="微软雅黑" panose="020B0503020204020204" pitchFamily="34" charset="-122"/>
              </a:rPr>
              <a:t>4-17 </a:t>
            </a:r>
            <a:r>
              <a:rPr lang="zh-CN" altLang="en-US" sz="1200" b="1" dirty="0">
                <a:latin typeface="微软雅黑" panose="020B0503020204020204" pitchFamily="34" charset="-122"/>
                <a:ea typeface="微软雅黑" panose="020B0503020204020204" pitchFamily="34" charset="-122"/>
              </a:rPr>
              <a:t>所示。段表可以存放在一组寄存器中，这样有利于提高地址转换速度，但更常见的是将段表放在内存中。在配置了段表后，执行中的进程可通过查找段表找到每个段所对应的内存区。</a:t>
            </a:r>
            <a:endParaRPr lang="zh-CN" altLang="en-US" b="1" dirty="0">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4" name="灯片编号占位符 3"/>
          <p:cNvSpPr>
            <a:spLocks noGrp="1"/>
          </p:cNvSpPr>
          <p:nvPr>
            <p:ph type="sldNum" sz="quarter" idx="5"/>
          </p:nvPr>
        </p:nvSpPr>
        <p:spPr/>
        <p:txBody>
          <a:bodyPr/>
          <a:lstStyle/>
          <a:p>
            <a:fld id="{E137D3FE-8A53-474B-A2E1-BB81872D0D6E}" type="slidenum">
              <a:rPr lang="zh-CN" altLang="en-US" smtClean="0"/>
            </a:fld>
            <a:endParaRPr lang="zh-CN" alt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914400" lvl="2" indent="-457200">
              <a:lnSpc>
                <a:spcPct val="150000"/>
              </a:lnSpc>
              <a:spcBef>
                <a:spcPts val="1000"/>
              </a:spcBef>
              <a:buClr>
                <a:srgbClr val="0000FF"/>
              </a:buClr>
              <a:buFont typeface="Wingdings" panose="05000000000000000000" pitchFamily="2" charset="2"/>
              <a:buChar char="Ø"/>
            </a:pPr>
            <a:r>
              <a:rPr lang="zh-CN" altLang="en-US" sz="1200" b="1" dirty="0">
                <a:latin typeface="微软雅黑" panose="020B0503020204020204" pitchFamily="34" charset="-122"/>
                <a:ea typeface="微软雅黑" panose="020B0503020204020204" pitchFamily="34" charset="-122"/>
              </a:rPr>
              <a:t>如图</a:t>
            </a:r>
            <a:r>
              <a:rPr lang="en-US" altLang="zh-CN" sz="1200" b="1" dirty="0">
                <a:latin typeface="微软雅黑" panose="020B0503020204020204" pitchFamily="34" charset="-122"/>
                <a:ea typeface="微软雅黑" panose="020B0503020204020204" pitchFamily="34" charset="-122"/>
              </a:rPr>
              <a:t>4-17 </a:t>
            </a:r>
            <a:r>
              <a:rPr lang="zh-CN" altLang="en-US" sz="1200" b="1" dirty="0">
                <a:latin typeface="微软雅黑" panose="020B0503020204020204" pitchFamily="34" charset="-122"/>
                <a:ea typeface="微软雅黑" panose="020B0503020204020204" pitchFamily="34" charset="-122"/>
              </a:rPr>
              <a:t>所示。段表可以存放在一组寄存器中，这样有利于提高地址转换速度，但更常见的是将段表放在内存中。在配置了段表后，执行中的进程可通过查找段表找到每个段所对应的内存区。</a:t>
            </a:r>
            <a:endParaRPr lang="zh-CN" altLang="en-US" b="1" dirty="0">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4" name="灯片编号占位符 3"/>
          <p:cNvSpPr>
            <a:spLocks noGrp="1"/>
          </p:cNvSpPr>
          <p:nvPr>
            <p:ph type="sldNum" sz="quarter" idx="5"/>
          </p:nvPr>
        </p:nvSpPr>
        <p:spPr/>
        <p:txBody>
          <a:bodyPr/>
          <a:lstStyle/>
          <a:p>
            <a:fld id="{E137D3FE-8A53-474B-A2E1-BB81872D0D6E}" type="slidenum">
              <a:rPr lang="zh-CN" altLang="en-US" smtClean="0"/>
            </a:fld>
            <a:endParaRPr lang="zh-CN" altLang="en-US"/>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914400" lvl="2" indent="-457200">
              <a:lnSpc>
                <a:spcPct val="150000"/>
              </a:lnSpc>
              <a:spcBef>
                <a:spcPts val="1000"/>
              </a:spcBef>
              <a:buClr>
                <a:srgbClr val="0000FF"/>
              </a:buClr>
              <a:buFont typeface="Wingdings" panose="05000000000000000000" pitchFamily="2" charset="2"/>
              <a:buChar char="Ø"/>
            </a:pPr>
            <a:r>
              <a:rPr lang="zh-CN" altLang="en-US" sz="1200" b="1" dirty="0">
                <a:latin typeface="微软雅黑" panose="020B0503020204020204" pitchFamily="34" charset="-122"/>
                <a:ea typeface="微软雅黑" panose="020B0503020204020204" pitchFamily="34" charset="-122"/>
              </a:rPr>
              <a:t>如图</a:t>
            </a:r>
            <a:r>
              <a:rPr lang="en-US" altLang="zh-CN" sz="1200" b="1" dirty="0">
                <a:latin typeface="微软雅黑" panose="020B0503020204020204" pitchFamily="34" charset="-122"/>
                <a:ea typeface="微软雅黑" panose="020B0503020204020204" pitchFamily="34" charset="-122"/>
              </a:rPr>
              <a:t>4-17 </a:t>
            </a:r>
            <a:r>
              <a:rPr lang="zh-CN" altLang="en-US" sz="1200" b="1" dirty="0">
                <a:latin typeface="微软雅黑" panose="020B0503020204020204" pitchFamily="34" charset="-122"/>
                <a:ea typeface="微软雅黑" panose="020B0503020204020204" pitchFamily="34" charset="-122"/>
              </a:rPr>
              <a:t>所示。段表可以存放在一组寄存器中，这样有利于提高地址转换速度，但更常见的是将段表放在内存中。在配置了段表后，执行中的进程可通过查找段表找到每个段所对应的内存区。</a:t>
            </a:r>
            <a:endParaRPr lang="zh-CN" altLang="en-US" b="1" dirty="0">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4" name="灯片编号占位符 3"/>
          <p:cNvSpPr>
            <a:spLocks noGrp="1"/>
          </p:cNvSpPr>
          <p:nvPr>
            <p:ph type="sldNum" sz="quarter" idx="5"/>
          </p:nvPr>
        </p:nvSpPr>
        <p:spPr/>
        <p:txBody>
          <a:bodyPr/>
          <a:lstStyle/>
          <a:p>
            <a:fld id="{E137D3FE-8A53-474B-A2E1-BB81872D0D6E}" type="slidenum">
              <a:rPr lang="zh-CN" altLang="en-US" smtClean="0"/>
            </a:fld>
            <a:endParaRPr lang="zh-CN" altLang="en-US"/>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914400" lvl="2" indent="-457200">
              <a:lnSpc>
                <a:spcPct val="150000"/>
              </a:lnSpc>
              <a:spcBef>
                <a:spcPts val="1000"/>
              </a:spcBef>
              <a:buClr>
                <a:srgbClr val="0000FF"/>
              </a:buClr>
              <a:buFont typeface="Wingdings" panose="05000000000000000000" pitchFamily="2" charset="2"/>
              <a:buChar char="Ø"/>
            </a:pP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若未出现越界错误，则将页表始址与页号和页表项长度的乘积相加，便得到该表项在页表中的位置，于是可从中得到该页的物理块号，将之装入物理地址寄存器中。与此同时，再将有效地址寄存器中的页内地址送入物理地址寄存器的块内地址字段中。这样便完成了从逻辑地址到物理地址的变换。</a:t>
            </a:r>
            <a:endParaRPr lang="zh-CN" altLang="en-US" b="1" dirty="0">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4" name="灯片编号占位符 3"/>
          <p:cNvSpPr>
            <a:spLocks noGrp="1"/>
          </p:cNvSpPr>
          <p:nvPr>
            <p:ph type="sldNum" sz="quarter" idx="5"/>
          </p:nvPr>
        </p:nvSpPr>
        <p:spPr/>
        <p:txBody>
          <a:bodyPr/>
          <a:lstStyle/>
          <a:p>
            <a:fld id="{E137D3FE-8A53-474B-A2E1-BB81872D0D6E}" type="slidenum">
              <a:rPr lang="zh-CN" altLang="en-US" smtClean="0"/>
            </a:fld>
            <a:endParaRPr lang="zh-CN" altLang="en-US"/>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914400" lvl="2" indent="-457200">
              <a:lnSpc>
                <a:spcPct val="150000"/>
              </a:lnSpc>
              <a:spcBef>
                <a:spcPts val="1000"/>
              </a:spcBef>
              <a:buClr>
                <a:srgbClr val="0000FF"/>
              </a:buClr>
              <a:buFont typeface="Wingdings" panose="05000000000000000000" pitchFamily="2" charset="2"/>
              <a:buChar char="Ø"/>
            </a:pP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若未出现越界错误，则将页表始址与页号和页表项长度的乘积相加，便得到该表项在页表中的位置，于是可从中得到该页的物理块号，将之装入物理地址寄存器中。与此同时，再将有效地址寄存器中的页内地址送入物理地址寄存器的块内地址字段中。这样便完成了从逻辑地址到物理地址的变换。</a:t>
            </a:r>
            <a:endParaRPr lang="zh-CN" altLang="en-US" b="1" dirty="0">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4" name="灯片编号占位符 3"/>
          <p:cNvSpPr>
            <a:spLocks noGrp="1"/>
          </p:cNvSpPr>
          <p:nvPr>
            <p:ph type="sldNum" sz="quarter" idx="5"/>
          </p:nvPr>
        </p:nvSpPr>
        <p:spPr/>
        <p:txBody>
          <a:bodyPr/>
          <a:lstStyle/>
          <a:p>
            <a:fld id="{E137D3FE-8A53-474B-A2E1-BB81872D0D6E}" type="slidenum">
              <a:rPr lang="zh-CN" altLang="en-US" smtClean="0"/>
            </a:fld>
            <a:endParaRPr lang="zh-CN" altLang="en-US"/>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914400" lvl="2" indent="-457200">
              <a:lnSpc>
                <a:spcPct val="150000"/>
              </a:lnSpc>
              <a:spcBef>
                <a:spcPts val="1000"/>
              </a:spcBef>
              <a:buClr>
                <a:srgbClr val="0000FF"/>
              </a:buClr>
              <a:buFont typeface="Wingdings" panose="05000000000000000000" pitchFamily="2" charset="2"/>
              <a:buChar char="Ø"/>
            </a:pP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若未出现越界错误，则将页表始址与页号和页表项长度的乘积相加，便得到该表项在页表中的位置，于是可从中得到该页的物理块号，将之装入物理地址寄存器中。与此同时，再将有效地址寄存器中的页内地址送入物理地址寄存器的块内地址字段中。这样便完成了从逻辑地址到物理地址的变换。</a:t>
            </a:r>
            <a:endParaRPr lang="zh-CN" altLang="en-US" b="1" dirty="0">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4" name="灯片编号占位符 3"/>
          <p:cNvSpPr>
            <a:spLocks noGrp="1"/>
          </p:cNvSpPr>
          <p:nvPr>
            <p:ph type="sldNum" sz="quarter" idx="5"/>
          </p:nvPr>
        </p:nvSpPr>
        <p:spPr/>
        <p:txBody>
          <a:bodyPr/>
          <a:lstStyle/>
          <a:p>
            <a:fld id="{E137D3FE-8A53-474B-A2E1-BB81872D0D6E}"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BD8320B0-FD0C-4BEC-B4C0-C62DE03CACE4}" type="datetime1">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r>
              <a:rPr lang="zh-CN" altLang="en-US" dirty="0"/>
              <a:t>第</a:t>
            </a:r>
            <a:fld id="{0D4EF626-F2E7-47E8-A3E5-EAE9C4555C6D}" type="slidenum">
              <a:rPr lang="zh-CN" altLang="en-US" smtClean="0"/>
            </a:fld>
            <a:r>
              <a:rPr lang="zh-CN" altLang="en-US" dirty="0"/>
              <a:t>页，共</a:t>
            </a:r>
            <a:r>
              <a:rPr lang="en-US" altLang="zh-CN" dirty="0"/>
              <a:t>50</a:t>
            </a:r>
            <a:r>
              <a:rPr lang="zh-CN" altLang="en-US" dirty="0"/>
              <a:t>页</a:t>
            </a:r>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0F910D08-6940-47A1-B97C-3CB2C8D37F76}" type="datetime1">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r>
              <a:rPr lang="zh-CN" altLang="en-US" dirty="0"/>
              <a:t>第</a:t>
            </a:r>
            <a:fld id="{0D4EF626-F2E7-47E8-A3E5-EAE9C4555C6D}" type="slidenum">
              <a:rPr lang="zh-CN" altLang="en-US" smtClean="0"/>
            </a:fld>
            <a:r>
              <a:rPr lang="zh-CN" altLang="en-US" dirty="0"/>
              <a:t>页，共</a:t>
            </a:r>
            <a:r>
              <a:rPr lang="en-US" altLang="zh-CN" dirty="0"/>
              <a:t>50</a:t>
            </a:r>
            <a:r>
              <a:rPr lang="zh-CN" altLang="en-US" dirty="0"/>
              <a:t>页</a:t>
            </a:r>
            <a:endParaRPr lang="zh-CN" alt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1" y="1709741"/>
            <a:ext cx="105156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p:nvPr>
        </p:nvSpPr>
        <p:spPr>
          <a:xfrm>
            <a:off x="831851" y="4589466"/>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fld id="{A5124458-3696-424B-94E5-721F571C486B}" type="datetime1">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F24C5761-46A8-4841-BDA5-571D16466241}"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p>
            <a:fld id="{9F8AD39C-4028-4178-AEF8-587109B605E8}" type="datetime1">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F24C5761-46A8-4841-BDA5-571D16466241}"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8"/>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9789"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839789" y="2505075"/>
            <a:ext cx="5157787"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72201"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72201" y="2505075"/>
            <a:ext cx="5183188"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p:txBody>
          <a:bodyPr/>
          <a:lstStyle/>
          <a:p>
            <a:fld id="{9064F7FC-80B4-491A-9223-88670FE35849}" type="datetime1">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F24C5761-46A8-4841-BDA5-571D16466241}"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5D84965C-8B2E-4A28-A5E5-17F6570E3C73}" type="datetime1">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F24C5761-46A8-4841-BDA5-571D16466241}"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FD545C8F-8D9F-4BBD-81D9-DAA993B0B221}" type="datetime1">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F24C5761-46A8-4841-BDA5-571D16466241}"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p:nvPr>
        </p:nvSpPr>
        <p:spPr>
          <a:xfrm>
            <a:off x="5183188" y="987428"/>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D9F8913D-7F59-4E2A-A95F-2065B3868B51}" type="datetime1">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F24C5761-46A8-4841-BDA5-571D16466241}"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8"/>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ADBFE103-9464-432D-A556-38A0098ADFB5}" type="datetime1">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F24C5761-46A8-4841-BDA5-571D16466241}"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B81A5194-67BC-43E6-8119-B1D97DA06C9F}" type="datetime1">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F24C5761-46A8-4841-BDA5-571D16466241}"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1" y="365125"/>
            <a:ext cx="2628900"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838201" y="365125"/>
            <a:ext cx="7734300" cy="5811838"/>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8A96BA2E-608F-4C66-9D28-6A9F77E8C34B}" type="datetime1">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F24C5761-46A8-4841-BDA5-571D16466241}" type="slidenum">
              <a:rPr lang="zh-CN" altLang="en-US" smtClean="0"/>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914400" y="1122363"/>
            <a:ext cx="10363200" cy="2387600"/>
          </a:xfrm>
        </p:spPr>
        <p:txBody>
          <a:bodyPr anchor="b"/>
          <a:lstStyle>
            <a:lvl1pPr algn="ctr">
              <a:defRPr sz="6000"/>
            </a:lvl1pPr>
          </a:lstStyle>
          <a:p>
            <a:r>
              <a:rPr lang="zh-CN" altLang="en-US"/>
              <a:t>单击此处编辑母版标题样式</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p>
            <a:fld id="{77173ECC-6B14-49CC-9EEC-7D6EEF506E5D}" type="datetime1">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r>
              <a:rPr lang="zh-CN" altLang="en-US"/>
              <a:t>第</a:t>
            </a:r>
            <a:fld id="{0D4EF626-F2E7-47E8-A3E5-EAE9C4555C6D}" type="slidenum">
              <a:rPr lang="zh-CN" altLang="en-US" smtClean="0"/>
            </a:fld>
            <a:r>
              <a:rPr lang="zh-CN" altLang="en-US"/>
              <a:t>页，共</a:t>
            </a:r>
            <a:r>
              <a:rPr lang="en-US" altLang="zh-CN" dirty="0"/>
              <a:t>50</a:t>
            </a:r>
            <a:r>
              <a:rPr lang="zh-CN" altLang="en-US"/>
              <a:t>页</a:t>
            </a:r>
            <a:endParaRPr lang="zh-CN" alt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a:xfrm>
            <a:off x="10768" y="-88295"/>
            <a:ext cx="10515600" cy="1325563"/>
          </a:xfrm>
        </p:spPr>
        <p:txBody>
          <a:bodyPr>
            <a:normAutofit/>
          </a:bodyPr>
          <a:lstStyle>
            <a:lvl1pPr>
              <a:defRPr sz="4000" b="1">
                <a:latin typeface="微软雅黑" panose="020B0503020204020204" pitchFamily="34" charset="-122"/>
                <a:ea typeface="微软雅黑" panose="020B0503020204020204" pitchFamily="34" charset="-122"/>
              </a:defRPr>
            </a:lvl1pPr>
          </a:lstStyle>
          <a:p>
            <a:r>
              <a:rPr lang="zh-CN" altLang="en-US" dirty="0"/>
              <a:t>单击此处编辑母版标题样式</a:t>
            </a:r>
            <a:endParaRPr lang="en-US" dirty="0"/>
          </a:p>
        </p:txBody>
      </p:sp>
      <p:sp>
        <p:nvSpPr>
          <p:cNvPr id="3" name="Content Placeholder 2"/>
          <p:cNvSpPr>
            <a:spLocks noGrp="1"/>
          </p:cNvSpPr>
          <p:nvPr>
            <p:ph idx="1"/>
          </p:nvPr>
        </p:nvSpPr>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4" name="Date Placeholder 3"/>
          <p:cNvSpPr>
            <a:spLocks noGrp="1"/>
          </p:cNvSpPr>
          <p:nvPr>
            <p:ph type="dt" sz="half" idx="10"/>
          </p:nvPr>
        </p:nvSpPr>
        <p:spPr/>
        <p:txBody>
          <a:bodyPr/>
          <a:lstStyle/>
          <a:p>
            <a:fld id="{C673980B-1AB3-4BE3-9F3D-184B76B15B8E}" type="datetime1">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r>
              <a:rPr lang="zh-CN" altLang="en-US"/>
              <a:t>第</a:t>
            </a:r>
            <a:fld id="{0D4EF626-F2E7-47E8-A3E5-EAE9C4555C6D}" type="slidenum">
              <a:rPr lang="zh-CN" altLang="en-US" smtClean="0"/>
            </a:fld>
            <a:r>
              <a:rPr lang="zh-CN" altLang="en-US"/>
              <a:t>页，共</a:t>
            </a:r>
            <a:r>
              <a:rPr lang="en-US" altLang="zh-CN" dirty="0"/>
              <a:t>50</a:t>
            </a:r>
            <a:r>
              <a:rPr lang="zh-CN" altLang="en-US"/>
              <a:t>页</a:t>
            </a:r>
            <a:endParaRPr lang="zh-CN" alt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39"/>
            <a:ext cx="10515600" cy="2852737"/>
          </a:xfrm>
        </p:spPr>
        <p:txBody>
          <a:bodyPr anchor="b"/>
          <a:lstStyle>
            <a:lvl1pPr>
              <a:defRPr sz="6000"/>
            </a:lvl1pPr>
          </a:lstStyle>
          <a:p>
            <a:r>
              <a:rPr lang="zh-CN" altLang="en-US"/>
              <a:t>单击此处编辑母版标题样式</a:t>
            </a:r>
            <a:endParaRPr lang="en-US" dirty="0"/>
          </a:p>
        </p:txBody>
      </p:sp>
      <p:sp>
        <p:nvSpPr>
          <p:cNvPr id="3" name="Text Placeholder 2"/>
          <p:cNvSpPr>
            <a:spLocks noGrp="1"/>
          </p:cNvSpPr>
          <p:nvPr>
            <p:ph type="body" idx="1"/>
          </p:nvPr>
        </p:nvSpPr>
        <p:spPr>
          <a:xfrm>
            <a:off x="831851" y="4589464"/>
            <a:ext cx="105156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endParaRPr lang="zh-CN" altLang="en-US"/>
          </a:p>
        </p:txBody>
      </p:sp>
      <p:sp>
        <p:nvSpPr>
          <p:cNvPr id="4" name="Date Placeholder 3"/>
          <p:cNvSpPr>
            <a:spLocks noGrp="1"/>
          </p:cNvSpPr>
          <p:nvPr>
            <p:ph type="dt" sz="half" idx="10"/>
          </p:nvPr>
        </p:nvSpPr>
        <p:spPr/>
        <p:txBody>
          <a:bodyPr/>
          <a:lstStyle/>
          <a:p>
            <a:fld id="{D1791DB1-19BA-438F-AD6E-73C1FE3ED429}" type="datetime1">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r>
              <a:rPr lang="zh-CN" altLang="en-US"/>
              <a:t>第</a:t>
            </a:r>
            <a:fld id="{0D4EF626-F2E7-47E8-A3E5-EAE9C4555C6D}" type="slidenum">
              <a:rPr lang="zh-CN" altLang="en-US" smtClean="0"/>
            </a:fld>
            <a:r>
              <a:rPr lang="zh-CN" altLang="en-US"/>
              <a:t>页，共</a:t>
            </a:r>
            <a:r>
              <a:rPr lang="en-US" altLang="zh-CN" dirty="0"/>
              <a:t>50</a:t>
            </a:r>
            <a:r>
              <a:rPr lang="zh-CN" altLang="en-US"/>
              <a:t>页</a:t>
            </a:r>
            <a:endParaRPr lang="zh-CN" alt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5" name="Date Placeholder 4"/>
          <p:cNvSpPr>
            <a:spLocks noGrp="1"/>
          </p:cNvSpPr>
          <p:nvPr>
            <p:ph type="dt" sz="half" idx="10"/>
          </p:nvPr>
        </p:nvSpPr>
        <p:spPr/>
        <p:txBody>
          <a:bodyPr/>
          <a:lstStyle/>
          <a:p>
            <a:fld id="{D6363211-15D7-4266-9949-BDC2DE166C7B}" type="datetime1">
              <a:rPr lang="zh-CN" altLang="en-US" smtClean="0"/>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r>
              <a:rPr lang="zh-CN" altLang="en-US"/>
              <a:t>第</a:t>
            </a:r>
            <a:fld id="{0D4EF626-F2E7-47E8-A3E5-EAE9C4555C6D}" type="slidenum">
              <a:rPr lang="zh-CN" altLang="en-US" smtClean="0"/>
            </a:fld>
            <a:r>
              <a:rPr lang="zh-CN" altLang="en-US"/>
              <a:t>页，共</a:t>
            </a:r>
            <a:r>
              <a:rPr lang="en-US" altLang="zh-CN" dirty="0"/>
              <a:t>50</a:t>
            </a:r>
            <a:r>
              <a:rPr lang="zh-CN" altLang="en-US"/>
              <a:t>页</a:t>
            </a:r>
            <a:endParaRPr lang="zh-CN" alt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6"/>
            <a:ext cx="10515600" cy="1325563"/>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Content Placeholder 3"/>
          <p:cNvSpPr>
            <a:spLocks noGrp="1"/>
          </p:cNvSpPr>
          <p:nvPr>
            <p:ph sz="half" idx="2"/>
          </p:nvPr>
        </p:nvSpPr>
        <p:spPr>
          <a:xfrm>
            <a:off x="839789" y="2505075"/>
            <a:ext cx="5157787"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Content Placeholder 5"/>
          <p:cNvSpPr>
            <a:spLocks noGrp="1"/>
          </p:cNvSpPr>
          <p:nvPr>
            <p:ph sz="quarter" idx="4"/>
          </p:nvPr>
        </p:nvSpPr>
        <p:spPr>
          <a:xfrm>
            <a:off x="6172200" y="2505075"/>
            <a:ext cx="5183188"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7" name="Date Placeholder 6"/>
          <p:cNvSpPr>
            <a:spLocks noGrp="1"/>
          </p:cNvSpPr>
          <p:nvPr>
            <p:ph type="dt" sz="half" idx="10"/>
          </p:nvPr>
        </p:nvSpPr>
        <p:spPr/>
        <p:txBody>
          <a:bodyPr/>
          <a:lstStyle/>
          <a:p>
            <a:fld id="{5ABE8598-ED5B-4EF3-BB49-D9896A318265}" type="datetime1">
              <a:rPr lang="zh-CN" altLang="en-US" smtClean="0"/>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0D4EF626-F2E7-47E8-A3E5-EAE9C4555C6D}" type="slidenum">
              <a:rPr lang="zh-CN" altLang="en-US" smtClean="0"/>
            </a:fld>
            <a:endParaRPr lang="zh-CN" alt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05A29871-3A55-486D-9A91-3B7CCF39C4D8}" type="datetime1">
              <a:rPr lang="zh-CN" altLang="en-US" smtClean="0"/>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r>
              <a:rPr lang="zh-CN" altLang="en-US"/>
              <a:t>第</a:t>
            </a:r>
            <a:fld id="{0D4EF626-F2E7-47E8-A3E5-EAE9C4555C6D}" type="slidenum">
              <a:rPr lang="zh-CN" altLang="en-US" smtClean="0"/>
            </a:fld>
            <a:r>
              <a:rPr lang="zh-CN" altLang="en-US"/>
              <a:t>页，共</a:t>
            </a:r>
            <a:r>
              <a:rPr lang="en-US" altLang="zh-CN" dirty="0"/>
              <a:t>50</a:t>
            </a:r>
            <a:r>
              <a:rPr lang="zh-CN" altLang="en-US"/>
              <a:t>页</a:t>
            </a:r>
            <a:endParaRPr lang="zh-CN" altLang="en-US" dirty="0"/>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0FF16C2-AFD8-46BA-B79E-AB55D249BE1C}" type="datetime1">
              <a:rPr lang="zh-CN" altLang="en-US" smtClean="0"/>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r>
              <a:rPr lang="zh-CN" altLang="en-US"/>
              <a:t>第</a:t>
            </a:r>
            <a:fld id="{0D4EF626-F2E7-47E8-A3E5-EAE9C4555C6D}" type="slidenum">
              <a:rPr lang="zh-CN" altLang="en-US" smtClean="0"/>
            </a:fld>
            <a:r>
              <a:rPr lang="zh-CN" altLang="en-US"/>
              <a:t>页，共</a:t>
            </a:r>
            <a:r>
              <a:rPr lang="en-US" altLang="zh-CN" dirty="0"/>
              <a:t>50</a:t>
            </a:r>
            <a:r>
              <a:rPr lang="zh-CN" altLang="en-US"/>
              <a:t>页</a:t>
            </a:r>
            <a:endParaRPr lang="zh-CN" altLang="en-US" dirty="0"/>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dirty="0"/>
          </a:p>
        </p:txBody>
      </p:sp>
      <p:sp>
        <p:nvSpPr>
          <p:cNvPr id="3" name="Content Placeholder 2"/>
          <p:cNvSpPr>
            <a:spLocks noGrp="1"/>
          </p:cNvSpPr>
          <p:nvPr>
            <p:ph idx="1"/>
          </p:nvPr>
        </p:nvSpPr>
        <p:spPr>
          <a:xfrm>
            <a:off x="5183188" y="987426"/>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Date Placeholder 4"/>
          <p:cNvSpPr>
            <a:spLocks noGrp="1"/>
          </p:cNvSpPr>
          <p:nvPr>
            <p:ph type="dt" sz="half" idx="10"/>
          </p:nvPr>
        </p:nvSpPr>
        <p:spPr/>
        <p:txBody>
          <a:bodyPr/>
          <a:lstStyle/>
          <a:p>
            <a:fld id="{EED3A4AA-573C-4719-89F6-476494DE0F8D}" type="datetime1">
              <a:rPr lang="zh-CN" altLang="en-US" smtClean="0"/>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0D4EF626-F2E7-47E8-A3E5-EAE9C4555C6D}" type="slidenum">
              <a:rPr lang="zh-CN" altLang="en-US" smtClean="0"/>
            </a:fld>
            <a:endParaRPr lang="zh-CN" alt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5183188" y="987426"/>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Date Placeholder 4"/>
          <p:cNvSpPr>
            <a:spLocks noGrp="1"/>
          </p:cNvSpPr>
          <p:nvPr>
            <p:ph type="dt" sz="half" idx="10"/>
          </p:nvPr>
        </p:nvSpPr>
        <p:spPr/>
        <p:txBody>
          <a:bodyPr/>
          <a:lstStyle/>
          <a:p>
            <a:fld id="{D1C4049D-73FA-4810-A107-D0E39093CBEF}" type="datetime1">
              <a:rPr lang="zh-CN" altLang="en-US" smtClean="0"/>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0D4EF626-F2E7-47E8-A3E5-EAE9C4555C6D}" type="slidenum">
              <a:rPr lang="zh-CN" altLang="en-US" smtClean="0"/>
            </a:fld>
            <a:endParaRPr lang="zh-CN" alt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4" name="Date Placeholder 3"/>
          <p:cNvSpPr>
            <a:spLocks noGrp="1"/>
          </p:cNvSpPr>
          <p:nvPr>
            <p:ph type="dt" sz="half" idx="10"/>
          </p:nvPr>
        </p:nvSpPr>
        <p:spPr/>
        <p:txBody>
          <a:bodyPr/>
          <a:lstStyle/>
          <a:p>
            <a:fld id="{024DB249-551E-4DD7-A184-443F3E287A7A}" type="datetime1">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0D4EF626-F2E7-47E8-A3E5-EAE9C4555C6D}" type="slidenum">
              <a:rPr lang="zh-CN" altLang="en-US" smtClean="0"/>
            </a:fld>
            <a:endParaRPr lang="zh-CN" alt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4" name="Date Placeholder 3"/>
          <p:cNvSpPr>
            <a:spLocks noGrp="1"/>
          </p:cNvSpPr>
          <p:nvPr>
            <p:ph type="dt" sz="half" idx="10"/>
          </p:nvPr>
        </p:nvSpPr>
        <p:spPr/>
        <p:txBody>
          <a:bodyPr/>
          <a:lstStyle/>
          <a:p>
            <a:fld id="{9027F250-1FDE-4661-833E-83C29D43809E}" type="datetime1">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r>
              <a:rPr lang="zh-CN" altLang="en-US"/>
              <a:t>第</a:t>
            </a:r>
            <a:fld id="{0D4EF626-F2E7-47E8-A3E5-EAE9C4555C6D}" type="slidenum">
              <a:rPr lang="zh-CN" altLang="en-US" smtClean="0"/>
            </a:fld>
            <a:r>
              <a:rPr lang="zh-CN" altLang="en-US"/>
              <a:t>页，共</a:t>
            </a:r>
            <a:r>
              <a:rPr lang="en-US" altLang="zh-CN" dirty="0"/>
              <a:t>50</a:t>
            </a:r>
            <a:r>
              <a:rPr lang="zh-CN" altLang="en-US"/>
              <a:t>页</a:t>
            </a:r>
            <a:endParaRPr lang="zh-CN" altLang="en-US" dirty="0"/>
          </a:p>
        </p:txBody>
      </p:sp>
    </p:spTree>
  </p:cSld>
  <p:clrMapOvr>
    <a:masterClrMapping/>
  </p:clrMapOvr>
  <p:hf hdr="0" ftr="0" dt="0"/>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 Type="http://schemas.openxmlformats.org/officeDocument/2006/relationships/slideLayout" Target="../slideLayouts/slideLayout13.xml"/><Relationship Id="rId12" Type="http://schemas.openxmlformats.org/officeDocument/2006/relationships/theme" Target="../theme/theme2.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8"/>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2"/>
          </p:nvPr>
        </p:nvSpPr>
        <p:spPr>
          <a:xfrm>
            <a:off x="838200" y="6356353"/>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7E7DC1F-037A-4DAA-8FA0-FC0C0DB8E928}" type="datetime1">
              <a:rPr lang="zh-CN" altLang="en-US" smtClean="0"/>
            </a:fld>
            <a:endParaRPr lang="zh-CN" altLang="en-US"/>
          </a:p>
        </p:txBody>
      </p:sp>
      <p:sp>
        <p:nvSpPr>
          <p:cNvPr id="5" name="页脚占位符 4"/>
          <p:cNvSpPr>
            <a:spLocks noGrp="1"/>
          </p:cNvSpPr>
          <p:nvPr>
            <p:ph type="ftr" sz="quarter" idx="3"/>
          </p:nvPr>
        </p:nvSpPr>
        <p:spPr>
          <a:xfrm>
            <a:off x="4038600" y="6356353"/>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3"/>
            <a:ext cx="2743200" cy="365125"/>
          </a:xfrm>
          <a:prstGeom prst="rect">
            <a:avLst/>
          </a:prstGeom>
        </p:spPr>
        <p:txBody>
          <a:bodyPr vert="horz" lIns="91440" tIns="45720" rIns="91440" bIns="45720" rtlCol="0" anchor="ctr"/>
          <a:lstStyle>
            <a:lvl1pPr algn="r">
              <a:defRPr sz="1200">
                <a:solidFill>
                  <a:schemeClr val="tx1"/>
                </a:solidFill>
                <a:latin typeface="微软雅黑" panose="020B0503020204020204" pitchFamily="34" charset="-122"/>
                <a:ea typeface="微软雅黑" panose="020B0503020204020204" pitchFamily="34" charset="-122"/>
              </a:defRPr>
            </a:lvl1pPr>
          </a:lstStyle>
          <a:p>
            <a:r>
              <a:rPr lang="zh-CN" altLang="en-US" dirty="0"/>
              <a:t>第</a:t>
            </a:r>
            <a:fld id="{0D4EF626-F2E7-47E8-A3E5-EAE9C4555C6D}" type="slidenum">
              <a:rPr lang="zh-CN" altLang="en-US" smtClean="0"/>
            </a:fld>
            <a:r>
              <a:rPr lang="zh-CN" altLang="en-US" dirty="0"/>
              <a:t>页，共</a:t>
            </a:r>
            <a:r>
              <a:rPr lang="en-US" altLang="zh-CN" dirty="0"/>
              <a:t>50</a:t>
            </a:r>
            <a:r>
              <a:rPr lang="zh-CN" altLang="en-US" dirty="0"/>
              <a:t>页</a:t>
            </a:r>
            <a:endParaRPr lang="zh-CN" alt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6"/>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4" name="Date Placeholder 3"/>
          <p:cNvSpPr>
            <a:spLocks noGrp="1"/>
          </p:cNvSpPr>
          <p:nvPr>
            <p:ph type="dt" sz="half" idx="2"/>
          </p:nvPr>
        </p:nvSpPr>
        <p:spPr>
          <a:xfrm>
            <a:off x="838200" y="6356351"/>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7E7DC1F-037A-4DAA-8FA0-FC0C0DB8E928}" type="datetime1">
              <a:rPr lang="zh-CN" altLang="en-US" smtClean="0"/>
            </a:fld>
            <a:endParaRPr lang="zh-CN" altLang="en-US"/>
          </a:p>
        </p:txBody>
      </p:sp>
      <p:sp>
        <p:nvSpPr>
          <p:cNvPr id="5" name="Footer Placeholder 4"/>
          <p:cNvSpPr>
            <a:spLocks noGrp="1"/>
          </p:cNvSpPr>
          <p:nvPr>
            <p:ph type="ftr" sz="quarter" idx="3"/>
          </p:nvPr>
        </p:nvSpPr>
        <p:spPr>
          <a:xfrm>
            <a:off x="4038600" y="6356351"/>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Slide Number Placeholder 5"/>
          <p:cNvSpPr>
            <a:spLocks noGrp="1"/>
          </p:cNvSpPr>
          <p:nvPr>
            <p:ph type="sldNum" sz="quarter" idx="4"/>
          </p:nvPr>
        </p:nvSpPr>
        <p:spPr>
          <a:xfrm>
            <a:off x="8610600" y="6356351"/>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r>
              <a:rPr lang="zh-CN" altLang="en-US"/>
              <a:t>第</a:t>
            </a:r>
            <a:fld id="{0D4EF626-F2E7-47E8-A3E5-EAE9C4555C6D}" type="slidenum">
              <a:rPr lang="zh-CN" altLang="en-US" smtClean="0"/>
            </a:fld>
            <a:r>
              <a:rPr lang="zh-CN" altLang="en-US"/>
              <a:t>页，共</a:t>
            </a:r>
            <a:r>
              <a:rPr lang="en-US" altLang="zh-CN" dirty="0"/>
              <a:t>50</a:t>
            </a:r>
            <a:r>
              <a:rPr lang="zh-CN" altLang="en-US"/>
              <a:t>页</a:t>
            </a:r>
            <a:endParaRPr lang="zh-CN" altLang="en-US"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12.xml"/><Relationship Id="rId2" Type="http://schemas.openxmlformats.org/officeDocument/2006/relationships/image" Target="../media/image2.jpeg"/><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9" Type="http://schemas.openxmlformats.org/officeDocument/2006/relationships/image" Target="../media/image11.png"/><Relationship Id="rId8" Type="http://schemas.openxmlformats.org/officeDocument/2006/relationships/image" Target="../media/image10.png"/><Relationship Id="rId7" Type="http://schemas.openxmlformats.org/officeDocument/2006/relationships/image" Target="../media/image9.png"/><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 Id="rId3" Type="http://schemas.openxmlformats.org/officeDocument/2006/relationships/image" Target="../media/image5.png"/><Relationship Id="rId2" Type="http://schemas.openxmlformats.org/officeDocument/2006/relationships/image" Target="../media/image4.png"/><Relationship Id="rId11" Type="http://schemas.openxmlformats.org/officeDocument/2006/relationships/notesSlide" Target="../notesSlides/notesSlide2.xml"/><Relationship Id="rId10" Type="http://schemas.openxmlformats.org/officeDocument/2006/relationships/slideLayout" Target="../slideLayouts/slideLayout13.xml"/><Relationship Id="rId1" Type="http://schemas.openxmlformats.org/officeDocument/2006/relationships/image" Target="../media/image3.jpeg"/></Relationships>
</file>

<file path=ppt/slides/_rels/slide3.xml.rels><?xml version="1.0" encoding="UTF-8" standalone="yes"?>
<Relationships xmlns="http://schemas.openxmlformats.org/package/2006/relationships"><Relationship Id="rId8" Type="http://schemas.openxmlformats.org/officeDocument/2006/relationships/notesSlide" Target="../notesSlides/notesSlide3.xml"/><Relationship Id="rId7" Type="http://schemas.openxmlformats.org/officeDocument/2006/relationships/slideLayout" Target="../slideLayouts/slideLayout13.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image" Target="../media/image2.jpeg"/></Relationships>
</file>

<file path=ppt/slides/_rels/slide4.xml.rels><?xml version="1.0" encoding="UTF-8" standalone="yes"?>
<Relationships xmlns="http://schemas.openxmlformats.org/package/2006/relationships"><Relationship Id="rId8" Type="http://schemas.openxmlformats.org/officeDocument/2006/relationships/notesSlide" Target="../notesSlides/notesSlide4.xml"/><Relationship Id="rId7" Type="http://schemas.openxmlformats.org/officeDocument/2006/relationships/slideLayout" Target="../slideLayouts/slideLayout13.xml"/><Relationship Id="rId6" Type="http://schemas.openxmlformats.org/officeDocument/2006/relationships/image" Target="../media/image2.jpeg"/><Relationship Id="rId5" Type="http://schemas.microsoft.com/office/2007/relationships/diagramDrawing" Target="../diagrams/drawing2.xml"/><Relationship Id="rId4" Type="http://schemas.openxmlformats.org/officeDocument/2006/relationships/diagramColors" Target="../diagrams/colors2.xml"/><Relationship Id="rId3" Type="http://schemas.openxmlformats.org/officeDocument/2006/relationships/diagramQuickStyle" Target="../diagrams/quickStyle2.xml"/><Relationship Id="rId2" Type="http://schemas.openxmlformats.org/officeDocument/2006/relationships/diagramLayout" Target="../diagrams/layout2.xml"/><Relationship Id="rId1" Type="http://schemas.openxmlformats.org/officeDocument/2006/relationships/diagramData" Target="../diagrams/data2.xml"/></Relationships>
</file>

<file path=ppt/slides/_rels/slide5.xml.rels><?xml version="1.0" encoding="UTF-8" standalone="yes"?>
<Relationships xmlns="http://schemas.openxmlformats.org/package/2006/relationships"><Relationship Id="rId8" Type="http://schemas.openxmlformats.org/officeDocument/2006/relationships/notesSlide" Target="../notesSlides/notesSlide5.xml"/><Relationship Id="rId7" Type="http://schemas.openxmlformats.org/officeDocument/2006/relationships/slideLayout" Target="../slideLayouts/slideLayout13.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image" Target="../media/image2.jpe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3.xml"/><Relationship Id="rId1" Type="http://schemas.openxmlformats.org/officeDocument/2006/relationships/image" Target="../media/image12.GIF"/></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8" Type="http://schemas.openxmlformats.org/officeDocument/2006/relationships/notesSlide" Target="../notesSlides/notesSlide13.xml"/><Relationship Id="rId7" Type="http://schemas.openxmlformats.org/officeDocument/2006/relationships/slideLayout" Target="../slideLayouts/slideLayout13.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image" Target="../media/image2.jpeg"/></Relationships>
</file>

<file path=ppt/slides/_rels/slide14.xml.rels><?xml version="1.0" encoding="UTF-8" standalone="yes"?>
<Relationships xmlns="http://schemas.openxmlformats.org/package/2006/relationships"><Relationship Id="rId8" Type="http://schemas.openxmlformats.org/officeDocument/2006/relationships/notesSlide" Target="../notesSlides/notesSlide14.xml"/><Relationship Id="rId7" Type="http://schemas.openxmlformats.org/officeDocument/2006/relationships/slideLayout" Target="../slideLayouts/slideLayout13.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image" Target="../media/image2.jpe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13.xml"/><Relationship Id="rId1" Type="http://schemas.openxmlformats.org/officeDocument/2006/relationships/image" Target="../media/image13.png"/></Relationships>
</file>

<file path=ppt/slides/_rels/slide18.xml.rels><?xml version="1.0" encoding="UTF-8" standalone="yes"?>
<Relationships xmlns="http://schemas.openxmlformats.org/package/2006/relationships"><Relationship Id="rId5" Type="http://schemas.openxmlformats.org/officeDocument/2006/relationships/notesSlide" Target="../notesSlides/notesSlide18.xml"/><Relationship Id="rId4" Type="http://schemas.openxmlformats.org/officeDocument/2006/relationships/vmlDrawing" Target="../drawings/vmlDrawing1.vml"/><Relationship Id="rId3" Type="http://schemas.openxmlformats.org/officeDocument/2006/relationships/slideLayout" Target="../slideLayouts/slideLayout13.xml"/><Relationship Id="rId2" Type="http://schemas.openxmlformats.org/officeDocument/2006/relationships/image" Target="../media/image14.emf"/><Relationship Id="rId1" Type="http://schemas.openxmlformats.org/officeDocument/2006/relationships/oleObject" Target="../embeddings/oleObject1.bin"/></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5" Type="http://schemas.openxmlformats.org/officeDocument/2006/relationships/notesSlide" Target="../notesSlides/notesSlide24.xml"/><Relationship Id="rId4" Type="http://schemas.openxmlformats.org/officeDocument/2006/relationships/vmlDrawing" Target="../drawings/vmlDrawing2.vml"/><Relationship Id="rId3" Type="http://schemas.openxmlformats.org/officeDocument/2006/relationships/slideLayout" Target="../slideLayouts/slideLayout13.xml"/><Relationship Id="rId2" Type="http://schemas.openxmlformats.org/officeDocument/2006/relationships/image" Target="../media/image15.emf"/><Relationship Id="rId1" Type="http://schemas.openxmlformats.org/officeDocument/2006/relationships/oleObject" Target="../embeddings/oleObject2.bin"/></Relationships>
</file>

<file path=ppt/slides/_rels/slide25.xml.rels><?xml version="1.0" encoding="UTF-8" standalone="yes"?>
<Relationships xmlns="http://schemas.openxmlformats.org/package/2006/relationships"><Relationship Id="rId5" Type="http://schemas.openxmlformats.org/officeDocument/2006/relationships/notesSlide" Target="../notesSlides/notesSlide25.xml"/><Relationship Id="rId4" Type="http://schemas.openxmlformats.org/officeDocument/2006/relationships/vmlDrawing" Target="../drawings/vmlDrawing3.vml"/><Relationship Id="rId3" Type="http://schemas.openxmlformats.org/officeDocument/2006/relationships/slideLayout" Target="../slideLayouts/slideLayout13.xml"/><Relationship Id="rId2" Type="http://schemas.openxmlformats.org/officeDocument/2006/relationships/image" Target="../media/image16.emf"/><Relationship Id="rId1" Type="http://schemas.openxmlformats.org/officeDocument/2006/relationships/oleObject" Target="../embeddings/oleObject3.bin"/></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5" Type="http://schemas.openxmlformats.org/officeDocument/2006/relationships/notesSlide" Target="../notesSlides/notesSlide28.xml"/><Relationship Id="rId4" Type="http://schemas.openxmlformats.org/officeDocument/2006/relationships/vmlDrawing" Target="../drawings/vmlDrawing4.vml"/><Relationship Id="rId3" Type="http://schemas.openxmlformats.org/officeDocument/2006/relationships/slideLayout" Target="../slideLayouts/slideLayout13.xml"/><Relationship Id="rId2" Type="http://schemas.openxmlformats.org/officeDocument/2006/relationships/image" Target="../media/image17.emf"/><Relationship Id="rId1" Type="http://schemas.openxmlformats.org/officeDocument/2006/relationships/oleObject" Target="../embeddings/oleObject4.bin"/></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13.xml"/><Relationship Id="rId1" Type="http://schemas.openxmlformats.org/officeDocument/2006/relationships/image" Target="../media/image18.png"/></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13.xml"/><Relationship Id="rId1" Type="http://schemas.openxmlformats.org/officeDocument/2006/relationships/image" Target="../media/image19.png"/></Relationships>
</file>

<file path=ppt/slides/_rels/slide35.xml.rels><?xml version="1.0" encoding="UTF-8" standalone="yes"?>
<Relationships xmlns="http://schemas.openxmlformats.org/package/2006/relationships"><Relationship Id="rId5" Type="http://schemas.openxmlformats.org/officeDocument/2006/relationships/notesSlide" Target="../notesSlides/notesSlide35.xml"/><Relationship Id="rId4" Type="http://schemas.openxmlformats.org/officeDocument/2006/relationships/vmlDrawing" Target="../drawings/vmlDrawing5.vml"/><Relationship Id="rId3" Type="http://schemas.openxmlformats.org/officeDocument/2006/relationships/slideLayout" Target="../slideLayouts/slideLayout13.xml"/><Relationship Id="rId2" Type="http://schemas.openxmlformats.org/officeDocument/2006/relationships/image" Target="../media/image20.emf"/><Relationship Id="rId1" Type="http://schemas.openxmlformats.org/officeDocument/2006/relationships/oleObject" Target="../embeddings/oleObject5.bin"/></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9.xml.rels><?xml version="1.0" encoding="UTF-8" standalone="yes"?>
<Relationships xmlns="http://schemas.openxmlformats.org/package/2006/relationships"><Relationship Id="rId8" Type="http://schemas.openxmlformats.org/officeDocument/2006/relationships/notesSlide" Target="../notesSlides/notesSlide38.xml"/><Relationship Id="rId7" Type="http://schemas.openxmlformats.org/officeDocument/2006/relationships/slideLayout" Target="../slideLayouts/slideLayout13.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image" Target="../media/image2.jpeg"/></Relationships>
</file>

<file path=ppt/slides/_rels/slide40.xml.rels><?xml version="1.0" encoding="UTF-8" standalone="yes"?>
<Relationships xmlns="http://schemas.openxmlformats.org/package/2006/relationships"><Relationship Id="rId8" Type="http://schemas.openxmlformats.org/officeDocument/2006/relationships/notesSlide" Target="../notesSlides/notesSlide39.xml"/><Relationship Id="rId7" Type="http://schemas.openxmlformats.org/officeDocument/2006/relationships/slideLayout" Target="../slideLayouts/slideLayout13.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 Id="rId3" Type="http://schemas.openxmlformats.org/officeDocument/2006/relationships/diagramLayout" Target="../diagrams/layout7.xml"/><Relationship Id="rId2" Type="http://schemas.openxmlformats.org/officeDocument/2006/relationships/diagramData" Target="../diagrams/data7.xml"/><Relationship Id="rId1" Type="http://schemas.openxmlformats.org/officeDocument/2006/relationships/image" Target="../media/image2.jpeg"/></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3.xml"/></Relationships>
</file>

<file path=ppt/slides/_rels/slide42.xml.rels><?xml version="1.0" encoding="UTF-8" standalone="yes"?>
<Relationships xmlns="http://schemas.openxmlformats.org/package/2006/relationships"><Relationship Id="rId3" Type="http://schemas.openxmlformats.org/officeDocument/2006/relationships/notesSlide" Target="../notesSlides/notesSlide41.xml"/><Relationship Id="rId2" Type="http://schemas.openxmlformats.org/officeDocument/2006/relationships/slideLayout" Target="../slideLayouts/slideLayout13.xml"/><Relationship Id="rId1" Type="http://schemas.openxmlformats.org/officeDocument/2006/relationships/image" Target="../media/image21.png"/></Relationships>
</file>

<file path=ppt/slides/_rels/slide43.xml.rels><?xml version="1.0" encoding="UTF-8" standalone="yes"?>
<Relationships xmlns="http://schemas.openxmlformats.org/package/2006/relationships"><Relationship Id="rId3" Type="http://schemas.openxmlformats.org/officeDocument/2006/relationships/notesSlide" Target="../notesSlides/notesSlide42.xml"/><Relationship Id="rId2" Type="http://schemas.openxmlformats.org/officeDocument/2006/relationships/slideLayout" Target="../slideLayouts/slideLayout13.xml"/><Relationship Id="rId1" Type="http://schemas.openxmlformats.org/officeDocument/2006/relationships/image" Target="../media/image21.png"/></Relationships>
</file>

<file path=ppt/slides/_rels/slide44.xml.rels><?xml version="1.0" encoding="UTF-8" standalone="yes"?>
<Relationships xmlns="http://schemas.openxmlformats.org/package/2006/relationships"><Relationship Id="rId3" Type="http://schemas.openxmlformats.org/officeDocument/2006/relationships/notesSlide" Target="../notesSlides/notesSlide43.xml"/><Relationship Id="rId2" Type="http://schemas.openxmlformats.org/officeDocument/2006/relationships/slideLayout" Target="../slideLayouts/slideLayout13.xml"/><Relationship Id="rId1" Type="http://schemas.openxmlformats.org/officeDocument/2006/relationships/image" Target="../media/image22.png"/></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3.xml"/></Relationships>
</file>

<file path=ppt/slides/_rels/slide46.xml.rels><?xml version="1.0" encoding="UTF-8" standalone="yes"?>
<Relationships xmlns="http://schemas.openxmlformats.org/package/2006/relationships"><Relationship Id="rId4" Type="http://schemas.openxmlformats.org/officeDocument/2006/relationships/notesSlide" Target="../notesSlides/notesSlide45.xml"/><Relationship Id="rId3" Type="http://schemas.openxmlformats.org/officeDocument/2006/relationships/slideLayout" Target="../slideLayouts/slideLayout13.xml"/><Relationship Id="rId2" Type="http://schemas.openxmlformats.org/officeDocument/2006/relationships/image" Target="../media/image24.png"/><Relationship Id="rId1" Type="http://schemas.openxmlformats.org/officeDocument/2006/relationships/image" Target="../media/image23.png"/></Relationships>
</file>

<file path=ppt/slides/_rels/slide47.xml.rels><?xml version="1.0" encoding="UTF-8" standalone="yes"?>
<Relationships xmlns="http://schemas.openxmlformats.org/package/2006/relationships"><Relationship Id="rId3" Type="http://schemas.openxmlformats.org/officeDocument/2006/relationships/notesSlide" Target="../notesSlides/notesSlide46.xml"/><Relationship Id="rId2" Type="http://schemas.openxmlformats.org/officeDocument/2006/relationships/slideLayout" Target="../slideLayouts/slideLayout13.xml"/><Relationship Id="rId1" Type="http://schemas.openxmlformats.org/officeDocument/2006/relationships/image" Target="../media/image25.png"/></Relationships>
</file>

<file path=ppt/slides/_rels/slide48.xml.rels><?xml version="1.0" encoding="UTF-8" standalone="yes"?>
<Relationships xmlns="http://schemas.openxmlformats.org/package/2006/relationships"><Relationship Id="rId3" Type="http://schemas.openxmlformats.org/officeDocument/2006/relationships/notesSlide" Target="../notesSlides/notesSlide47.xml"/><Relationship Id="rId2" Type="http://schemas.openxmlformats.org/officeDocument/2006/relationships/slideLayout" Target="../slideLayouts/slideLayout13.xml"/><Relationship Id="rId1" Type="http://schemas.openxmlformats.org/officeDocument/2006/relationships/image" Target="../media/image26.png"/></Relationships>
</file>

<file path=ppt/slides/_rels/slide49.xml.rels><?xml version="1.0" encoding="UTF-8" standalone="yes"?>
<Relationships xmlns="http://schemas.openxmlformats.org/package/2006/relationships"><Relationship Id="rId3" Type="http://schemas.openxmlformats.org/officeDocument/2006/relationships/notesSlide" Target="../notesSlides/notesSlide48.xml"/><Relationship Id="rId2" Type="http://schemas.openxmlformats.org/officeDocument/2006/relationships/slideLayout" Target="../slideLayouts/slideLayout13.xml"/><Relationship Id="rId1" Type="http://schemas.openxmlformats.org/officeDocument/2006/relationships/image" Target="../media/image27.png"/></Relationships>
</file>

<file path=ppt/slides/_rels/slide50.xml.rels><?xml version="1.0" encoding="UTF-8" standalone="yes"?>
<Relationships xmlns="http://schemas.openxmlformats.org/package/2006/relationships"><Relationship Id="rId4" Type="http://schemas.openxmlformats.org/officeDocument/2006/relationships/slideLayout" Target="../slideLayouts/slideLayout13.xml"/><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image" Target="../media/image28.jpeg"/></Relationships>
</file>

<file path=ppt/slides/_rels/slide51.xml.rels><?xml version="1.0" encoding="UTF-8" standalone="yes"?>
<Relationships xmlns="http://schemas.openxmlformats.org/package/2006/relationships"><Relationship Id="rId5" Type="http://schemas.openxmlformats.org/officeDocument/2006/relationships/slideLayout" Target="../slideLayouts/slideLayout12.xml"/><Relationship Id="rId4" Type="http://schemas.openxmlformats.org/officeDocument/2006/relationships/image" Target="../media/image34.png"/><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image" Target="../media/image31.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3.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tags" Target="../tags/tag1.xml"/><Relationship Id="rId1" Type="http://schemas.openxmlformats.org/officeDocument/2006/relationships/image" Target="../media/image35.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5.xml.rels><?xml version="1.0" encoding="UTF-8" standalone="yes"?>
<Relationships xmlns="http://schemas.openxmlformats.org/package/2006/relationships"><Relationship Id="rId4" Type="http://schemas.openxmlformats.org/officeDocument/2006/relationships/slideLayout" Target="../slideLayouts/slideLayout13.xml"/><Relationship Id="rId3" Type="http://schemas.openxmlformats.org/officeDocument/2006/relationships/image" Target="../media/image19.png"/><Relationship Id="rId2" Type="http://schemas.openxmlformats.org/officeDocument/2006/relationships/tags" Target="../tags/tag2.xml"/><Relationship Id="rId1" Type="http://schemas.openxmlformats.org/officeDocument/2006/relationships/image" Target="../media/image35.png"/></Relationships>
</file>

<file path=ppt/slides/_rels/slide56.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tags" Target="../tags/tag3.xml"/><Relationship Id="rId1" Type="http://schemas.openxmlformats.org/officeDocument/2006/relationships/image" Target="../media/image3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1807469" y="1785594"/>
            <a:ext cx="8577060" cy="2087877"/>
          </a:xfrm>
        </p:spPr>
        <p:txBody>
          <a:bodyPr>
            <a:normAutofit/>
          </a:bodyPr>
          <a:lstStyle/>
          <a:p>
            <a:r>
              <a:rPr lang="zh-CN" altLang="en-US" sz="7200" b="1" dirty="0">
                <a:latin typeface="Times New Roman" panose="02020503050405090304" pitchFamily="18" charset="0"/>
                <a:ea typeface="微软雅黑" panose="020B0503020204020204" pitchFamily="34" charset="-122"/>
                <a:cs typeface="Times New Roman" panose="02020503050405090304" pitchFamily="18" charset="0"/>
              </a:rPr>
              <a:t>操作系统</a:t>
            </a:r>
            <a:br>
              <a:rPr lang="en-US" altLang="zh-CN" sz="7200" b="1" dirty="0">
                <a:latin typeface="Times New Roman" panose="02020503050405090304" pitchFamily="18" charset="0"/>
                <a:ea typeface="微软雅黑" panose="020B0503020204020204" pitchFamily="34" charset="-122"/>
                <a:cs typeface="Times New Roman" panose="02020503050405090304" pitchFamily="18" charset="0"/>
              </a:rPr>
            </a:br>
            <a:r>
              <a:rPr kumimoji="1" lang="en-US" altLang="zh-CN" sz="7200" b="1" dirty="0">
                <a:latin typeface="Times New Roman" panose="02020503050405090304" pitchFamily="18" charset="0"/>
                <a:ea typeface="微软雅黑" panose="020B0503020204020204" pitchFamily="34" charset="-122"/>
                <a:cs typeface="Times New Roman" panose="02020503050405090304" pitchFamily="18" charset="0"/>
              </a:rPr>
              <a:t>Operating  System</a:t>
            </a:r>
            <a:endParaRPr lang="zh-CN" altLang="en-US" sz="7200" b="1" dirty="0">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3" name="副标题 2"/>
          <p:cNvSpPr>
            <a:spLocks noGrp="1"/>
          </p:cNvSpPr>
          <p:nvPr>
            <p:ph type="subTitle" idx="1"/>
          </p:nvPr>
        </p:nvSpPr>
        <p:spPr>
          <a:xfrm>
            <a:off x="3447214" y="4158822"/>
            <a:ext cx="5468175" cy="2197529"/>
          </a:xfrm>
        </p:spPr>
        <p:txBody>
          <a:bodyPr>
            <a:normAutofit fontScale="87500" lnSpcReduction="20000"/>
          </a:bodyPr>
          <a:lstStyle/>
          <a:p>
            <a:pPr>
              <a:lnSpc>
                <a:spcPct val="160000"/>
              </a:lnSpc>
            </a:pP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汤臣薇</a:t>
            </a:r>
            <a:endParaRPr lang="en-US" altLang="zh-CN" b="1" dirty="0">
              <a:latin typeface="Times New Roman" panose="02020503050405090304" pitchFamily="18" charset="0"/>
              <a:ea typeface="微软雅黑" panose="020B0503020204020204" pitchFamily="34" charset="-122"/>
              <a:cs typeface="Times New Roman" panose="02020503050405090304" pitchFamily="18" charset="0"/>
            </a:endParaRPr>
          </a:p>
          <a:p>
            <a:pPr>
              <a:lnSpc>
                <a:spcPct val="160000"/>
              </a:lnSpc>
            </a:pPr>
            <a:r>
              <a:rPr lang="en-US" altLang="zh-CN" b="1" dirty="0">
                <a:latin typeface="Times New Roman" panose="02020503050405090304" pitchFamily="18" charset="0"/>
                <a:ea typeface="微软雅黑" panose="020B0503020204020204" pitchFamily="34" charset="-122"/>
                <a:cs typeface="Times New Roman" panose="02020503050405090304" pitchFamily="18" charset="0"/>
              </a:rPr>
              <a:t>tangchenwei@scu.edu.cn</a:t>
            </a:r>
            <a:endParaRPr lang="en-US" altLang="zh-CN" b="1" dirty="0">
              <a:latin typeface="Times New Roman" panose="02020503050405090304" pitchFamily="18" charset="0"/>
              <a:ea typeface="微软雅黑" panose="020B0503020204020204" pitchFamily="34" charset="-122"/>
              <a:cs typeface="Times New Roman" panose="02020503050405090304" pitchFamily="18" charset="0"/>
            </a:endParaRPr>
          </a:p>
          <a:p>
            <a:pPr>
              <a:lnSpc>
                <a:spcPct val="160000"/>
              </a:lnSpc>
            </a:pP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四川大学计算机学院（软件学院）</a:t>
            </a:r>
            <a:endPar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endParaRPr>
          </a:p>
          <a:p>
            <a:pPr>
              <a:lnSpc>
                <a:spcPct val="160000"/>
              </a:lnSpc>
            </a:pP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数据智能与计算艺术实验室</a:t>
            </a:r>
            <a:endPar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10" name="灯片编号占位符 9"/>
          <p:cNvSpPr>
            <a:spLocks noGrp="1"/>
          </p:cNvSpPr>
          <p:nvPr>
            <p:ph type="sldNum" sz="quarter" idx="12"/>
          </p:nvPr>
        </p:nvSpPr>
        <p:spPr/>
        <p:txBody>
          <a:bodyPr/>
          <a:lstStyle/>
          <a:p>
            <a:fld id="{0D4EF626-F2E7-47E8-A3E5-EAE9C4555C6D}" type="slidenum">
              <a:rPr lang="zh-CN" altLang="en-US" smtClean="0"/>
            </a:fld>
            <a:endParaRPr lang="zh-CN" altLang="en-US" dirty="0"/>
          </a:p>
        </p:txBody>
      </p:sp>
      <p:sp>
        <p:nvSpPr>
          <p:cNvPr id="4" name="文本框 3"/>
          <p:cNvSpPr txBox="1"/>
          <p:nvPr/>
        </p:nvSpPr>
        <p:spPr>
          <a:xfrm>
            <a:off x="709683" y="227849"/>
            <a:ext cx="3992880" cy="460375"/>
          </a:xfrm>
          <a:prstGeom prst="rect">
            <a:avLst/>
          </a:prstGeom>
          <a:noFill/>
        </p:spPr>
        <p:txBody>
          <a:bodyPr wrap="none" rtlCol="0">
            <a:spAutoFit/>
          </a:bodyPr>
          <a:lstStyle/>
          <a:p>
            <a:r>
              <a:rPr lang="en-US" altLang="zh-CN" sz="2400" dirty="0">
                <a:latin typeface="微软雅黑" panose="020B0503020204020204" pitchFamily="34" charset="-122"/>
                <a:ea typeface="微软雅黑" panose="020B0503020204020204" pitchFamily="34" charset="-122"/>
              </a:rPr>
              <a:t>《</a:t>
            </a:r>
            <a:r>
              <a:rPr lang="zh-CN" altLang="en-US" sz="2400" dirty="0">
                <a:latin typeface="微软雅黑" panose="020B0503020204020204" pitchFamily="34" charset="-122"/>
                <a:ea typeface="微软雅黑" panose="020B0503020204020204" pitchFamily="34" charset="-122"/>
              </a:rPr>
              <a:t>操作系统原理</a:t>
            </a:r>
            <a:r>
              <a:rPr lang="en-US" altLang="zh-CN" sz="2400" dirty="0">
                <a:latin typeface="微软雅黑" panose="020B0503020204020204" pitchFamily="34" charset="-122"/>
                <a:ea typeface="微软雅黑" panose="020B0503020204020204" pitchFamily="34" charset="-122"/>
              </a:rPr>
              <a:t>》2026</a:t>
            </a:r>
            <a:r>
              <a:rPr lang="zh-CN" altLang="en-US" sz="2400" dirty="0">
                <a:latin typeface="微软雅黑" panose="020B0503020204020204" pitchFamily="34" charset="-122"/>
                <a:ea typeface="微软雅黑" panose="020B0503020204020204" pitchFamily="34" charset="-122"/>
              </a:rPr>
              <a:t>课程</a:t>
            </a:r>
            <a:endParaRPr lang="zh-CN" altLang="en-US" sz="2400" dirty="0">
              <a:latin typeface="微软雅黑" panose="020B0503020204020204" pitchFamily="34" charset="-122"/>
              <a:ea typeface="微软雅黑" panose="020B0503020204020204" pitchFamily="34" charset="-122"/>
            </a:endParaRPr>
          </a:p>
        </p:txBody>
      </p:sp>
      <p:pic>
        <p:nvPicPr>
          <p:cNvPr id="8" name="图片 7"/>
          <p:cNvPicPr>
            <a:picLocks noChangeAspect="1"/>
          </p:cNvPicPr>
          <p:nvPr/>
        </p:nvPicPr>
        <p:blipFill rotWithShape="1">
          <a:blip r:embed="rId1" cstate="print">
            <a:extLst>
              <a:ext uri="{28A0092B-C50C-407E-A947-70E740481C1C}">
                <a14:useLocalDpi xmlns:a14="http://schemas.microsoft.com/office/drawing/2010/main" val="0"/>
              </a:ext>
            </a:extLst>
          </a:blip>
          <a:srcRect t="13458" r="66966" b="13292"/>
          <a:stretch>
            <a:fillRect/>
          </a:stretch>
        </p:blipFill>
        <p:spPr>
          <a:xfrm>
            <a:off x="198255" y="30130"/>
            <a:ext cx="687156" cy="857103"/>
          </a:xfrm>
          <a:prstGeom prst="rect">
            <a:avLst/>
          </a:prstGeom>
        </p:spPr>
      </p:pic>
      <p:grpSp>
        <p:nvGrpSpPr>
          <p:cNvPr id="5" name="组合 4"/>
          <p:cNvGrpSpPr/>
          <p:nvPr/>
        </p:nvGrpSpPr>
        <p:grpSpPr>
          <a:xfrm>
            <a:off x="8346067" y="147196"/>
            <a:ext cx="3649718" cy="611540"/>
            <a:chOff x="5494282" y="112021"/>
            <a:chExt cx="3649718" cy="611540"/>
          </a:xfrm>
        </p:grpSpPr>
        <p:pic>
          <p:nvPicPr>
            <p:cNvPr id="1030" name="Picture 6"/>
            <p:cNvPicPr>
              <a:picLocks noChangeAspect="1" noChangeArrowheads="1"/>
            </p:cNvPicPr>
            <p:nvPr/>
          </p:nvPicPr>
          <p:blipFill rotWithShape="1">
            <a:blip r:embed="rId2">
              <a:extLst>
                <a:ext uri="{28A0092B-C50C-407E-A947-70E740481C1C}">
                  <a14:useLocalDpi xmlns:a14="http://schemas.microsoft.com/office/drawing/2010/main" val="0"/>
                </a:ext>
              </a:extLst>
            </a:blip>
            <a:srcRect t="79825"/>
            <a:stretch>
              <a:fillRect/>
            </a:stretch>
          </p:blipFill>
          <p:spPr bwMode="auto">
            <a:xfrm>
              <a:off x="5494282" y="407985"/>
              <a:ext cx="3649717" cy="315576"/>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p:cNvPicPr>
              <a:picLocks noChangeAspect="1" noChangeArrowheads="1"/>
            </p:cNvPicPr>
            <p:nvPr/>
          </p:nvPicPr>
          <p:blipFill rotWithShape="1">
            <a:blip r:embed="rId2">
              <a:extLst>
                <a:ext uri="{28A0092B-C50C-407E-A947-70E740481C1C}">
                  <a14:useLocalDpi xmlns:a14="http://schemas.microsoft.com/office/drawing/2010/main" val="0"/>
                </a:ext>
              </a:extLst>
            </a:blip>
            <a:srcRect b="75383"/>
            <a:stretch>
              <a:fillRect/>
            </a:stretch>
          </p:blipFill>
          <p:spPr bwMode="auto">
            <a:xfrm>
              <a:off x="5494286" y="112021"/>
              <a:ext cx="3649714" cy="385041"/>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9" name="组合 8"/>
          <p:cNvGrpSpPr/>
          <p:nvPr/>
        </p:nvGrpSpPr>
        <p:grpSpPr>
          <a:xfrm>
            <a:off x="2045998" y="3967546"/>
            <a:ext cx="8100000" cy="36000"/>
            <a:chOff x="670313" y="3629865"/>
            <a:chExt cx="8100000" cy="36000"/>
          </a:xfrm>
        </p:grpSpPr>
        <p:sp>
          <p:nvSpPr>
            <p:cNvPr id="7" name="矩形 6"/>
            <p:cNvSpPr/>
            <p:nvPr/>
          </p:nvSpPr>
          <p:spPr>
            <a:xfrm>
              <a:off x="670313" y="3629865"/>
              <a:ext cx="900000" cy="36000"/>
            </a:xfrm>
            <a:prstGeom prst="rect">
              <a:avLst/>
            </a:prstGeom>
            <a:solidFill>
              <a:srgbClr val="019FC2"/>
            </a:solidFill>
            <a:ln>
              <a:solidFill>
                <a:srgbClr val="019FC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13"/>
            <p:cNvSpPr/>
            <p:nvPr/>
          </p:nvSpPr>
          <p:spPr>
            <a:xfrm>
              <a:off x="1570313" y="3629865"/>
              <a:ext cx="900000" cy="36000"/>
            </a:xfrm>
            <a:prstGeom prst="rect">
              <a:avLst/>
            </a:prstGeom>
            <a:solidFill>
              <a:srgbClr val="9CCF35"/>
            </a:solidFill>
            <a:ln>
              <a:solidFill>
                <a:srgbClr val="9CCF3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14"/>
            <p:cNvSpPr/>
            <p:nvPr/>
          </p:nvSpPr>
          <p:spPr>
            <a:xfrm>
              <a:off x="2470313" y="3629865"/>
              <a:ext cx="900000" cy="36000"/>
            </a:xfrm>
            <a:prstGeom prst="rect">
              <a:avLst/>
            </a:prstGeom>
            <a:solidFill>
              <a:srgbClr val="EC4B49"/>
            </a:solidFill>
            <a:ln>
              <a:solidFill>
                <a:srgbClr val="EC4B4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15"/>
            <p:cNvSpPr/>
            <p:nvPr/>
          </p:nvSpPr>
          <p:spPr>
            <a:xfrm>
              <a:off x="3370313" y="3629865"/>
              <a:ext cx="900000" cy="36000"/>
            </a:xfrm>
            <a:prstGeom prst="rect">
              <a:avLst/>
            </a:prstGeom>
            <a:solidFill>
              <a:srgbClr val="BA7EB1"/>
            </a:solidFill>
            <a:ln>
              <a:solidFill>
                <a:srgbClr val="BA7EB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矩形 16"/>
            <p:cNvSpPr/>
            <p:nvPr/>
          </p:nvSpPr>
          <p:spPr>
            <a:xfrm>
              <a:off x="4270313" y="3629865"/>
              <a:ext cx="900000" cy="36000"/>
            </a:xfrm>
            <a:prstGeom prst="rect">
              <a:avLst/>
            </a:prstGeom>
            <a:solidFill>
              <a:srgbClr val="FF686A"/>
            </a:solidFill>
            <a:ln>
              <a:solidFill>
                <a:srgbClr val="FF686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17"/>
            <p:cNvSpPr/>
            <p:nvPr/>
          </p:nvSpPr>
          <p:spPr>
            <a:xfrm>
              <a:off x="5170313" y="3629865"/>
              <a:ext cx="900000" cy="36000"/>
            </a:xfrm>
            <a:prstGeom prst="rect">
              <a:avLst/>
            </a:prstGeom>
            <a:solidFill>
              <a:srgbClr val="FBC23C"/>
            </a:solidFill>
            <a:ln>
              <a:solidFill>
                <a:srgbClr val="FBC23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矩形 18"/>
            <p:cNvSpPr/>
            <p:nvPr/>
          </p:nvSpPr>
          <p:spPr>
            <a:xfrm>
              <a:off x="6070313" y="3629865"/>
              <a:ext cx="900000" cy="36000"/>
            </a:xfrm>
            <a:prstGeom prst="rect">
              <a:avLst/>
            </a:prstGeom>
            <a:solidFill>
              <a:srgbClr val="00B0D2"/>
            </a:solidFill>
            <a:ln>
              <a:solidFill>
                <a:srgbClr val="00B0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p:cNvSpPr/>
            <p:nvPr/>
          </p:nvSpPr>
          <p:spPr>
            <a:xfrm>
              <a:off x="6970313" y="3629865"/>
              <a:ext cx="900000" cy="36000"/>
            </a:xfrm>
            <a:prstGeom prst="rect">
              <a:avLst/>
            </a:prstGeom>
            <a:solidFill>
              <a:srgbClr val="9BD75B"/>
            </a:solidFill>
            <a:ln>
              <a:solidFill>
                <a:srgbClr val="9BD75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0"/>
            <p:cNvSpPr/>
            <p:nvPr/>
          </p:nvSpPr>
          <p:spPr>
            <a:xfrm>
              <a:off x="7870313" y="3629865"/>
              <a:ext cx="900000" cy="36000"/>
            </a:xfrm>
            <a:prstGeom prst="rect">
              <a:avLst/>
            </a:prstGeom>
            <a:solidFill>
              <a:srgbClr val="C20605"/>
            </a:solidFill>
            <a:ln>
              <a:solidFill>
                <a:srgbClr val="C2060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8" name="组合 27"/>
          <p:cNvGrpSpPr/>
          <p:nvPr/>
        </p:nvGrpSpPr>
        <p:grpSpPr>
          <a:xfrm>
            <a:off x="156" y="1"/>
            <a:ext cx="12192000" cy="6734729"/>
            <a:chOff x="-1523844" y="1"/>
            <a:chExt cx="12192000" cy="6734729"/>
          </a:xfrm>
        </p:grpSpPr>
        <p:pic>
          <p:nvPicPr>
            <p:cNvPr id="3076" name="Picture 4" descr="Types of Operating System - Top 10 Popular Operating Systems"/>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523844" y="1"/>
              <a:ext cx="12192000" cy="6165850"/>
            </a:xfrm>
            <a:prstGeom prst="rect">
              <a:avLst/>
            </a:prstGeom>
            <a:noFill/>
            <a:extLst>
              <a:ext uri="{909E8E84-426E-40DD-AFC4-6F175D3DCCD1}">
                <a14:hiddenFill xmlns:a14="http://schemas.microsoft.com/office/drawing/2010/main">
                  <a:solidFill>
                    <a:srgbClr val="FFFFFF"/>
                  </a:solidFill>
                </a14:hiddenFill>
              </a:ext>
            </a:extLst>
          </p:spPr>
        </p:pic>
        <p:sp>
          <p:nvSpPr>
            <p:cNvPr id="2" name="矩形 1"/>
            <p:cNvSpPr/>
            <p:nvPr/>
          </p:nvSpPr>
          <p:spPr>
            <a:xfrm>
              <a:off x="2458943" y="2521951"/>
              <a:ext cx="4412121" cy="2068057"/>
            </a:xfrm>
            <a:prstGeom prst="rect">
              <a:avLst/>
            </a:prstGeom>
            <a:solidFill>
              <a:srgbClr val="1C6FA1"/>
            </a:solidFill>
            <a:ln>
              <a:solidFill>
                <a:srgbClr val="1C6FA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9" name="图片 8"/>
            <p:cNvPicPr>
              <a:picLocks noChangeAspect="1"/>
            </p:cNvPicPr>
            <p:nvPr/>
          </p:nvPicPr>
          <p:blipFill>
            <a:blip r:embed="rId2"/>
            <a:stretch>
              <a:fillRect/>
            </a:stretch>
          </p:blipFill>
          <p:spPr>
            <a:xfrm>
              <a:off x="-28419" y="6266730"/>
              <a:ext cx="1800913" cy="468000"/>
            </a:xfrm>
            <a:prstGeom prst="rect">
              <a:avLst/>
            </a:prstGeom>
          </p:spPr>
        </p:pic>
        <p:pic>
          <p:nvPicPr>
            <p:cNvPr id="12" name="图片 11"/>
            <p:cNvPicPr>
              <a:picLocks noChangeAspect="1"/>
            </p:cNvPicPr>
            <p:nvPr/>
          </p:nvPicPr>
          <p:blipFill>
            <a:blip r:embed="rId3"/>
            <a:stretch>
              <a:fillRect/>
            </a:stretch>
          </p:blipFill>
          <p:spPr>
            <a:xfrm>
              <a:off x="1747344" y="6266730"/>
              <a:ext cx="1033307" cy="468000"/>
            </a:xfrm>
            <a:prstGeom prst="rect">
              <a:avLst/>
            </a:prstGeom>
          </p:spPr>
        </p:pic>
        <p:pic>
          <p:nvPicPr>
            <p:cNvPr id="15" name="图片 14"/>
            <p:cNvPicPr>
              <a:picLocks noChangeAspect="1"/>
            </p:cNvPicPr>
            <p:nvPr/>
          </p:nvPicPr>
          <p:blipFill>
            <a:blip r:embed="rId4"/>
            <a:stretch>
              <a:fillRect/>
            </a:stretch>
          </p:blipFill>
          <p:spPr>
            <a:xfrm>
              <a:off x="2755501" y="6266730"/>
              <a:ext cx="596535" cy="468000"/>
            </a:xfrm>
            <a:prstGeom prst="rect">
              <a:avLst/>
            </a:prstGeom>
          </p:spPr>
        </p:pic>
        <p:pic>
          <p:nvPicPr>
            <p:cNvPr id="17" name="图片 16"/>
            <p:cNvPicPr>
              <a:picLocks noChangeAspect="1"/>
            </p:cNvPicPr>
            <p:nvPr/>
          </p:nvPicPr>
          <p:blipFill>
            <a:blip r:embed="rId5"/>
            <a:stretch>
              <a:fillRect/>
            </a:stretch>
          </p:blipFill>
          <p:spPr>
            <a:xfrm>
              <a:off x="7279346" y="6266730"/>
              <a:ext cx="1919478" cy="468000"/>
            </a:xfrm>
            <a:prstGeom prst="rect">
              <a:avLst/>
            </a:prstGeom>
          </p:spPr>
        </p:pic>
        <p:pic>
          <p:nvPicPr>
            <p:cNvPr id="19" name="图片 18"/>
            <p:cNvPicPr>
              <a:picLocks noChangeAspect="1"/>
            </p:cNvPicPr>
            <p:nvPr/>
          </p:nvPicPr>
          <p:blipFill>
            <a:blip r:embed="rId6"/>
            <a:stretch>
              <a:fillRect/>
            </a:stretch>
          </p:blipFill>
          <p:spPr>
            <a:xfrm>
              <a:off x="6017496" y="6266730"/>
              <a:ext cx="1287000" cy="468000"/>
            </a:xfrm>
            <a:prstGeom prst="rect">
              <a:avLst/>
            </a:prstGeom>
          </p:spPr>
        </p:pic>
        <p:pic>
          <p:nvPicPr>
            <p:cNvPr id="21" name="图片 20"/>
            <p:cNvPicPr>
              <a:picLocks noChangeAspect="1"/>
            </p:cNvPicPr>
            <p:nvPr/>
          </p:nvPicPr>
          <p:blipFill>
            <a:blip r:embed="rId7"/>
            <a:stretch>
              <a:fillRect/>
            </a:stretch>
          </p:blipFill>
          <p:spPr>
            <a:xfrm>
              <a:off x="4444990" y="6266730"/>
              <a:ext cx="1597656" cy="468000"/>
            </a:xfrm>
            <a:prstGeom prst="rect">
              <a:avLst/>
            </a:prstGeom>
          </p:spPr>
        </p:pic>
        <p:pic>
          <p:nvPicPr>
            <p:cNvPr id="25" name="图片 24"/>
            <p:cNvPicPr>
              <a:picLocks noChangeAspect="1"/>
            </p:cNvPicPr>
            <p:nvPr/>
          </p:nvPicPr>
          <p:blipFill>
            <a:blip r:embed="rId8"/>
            <a:stretch>
              <a:fillRect/>
            </a:stretch>
          </p:blipFill>
          <p:spPr>
            <a:xfrm>
              <a:off x="3959400" y="6266730"/>
              <a:ext cx="510740" cy="468000"/>
            </a:xfrm>
            <a:prstGeom prst="rect">
              <a:avLst/>
            </a:prstGeom>
          </p:spPr>
        </p:pic>
        <p:pic>
          <p:nvPicPr>
            <p:cNvPr id="27" name="图片 26"/>
            <p:cNvPicPr>
              <a:picLocks noChangeAspect="1"/>
            </p:cNvPicPr>
            <p:nvPr/>
          </p:nvPicPr>
          <p:blipFill>
            <a:blip r:embed="rId9"/>
            <a:stretch>
              <a:fillRect/>
            </a:stretch>
          </p:blipFill>
          <p:spPr>
            <a:xfrm>
              <a:off x="3326886" y="6266730"/>
              <a:ext cx="657664" cy="468000"/>
            </a:xfrm>
            <a:prstGeom prst="rect">
              <a:avLst/>
            </a:prstGeom>
          </p:spPr>
        </p:pic>
      </p:grpSp>
      <p:sp>
        <p:nvSpPr>
          <p:cNvPr id="14" name="AutoShape 4" descr="“data”的图片搜索结果"/>
          <p:cNvSpPr>
            <a:spLocks noChangeAspect="1" noChangeArrowheads="1"/>
          </p:cNvSpPr>
          <p:nvPr/>
        </p:nvSpPr>
        <p:spPr bwMode="auto">
          <a:xfrm>
            <a:off x="1492251" y="-13652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sp>
        <p:nvSpPr>
          <p:cNvPr id="6" name="灯片编号占位符 5"/>
          <p:cNvSpPr>
            <a:spLocks noGrp="1"/>
          </p:cNvSpPr>
          <p:nvPr>
            <p:ph type="sldNum" sz="quarter" idx="12"/>
          </p:nvPr>
        </p:nvSpPr>
        <p:spPr/>
        <p:txBody>
          <a:bodyPr/>
          <a:lstStyle/>
          <a:p>
            <a:fld id="{0D4EF626-F2E7-47E8-A3E5-EAE9C4555C6D}" type="slidenum">
              <a:rPr lang="zh-CN" altLang="en-US" smtClean="0"/>
            </a:fld>
            <a:endParaRPr lang="zh-CN" altLang="en-US"/>
          </a:p>
        </p:txBody>
      </p:sp>
      <p:sp>
        <p:nvSpPr>
          <p:cNvPr id="11" name="文本框 10"/>
          <p:cNvSpPr txBox="1"/>
          <p:nvPr/>
        </p:nvSpPr>
        <p:spPr>
          <a:xfrm>
            <a:off x="3796937" y="2427187"/>
            <a:ext cx="4865914" cy="2122805"/>
          </a:xfrm>
          <a:prstGeom prst="rect">
            <a:avLst/>
          </a:prstGeom>
          <a:noFill/>
        </p:spPr>
        <p:txBody>
          <a:bodyPr wrap="square">
            <a:spAutoFit/>
          </a:bodyPr>
          <a:lstStyle/>
          <a:p>
            <a:pPr algn="ctr">
              <a:lnSpc>
                <a:spcPct val="150000"/>
              </a:lnSpc>
            </a:pPr>
            <a:r>
              <a:rPr lang="zh-CN" altLang="en-US" sz="4400" b="1" dirty="0">
                <a:solidFill>
                  <a:schemeClr val="bg1"/>
                </a:solidFill>
                <a:latin typeface="Times New Roman" panose="02020503050405090304" pitchFamily="18" charset="0"/>
                <a:ea typeface="微软雅黑" panose="020B0503020204020204" pitchFamily="34" charset="-122"/>
                <a:cs typeface="Times New Roman" panose="02020503050405090304" pitchFamily="18" charset="0"/>
              </a:rPr>
              <a:t>第四章</a:t>
            </a:r>
            <a:endParaRPr lang="en-US" altLang="zh-CN" sz="4400" b="1" dirty="0">
              <a:solidFill>
                <a:schemeClr val="bg1"/>
              </a:solidFill>
              <a:latin typeface="Times New Roman" panose="02020503050405090304" pitchFamily="18" charset="0"/>
              <a:ea typeface="微软雅黑" panose="020B0503020204020204" pitchFamily="34" charset="-122"/>
              <a:cs typeface="Times New Roman" panose="02020503050405090304" pitchFamily="18" charset="0"/>
            </a:endParaRPr>
          </a:p>
          <a:p>
            <a:pPr algn="ctr">
              <a:lnSpc>
                <a:spcPct val="150000"/>
              </a:lnSpc>
            </a:pPr>
            <a:r>
              <a:rPr lang="zh-CN" altLang="en-US" sz="4400" b="1" dirty="0">
                <a:solidFill>
                  <a:schemeClr val="bg1"/>
                </a:solidFill>
                <a:latin typeface="Times New Roman" panose="02020503050405090304" pitchFamily="18" charset="0"/>
                <a:ea typeface="微软雅黑" panose="020B0503020204020204" pitchFamily="34" charset="-122"/>
                <a:cs typeface="Times New Roman" panose="02020503050405090304" pitchFamily="18" charset="0"/>
              </a:rPr>
              <a:t>存储器管理</a:t>
            </a:r>
            <a:endParaRPr lang="zh-CN" altLang="en-US" sz="4400" b="1" dirty="0">
              <a:solidFill>
                <a:schemeClr val="bg1"/>
              </a:solidFill>
              <a:latin typeface="Times New Roman" panose="02020503050405090304" pitchFamily="18" charset="0"/>
              <a:ea typeface="微软雅黑" panose="020B0503020204020204" pitchFamily="34" charset="-122"/>
              <a:cs typeface="Times New Roman" panose="0202050305040509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AutoShape 4" descr="“data”的图片搜索结果"/>
          <p:cNvSpPr>
            <a:spLocks noChangeAspect="1" noChangeArrowheads="1"/>
          </p:cNvSpPr>
          <p:nvPr/>
        </p:nvSpPr>
        <p:spPr bwMode="auto">
          <a:xfrm>
            <a:off x="1492251" y="-13652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latin typeface="Times New Roman" panose="02020503050405090304" pitchFamily="18" charset="0"/>
              <a:ea typeface="微软雅黑" panose="020B0503020204020204" pitchFamily="34" charset="-122"/>
              <a:cs typeface="Times New Roman" panose="02020503050405090304" pitchFamily="18" charset="0"/>
            </a:endParaRPr>
          </a:p>
        </p:txBody>
      </p:sp>
      <p:grpSp>
        <p:nvGrpSpPr>
          <p:cNvPr id="11" name="组合 10"/>
          <p:cNvGrpSpPr/>
          <p:nvPr/>
        </p:nvGrpSpPr>
        <p:grpSpPr>
          <a:xfrm>
            <a:off x="8389882" y="168155"/>
            <a:ext cx="3649718" cy="611540"/>
            <a:chOff x="5494282" y="112021"/>
            <a:chExt cx="3649718" cy="611540"/>
          </a:xfrm>
        </p:grpSpPr>
        <p:pic>
          <p:nvPicPr>
            <p:cNvPr id="12" name="Picture 6"/>
            <p:cNvPicPr>
              <a:picLocks noChangeAspect="1" noChangeArrowheads="1"/>
            </p:cNvPicPr>
            <p:nvPr/>
          </p:nvPicPr>
          <p:blipFill rotWithShape="1">
            <a:blip r:embed="rId1">
              <a:extLst>
                <a:ext uri="{28A0092B-C50C-407E-A947-70E740481C1C}">
                  <a14:useLocalDpi xmlns:a14="http://schemas.microsoft.com/office/drawing/2010/main" val="0"/>
                </a:ext>
              </a:extLst>
            </a:blip>
            <a:srcRect t="79825"/>
            <a:stretch>
              <a:fillRect/>
            </a:stretch>
          </p:blipFill>
          <p:spPr bwMode="auto">
            <a:xfrm>
              <a:off x="5494282" y="407985"/>
              <a:ext cx="3649717" cy="315576"/>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4"/>
            <p:cNvPicPr>
              <a:picLocks noChangeAspect="1" noChangeArrowheads="1"/>
            </p:cNvPicPr>
            <p:nvPr/>
          </p:nvPicPr>
          <p:blipFill rotWithShape="1">
            <a:blip r:embed="rId1">
              <a:extLst>
                <a:ext uri="{28A0092B-C50C-407E-A947-70E740481C1C}">
                  <a14:useLocalDpi xmlns:a14="http://schemas.microsoft.com/office/drawing/2010/main" val="0"/>
                </a:ext>
              </a:extLst>
            </a:blip>
            <a:srcRect b="75383"/>
            <a:stretch>
              <a:fillRect/>
            </a:stretch>
          </p:blipFill>
          <p:spPr bwMode="auto">
            <a:xfrm>
              <a:off x="5494286" y="112021"/>
              <a:ext cx="3649714" cy="385041"/>
            </a:xfrm>
            <a:prstGeom prst="rect">
              <a:avLst/>
            </a:prstGeom>
            <a:noFill/>
            <a:extLst>
              <a:ext uri="{909E8E84-426E-40DD-AFC4-6F175D3DCCD1}">
                <a14:hiddenFill xmlns:a14="http://schemas.microsoft.com/office/drawing/2010/main">
                  <a:solidFill>
                    <a:srgbClr val="FFFFFF"/>
                  </a:solidFill>
                </a14:hiddenFill>
              </a:ext>
            </a:extLst>
          </p:spPr>
        </p:pic>
      </p:grpSp>
      <p:graphicFrame>
        <p:nvGraphicFramePr>
          <p:cNvPr id="2" name="图示 1"/>
          <p:cNvGraphicFramePr/>
          <p:nvPr/>
        </p:nvGraphicFramePr>
        <p:xfrm>
          <a:off x="2167467" y="1115029"/>
          <a:ext cx="7335520" cy="562774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8" name="标题 1"/>
          <p:cNvSpPr txBox="1"/>
          <p:nvPr/>
        </p:nvSpPr>
        <p:spPr>
          <a:xfrm>
            <a:off x="0" y="-123"/>
            <a:ext cx="5432213" cy="958964"/>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eaLnBrk="1" hangingPunct="1"/>
            <a:r>
              <a:rPr lang="zh-CN" altLang="en-US" sz="4400" b="1" dirty="0">
                <a:latin typeface="微软雅黑" panose="020B0503020204020204" pitchFamily="34" charset="-122"/>
                <a:ea typeface="微软雅黑" panose="020B0503020204020204" pitchFamily="34" charset="-122"/>
              </a:rPr>
              <a:t>存储器管理</a:t>
            </a:r>
            <a:endParaRPr lang="zh-CN" altLang="en-US" sz="4400" b="1" dirty="0">
              <a:latin typeface="微软雅黑" panose="020B0503020204020204" pitchFamily="34" charset="-122"/>
              <a:ea typeface="微软雅黑" panose="020B0503020204020204" pitchFamily="34" charset="-122"/>
            </a:endParaRPr>
          </a:p>
        </p:txBody>
      </p:sp>
      <p:sp>
        <p:nvSpPr>
          <p:cNvPr id="15" name="星形: 五角 14"/>
          <p:cNvSpPr/>
          <p:nvPr/>
        </p:nvSpPr>
        <p:spPr>
          <a:xfrm>
            <a:off x="8718367" y="5094141"/>
            <a:ext cx="535754" cy="500776"/>
          </a:xfrm>
          <a:prstGeom prst="star5">
            <a:avLst/>
          </a:prstGeom>
          <a:solidFill>
            <a:srgbClr val="FFFF00"/>
          </a:solidFill>
          <a:ln>
            <a:solidFill>
              <a:srgbClr val="FFFF00"/>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AutoShape 4" descr="“data”的图片搜索结果"/>
          <p:cNvSpPr>
            <a:spLocks noChangeAspect="1" noChangeArrowheads="1"/>
          </p:cNvSpPr>
          <p:nvPr/>
        </p:nvSpPr>
        <p:spPr bwMode="auto">
          <a:xfrm>
            <a:off x="1492251" y="-13652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latin typeface="Times New Roman" panose="02020503050405090304" pitchFamily="18" charset="0"/>
              <a:ea typeface="微软雅黑" panose="020B0503020204020204" pitchFamily="34" charset="-122"/>
              <a:cs typeface="Times New Roman" panose="02020503050405090304" pitchFamily="18" charset="0"/>
            </a:endParaRPr>
          </a:p>
        </p:txBody>
      </p:sp>
      <p:graphicFrame>
        <p:nvGraphicFramePr>
          <p:cNvPr id="2" name="图示 1"/>
          <p:cNvGraphicFramePr/>
          <p:nvPr/>
        </p:nvGraphicFramePr>
        <p:xfrm>
          <a:off x="2167467" y="1115029"/>
          <a:ext cx="7335520" cy="5627742"/>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
        <p:nvSpPr>
          <p:cNvPr id="18" name="标题 1"/>
          <p:cNvSpPr txBox="1"/>
          <p:nvPr/>
        </p:nvSpPr>
        <p:spPr>
          <a:xfrm>
            <a:off x="166370" y="24130"/>
            <a:ext cx="8148320" cy="95885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eaLnBrk="1" hangingPunct="1"/>
            <a:r>
              <a:rPr lang="zh-CN" altLang="en-US" sz="4400" b="1" dirty="0">
                <a:latin typeface="微软雅黑" panose="020B0503020204020204" pitchFamily="34" charset="-122"/>
                <a:ea typeface="微软雅黑" panose="020B0503020204020204" pitchFamily="34" charset="-122"/>
              </a:rPr>
              <a:t>存储器管理</a:t>
            </a:r>
            <a:endParaRPr lang="zh-CN" altLang="en-US" sz="4400" b="1" dirty="0">
              <a:latin typeface="微软雅黑" panose="020B0503020204020204" pitchFamily="34" charset="-122"/>
              <a:ea typeface="微软雅黑" panose="020B0503020204020204" pitchFamily="34" charset="-122"/>
            </a:endParaRPr>
          </a:p>
        </p:txBody>
      </p:sp>
      <p:sp>
        <p:nvSpPr>
          <p:cNvPr id="15" name="星形: 五角 14"/>
          <p:cNvSpPr/>
          <p:nvPr/>
        </p:nvSpPr>
        <p:spPr>
          <a:xfrm>
            <a:off x="8718367" y="5094141"/>
            <a:ext cx="535754" cy="500776"/>
          </a:xfrm>
          <a:prstGeom prst="star5">
            <a:avLst/>
          </a:prstGeom>
          <a:solidFill>
            <a:srgbClr val="FFFF00"/>
          </a:solidFill>
          <a:ln>
            <a:solidFill>
              <a:srgbClr val="FFFF00"/>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4" name="组合 3"/>
          <p:cNvGrpSpPr/>
          <p:nvPr/>
        </p:nvGrpSpPr>
        <p:grpSpPr>
          <a:xfrm>
            <a:off x="8362577" y="168155"/>
            <a:ext cx="3649718" cy="611540"/>
            <a:chOff x="5494282" y="112021"/>
            <a:chExt cx="3649718" cy="611540"/>
          </a:xfrm>
        </p:grpSpPr>
        <p:pic>
          <p:nvPicPr>
            <p:cNvPr id="5" name="Picture 6"/>
            <p:cNvPicPr>
              <a:picLocks noChangeAspect="1" noChangeArrowheads="1"/>
            </p:cNvPicPr>
            <p:nvPr/>
          </p:nvPicPr>
          <p:blipFill rotWithShape="1">
            <a:blip r:embed="rId6">
              <a:extLst>
                <a:ext uri="{28A0092B-C50C-407E-A947-70E740481C1C}">
                  <a14:useLocalDpi xmlns:a14="http://schemas.microsoft.com/office/drawing/2010/main" val="0"/>
                </a:ext>
              </a:extLst>
            </a:blip>
            <a:srcRect t="79825"/>
            <a:stretch>
              <a:fillRect/>
            </a:stretch>
          </p:blipFill>
          <p:spPr bwMode="auto">
            <a:xfrm>
              <a:off x="5494282" y="407985"/>
              <a:ext cx="3649717" cy="315576"/>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4"/>
            <p:cNvPicPr>
              <a:picLocks noChangeAspect="1" noChangeArrowheads="1"/>
            </p:cNvPicPr>
            <p:nvPr/>
          </p:nvPicPr>
          <p:blipFill rotWithShape="1">
            <a:blip r:embed="rId6">
              <a:extLst>
                <a:ext uri="{28A0092B-C50C-407E-A947-70E740481C1C}">
                  <a14:useLocalDpi xmlns:a14="http://schemas.microsoft.com/office/drawing/2010/main" val="0"/>
                </a:ext>
              </a:extLst>
            </a:blip>
            <a:srcRect b="75383"/>
            <a:stretch>
              <a:fillRect/>
            </a:stretch>
          </p:blipFill>
          <p:spPr bwMode="auto">
            <a:xfrm>
              <a:off x="5494286" y="112021"/>
              <a:ext cx="3649714" cy="385041"/>
            </a:xfrm>
            <a:prstGeom prst="rect">
              <a:avLst/>
            </a:prstGeom>
            <a:noFill/>
            <a:extLst>
              <a:ext uri="{909E8E84-426E-40DD-AFC4-6F175D3DCCD1}">
                <a14:hiddenFill xmlns:a14="http://schemas.microsoft.com/office/drawing/2010/main">
                  <a:solidFill>
                    <a:srgbClr val="FFFFFF"/>
                  </a:solidFill>
                </a14:hiddenFill>
              </a:ext>
            </a:extLst>
          </p:spPr>
        </p:pic>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AutoShape 4" descr="“data”的图片搜索结果"/>
          <p:cNvSpPr>
            <a:spLocks noChangeAspect="1" noChangeArrowheads="1"/>
          </p:cNvSpPr>
          <p:nvPr/>
        </p:nvSpPr>
        <p:spPr bwMode="auto">
          <a:xfrm>
            <a:off x="1492251" y="-13652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latin typeface="Times New Roman" panose="02020503050405090304" pitchFamily="18" charset="0"/>
              <a:ea typeface="微软雅黑" panose="020B0503020204020204" pitchFamily="34" charset="-122"/>
              <a:cs typeface="Times New Roman" panose="02020503050405090304" pitchFamily="18" charset="0"/>
            </a:endParaRPr>
          </a:p>
        </p:txBody>
      </p:sp>
      <p:grpSp>
        <p:nvGrpSpPr>
          <p:cNvPr id="11" name="组合 10"/>
          <p:cNvGrpSpPr/>
          <p:nvPr/>
        </p:nvGrpSpPr>
        <p:grpSpPr>
          <a:xfrm>
            <a:off x="8249547" y="200540"/>
            <a:ext cx="3649718" cy="611540"/>
            <a:chOff x="5494282" y="112021"/>
            <a:chExt cx="3649718" cy="611540"/>
          </a:xfrm>
        </p:grpSpPr>
        <p:pic>
          <p:nvPicPr>
            <p:cNvPr id="12" name="Picture 6"/>
            <p:cNvPicPr>
              <a:picLocks noChangeAspect="1" noChangeArrowheads="1"/>
            </p:cNvPicPr>
            <p:nvPr/>
          </p:nvPicPr>
          <p:blipFill rotWithShape="1">
            <a:blip r:embed="rId1">
              <a:extLst>
                <a:ext uri="{28A0092B-C50C-407E-A947-70E740481C1C}">
                  <a14:useLocalDpi xmlns:a14="http://schemas.microsoft.com/office/drawing/2010/main" val="0"/>
                </a:ext>
              </a:extLst>
            </a:blip>
            <a:srcRect t="79825"/>
            <a:stretch>
              <a:fillRect/>
            </a:stretch>
          </p:blipFill>
          <p:spPr bwMode="auto">
            <a:xfrm>
              <a:off x="5494282" y="407985"/>
              <a:ext cx="3649717" cy="315576"/>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4"/>
            <p:cNvPicPr>
              <a:picLocks noChangeAspect="1" noChangeArrowheads="1"/>
            </p:cNvPicPr>
            <p:nvPr/>
          </p:nvPicPr>
          <p:blipFill rotWithShape="1">
            <a:blip r:embed="rId1">
              <a:extLst>
                <a:ext uri="{28A0092B-C50C-407E-A947-70E740481C1C}">
                  <a14:useLocalDpi xmlns:a14="http://schemas.microsoft.com/office/drawing/2010/main" val="0"/>
                </a:ext>
              </a:extLst>
            </a:blip>
            <a:srcRect b="75383"/>
            <a:stretch>
              <a:fillRect/>
            </a:stretch>
          </p:blipFill>
          <p:spPr bwMode="auto">
            <a:xfrm>
              <a:off x="5494286" y="112021"/>
              <a:ext cx="3649714" cy="385041"/>
            </a:xfrm>
            <a:prstGeom prst="rect">
              <a:avLst/>
            </a:prstGeom>
            <a:noFill/>
            <a:extLst>
              <a:ext uri="{909E8E84-426E-40DD-AFC4-6F175D3DCCD1}">
                <a14:hiddenFill xmlns:a14="http://schemas.microsoft.com/office/drawing/2010/main">
                  <a:solidFill>
                    <a:srgbClr val="FFFFFF"/>
                  </a:solidFill>
                </a14:hiddenFill>
              </a:ext>
            </a:extLst>
          </p:spPr>
        </p:pic>
      </p:grpSp>
      <p:sp>
        <p:nvSpPr>
          <p:cNvPr id="18" name="标题 1"/>
          <p:cNvSpPr txBox="1"/>
          <p:nvPr/>
        </p:nvSpPr>
        <p:spPr>
          <a:xfrm>
            <a:off x="360045" y="24130"/>
            <a:ext cx="6596380" cy="95885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eaLnBrk="1" hangingPunct="1"/>
            <a:r>
              <a:rPr lang="zh-CN" altLang="en-US" sz="4400" b="1" dirty="0">
                <a:latin typeface="微软雅黑" panose="020B0503020204020204" pitchFamily="34" charset="-122"/>
                <a:ea typeface="微软雅黑" panose="020B0503020204020204" pitchFamily="34" charset="-122"/>
              </a:rPr>
              <a:t>存储器管理</a:t>
            </a:r>
            <a:endParaRPr lang="zh-CN" altLang="en-US" sz="4400" b="1" dirty="0">
              <a:latin typeface="微软雅黑" panose="020B0503020204020204" pitchFamily="34" charset="-122"/>
              <a:ea typeface="微软雅黑" panose="020B0503020204020204" pitchFamily="34" charset="-122"/>
            </a:endParaRPr>
          </a:p>
        </p:txBody>
      </p:sp>
      <p:grpSp>
        <p:nvGrpSpPr>
          <p:cNvPr id="17" name="组合 16"/>
          <p:cNvGrpSpPr/>
          <p:nvPr/>
        </p:nvGrpSpPr>
        <p:grpSpPr>
          <a:xfrm>
            <a:off x="2204336" y="1278935"/>
            <a:ext cx="7571495" cy="926700"/>
            <a:chOff x="0" y="404"/>
            <a:chExt cx="7335520" cy="926700"/>
          </a:xfrm>
        </p:grpSpPr>
        <p:sp>
          <p:nvSpPr>
            <p:cNvPr id="19" name="矩形: 圆角 18"/>
            <p:cNvSpPr/>
            <p:nvPr/>
          </p:nvSpPr>
          <p:spPr>
            <a:xfrm>
              <a:off x="0" y="404"/>
              <a:ext cx="7335520" cy="926700"/>
            </a:xfrm>
            <a:prstGeom prst="roundRect">
              <a:avLst/>
            </a:prstGeom>
            <a:solidFill>
              <a:schemeClr val="accent1">
                <a:lumMod val="75000"/>
              </a:schemeClr>
            </a:solidFill>
          </p:spPr>
          <p:style>
            <a:lnRef idx="2">
              <a:schemeClr val="lt1">
                <a:hueOff val="0"/>
                <a:satOff val="0"/>
                <a:lumOff val="0"/>
                <a:alphaOff val="0"/>
              </a:schemeClr>
            </a:lnRef>
            <a:fillRef idx="1">
              <a:scrgbClr r="0" g="0" b="0"/>
            </a:fillRef>
            <a:effectRef idx="0">
              <a:schemeClr val="accent2">
                <a:hueOff val="0"/>
                <a:satOff val="0"/>
                <a:lumOff val="0"/>
                <a:alphaOff val="0"/>
              </a:schemeClr>
            </a:effectRef>
            <a:fontRef idx="minor">
              <a:schemeClr val="lt1"/>
            </a:fontRef>
          </p:style>
        </p:sp>
        <p:sp>
          <p:nvSpPr>
            <p:cNvPr id="20" name="矩形: 圆角 4"/>
            <p:cNvSpPr txBox="1"/>
            <p:nvPr/>
          </p:nvSpPr>
          <p:spPr>
            <a:xfrm>
              <a:off x="45238" y="45642"/>
              <a:ext cx="7245044" cy="836224"/>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558556" tIns="83820" rIns="83820" bIns="83820" numCol="1" spcCol="1270" anchor="ctr" anchorCtr="0">
              <a:noAutofit/>
            </a:bodyPr>
            <a:lstStyle/>
            <a:p>
              <a:pPr marL="0" lvl="0" indent="0" algn="l" defTabSz="1466850">
                <a:lnSpc>
                  <a:spcPct val="90000"/>
                </a:lnSpc>
                <a:spcBef>
                  <a:spcPct val="0"/>
                </a:spcBef>
                <a:spcAft>
                  <a:spcPct val="35000"/>
                </a:spcAft>
                <a:buNone/>
              </a:pPr>
              <a:r>
                <a:rPr lang="zh-CN" altLang="en-US" sz="3200" b="1" kern="1200" dirty="0">
                  <a:solidFill>
                    <a:prstClr val="white"/>
                  </a:solidFill>
                  <a:latin typeface="微软雅黑" panose="020B0503020204020204" pitchFamily="34" charset="-122"/>
                  <a:ea typeface="微软雅黑" panose="020B0503020204020204" pitchFamily="34" charset="-122"/>
                  <a:cs typeface="+mn-cs"/>
                </a:rPr>
                <a:t> 对换（</a:t>
              </a:r>
              <a:r>
                <a:rPr lang="en-US" altLang="zh-CN" sz="3200" b="1" kern="1200" dirty="0">
                  <a:solidFill>
                    <a:prstClr val="white"/>
                  </a:solidFill>
                  <a:latin typeface="微软雅黑" panose="020B0503020204020204" pitchFamily="34" charset="-122"/>
                  <a:ea typeface="微软雅黑" panose="020B0503020204020204" pitchFamily="34" charset="-122"/>
                  <a:cs typeface="+mn-cs"/>
                </a:rPr>
                <a:t>Swapping</a:t>
              </a:r>
              <a:r>
                <a:rPr lang="zh-CN" altLang="en-US" sz="3200" b="1" kern="1200" dirty="0">
                  <a:solidFill>
                    <a:prstClr val="white"/>
                  </a:solidFill>
                  <a:latin typeface="微软雅黑" panose="020B0503020204020204" pitchFamily="34" charset="-122"/>
                  <a:ea typeface="微软雅黑" panose="020B0503020204020204" pitchFamily="34" charset="-122"/>
                  <a:cs typeface="+mn-cs"/>
                </a:rPr>
                <a:t>）</a:t>
              </a:r>
              <a:endParaRPr lang="zh-CN" altLang="en-US" sz="3200" b="1" kern="1200" dirty="0">
                <a:solidFill>
                  <a:prstClr val="white"/>
                </a:solidFill>
                <a:latin typeface="微软雅黑" panose="020B0503020204020204" pitchFamily="34" charset="-122"/>
                <a:ea typeface="微软雅黑" panose="020B0503020204020204" pitchFamily="34" charset="-122"/>
                <a:cs typeface="+mn-cs"/>
              </a:endParaRPr>
            </a:p>
          </p:txBody>
        </p:sp>
      </p:grpSp>
      <p:graphicFrame>
        <p:nvGraphicFramePr>
          <p:cNvPr id="3" name="图示 2"/>
          <p:cNvGraphicFramePr/>
          <p:nvPr/>
        </p:nvGraphicFramePr>
        <p:xfrm>
          <a:off x="3289447" y="2487358"/>
          <a:ext cx="6486385" cy="322933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cxnSp>
        <p:nvCxnSpPr>
          <p:cNvPr id="7" name="直接连接符 6"/>
          <p:cNvCxnSpPr/>
          <p:nvPr/>
        </p:nvCxnSpPr>
        <p:spPr>
          <a:xfrm>
            <a:off x="2770239" y="2212873"/>
            <a:ext cx="0" cy="3168596"/>
          </a:xfrm>
          <a:prstGeom prst="line">
            <a:avLst/>
          </a:prstGeom>
          <a:ln w="28575">
            <a:solidFill>
              <a:srgbClr val="2F5597"/>
            </a:solidFill>
          </a:ln>
        </p:spPr>
        <p:style>
          <a:lnRef idx="1">
            <a:schemeClr val="accent1"/>
          </a:lnRef>
          <a:fillRef idx="0">
            <a:schemeClr val="accent1"/>
          </a:fillRef>
          <a:effectRef idx="0">
            <a:schemeClr val="accent1"/>
          </a:effectRef>
          <a:fontRef idx="minor">
            <a:schemeClr val="tx1"/>
          </a:fontRef>
        </p:style>
      </p:cxnSp>
      <p:cxnSp>
        <p:nvCxnSpPr>
          <p:cNvPr id="21" name="直接连接符 20"/>
          <p:cNvCxnSpPr/>
          <p:nvPr/>
        </p:nvCxnSpPr>
        <p:spPr>
          <a:xfrm>
            <a:off x="2770239" y="3165104"/>
            <a:ext cx="519208" cy="0"/>
          </a:xfrm>
          <a:prstGeom prst="line">
            <a:avLst/>
          </a:prstGeom>
          <a:ln w="28575">
            <a:solidFill>
              <a:srgbClr val="2F5597"/>
            </a:solidFill>
          </a:ln>
        </p:spPr>
        <p:style>
          <a:lnRef idx="1">
            <a:schemeClr val="accent1"/>
          </a:lnRef>
          <a:fillRef idx="0">
            <a:schemeClr val="accent1"/>
          </a:fillRef>
          <a:effectRef idx="0">
            <a:schemeClr val="accent1"/>
          </a:effectRef>
          <a:fontRef idx="minor">
            <a:schemeClr val="tx1"/>
          </a:fontRef>
        </p:style>
      </p:cxnSp>
      <p:cxnSp>
        <p:nvCxnSpPr>
          <p:cNvPr id="22" name="直接连接符 21"/>
          <p:cNvCxnSpPr/>
          <p:nvPr/>
        </p:nvCxnSpPr>
        <p:spPr>
          <a:xfrm>
            <a:off x="2770239" y="4286035"/>
            <a:ext cx="519208" cy="0"/>
          </a:xfrm>
          <a:prstGeom prst="line">
            <a:avLst/>
          </a:prstGeom>
          <a:ln w="28575">
            <a:solidFill>
              <a:srgbClr val="2F5597"/>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a:off x="2770239" y="5381469"/>
            <a:ext cx="519208" cy="0"/>
          </a:xfrm>
          <a:prstGeom prst="line">
            <a:avLst/>
          </a:prstGeom>
          <a:ln w="28575">
            <a:solidFill>
              <a:srgbClr val="2F5597"/>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8" name="Rectangle 3"/>
          <p:cNvSpPr>
            <a:spLocks noGrp="1"/>
          </p:cNvSpPr>
          <p:nvPr>
            <p:ph idx="1"/>
          </p:nvPr>
        </p:nvSpPr>
        <p:spPr>
          <a:xfrm>
            <a:off x="436880" y="959485"/>
            <a:ext cx="6137910" cy="5785485"/>
          </a:xfrm>
        </p:spPr>
        <p:txBody>
          <a:bodyPr vert="horz" wrap="square" lIns="91440" tIns="45720" rIns="91440" bIns="45720" anchor="t" anchorCtr="0">
            <a:normAutofit fontScale="70000"/>
          </a:bodyPr>
          <a:lstStyle/>
          <a:p>
            <a:pPr marL="457200" lvl="1" indent="-457200">
              <a:lnSpc>
                <a:spcPct val="200000"/>
              </a:lnSpc>
              <a:spcBef>
                <a:spcPts val="1000"/>
              </a:spcBef>
              <a:buClr>
                <a:srgbClr val="0000FF"/>
              </a:buClr>
              <a:buFont typeface="Wingdings" panose="05000000000000000000" pitchFamily="2" charset="2"/>
              <a:buChar char="n"/>
            </a:pPr>
            <a:r>
              <a:rPr lang="zh-CN" altLang="en-US"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对换技术也称为交换技术</a:t>
            </a: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，最早用于</a:t>
            </a:r>
            <a:r>
              <a:rPr lang="en-US" altLang="zh-CN" b="1" dirty="0">
                <a:latin typeface="Times New Roman" panose="02020503050405090304" pitchFamily="18" charset="0"/>
                <a:ea typeface="微软雅黑" panose="020B0503020204020204" pitchFamily="34" charset="-122"/>
                <a:cs typeface="Times New Roman" panose="02020503050405090304" pitchFamily="18" charset="0"/>
              </a:rPr>
              <a:t>MIT</a:t>
            </a: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的</a:t>
            </a:r>
            <a:r>
              <a:rPr lang="zh-CN" altLang="en-US"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单用户分时系统</a:t>
            </a:r>
            <a:r>
              <a:rPr lang="en-US" altLang="zh-CN" b="1" dirty="0">
                <a:latin typeface="Times New Roman" panose="02020503050405090304" pitchFamily="18" charset="0"/>
                <a:ea typeface="微软雅黑" panose="020B0503020204020204" pitchFamily="34" charset="-122"/>
                <a:cs typeface="Times New Roman" panose="02020503050405090304" pitchFamily="18" charset="0"/>
              </a:rPr>
              <a:t>CTSS</a:t>
            </a: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中。</a:t>
            </a:r>
            <a:endParaRPr lang="zh-CN" altLang="en-US" b="1" dirty="0">
              <a:latin typeface="Times New Roman" panose="02020503050405090304" pitchFamily="18" charset="0"/>
              <a:ea typeface="微软雅黑" panose="020B0503020204020204" pitchFamily="34" charset="-122"/>
              <a:cs typeface="Times New Roman" panose="02020503050405090304" pitchFamily="18" charset="0"/>
            </a:endParaRPr>
          </a:p>
          <a:p>
            <a:pPr marL="457200" lvl="1" indent="-457200">
              <a:lnSpc>
                <a:spcPct val="200000"/>
              </a:lnSpc>
              <a:spcBef>
                <a:spcPts val="1000"/>
              </a:spcBef>
              <a:buClr>
                <a:srgbClr val="0000FF"/>
              </a:buClr>
              <a:buFont typeface="Wingdings" panose="05000000000000000000" pitchFamily="2" charset="2"/>
              <a:buChar char="n"/>
            </a:pP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由于当时计算机的内存都非常小，为了使该系统能分时</a:t>
            </a:r>
            <a:r>
              <a:rPr lang="zh-CN" altLang="en-US"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运行多个用户程序</a:t>
            </a: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而引入了对换技术。</a:t>
            </a:r>
            <a:endParaRPr lang="zh-CN" altLang="en-US" b="1" dirty="0">
              <a:latin typeface="Times New Roman" panose="02020503050405090304" pitchFamily="18" charset="0"/>
              <a:ea typeface="微软雅黑" panose="020B0503020204020204" pitchFamily="34" charset="-122"/>
              <a:cs typeface="Times New Roman" panose="02020503050405090304" pitchFamily="18" charset="0"/>
            </a:endParaRPr>
          </a:p>
          <a:p>
            <a:pPr marL="457200" lvl="1" indent="-457200">
              <a:lnSpc>
                <a:spcPct val="200000"/>
              </a:lnSpc>
              <a:spcBef>
                <a:spcPts val="1000"/>
              </a:spcBef>
              <a:buClr>
                <a:srgbClr val="0000FF"/>
              </a:buClr>
              <a:buFont typeface="Wingdings" panose="05000000000000000000" pitchFamily="2" charset="2"/>
              <a:buChar char="n"/>
            </a:pP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系统把所有的用户作业存放在磁盘上，每次只能调入一个作业进入内存，当该作业的一个时间片用完时，将它调至外存的后备队列上等待，再从后备队列上将另一个作业调入内存。</a:t>
            </a:r>
            <a:endParaRPr lang="zh-CN" altLang="en-US" b="1" dirty="0">
              <a:latin typeface="Times New Roman" panose="02020503050405090304" pitchFamily="18" charset="0"/>
              <a:ea typeface="微软雅黑" panose="020B0503020204020204" pitchFamily="34" charset="-122"/>
              <a:cs typeface="Times New Roman" panose="02020503050405090304" pitchFamily="18" charset="0"/>
            </a:endParaRPr>
          </a:p>
          <a:p>
            <a:pPr marL="457200" lvl="1" indent="-457200">
              <a:lnSpc>
                <a:spcPct val="200000"/>
              </a:lnSpc>
              <a:spcBef>
                <a:spcPts val="1000"/>
              </a:spcBef>
              <a:buClr>
                <a:srgbClr val="0000FF"/>
              </a:buClr>
              <a:buFont typeface="Wingdings" panose="05000000000000000000" pitchFamily="2" charset="2"/>
              <a:buChar char="n"/>
            </a:pP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这就是最早出现的分时系统中所用的对换技术。现在已经很少使用。</a:t>
            </a:r>
            <a:endParaRPr lang="zh-CN" altLang="en-US" b="1" dirty="0">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5" name="标题 1"/>
          <p:cNvSpPr txBox="1"/>
          <p:nvPr/>
        </p:nvSpPr>
        <p:spPr>
          <a:xfrm>
            <a:off x="120650" y="33655"/>
            <a:ext cx="10920095" cy="108140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eaLnBrk="1" hangingPunct="1"/>
            <a:r>
              <a:rPr lang="en-US" altLang="zh-CN" sz="3900" b="1" dirty="0">
                <a:latin typeface="微软雅黑" panose="020B0503020204020204" pitchFamily="34" charset="-122"/>
                <a:ea typeface="微软雅黑" panose="020B0503020204020204" pitchFamily="34" charset="-122"/>
              </a:rPr>
              <a:t>4.4 </a:t>
            </a:r>
            <a:r>
              <a:rPr lang="zh-CN" altLang="en-US" sz="3900" b="1" dirty="0">
                <a:latin typeface="微软雅黑" panose="020B0503020204020204" pitchFamily="34" charset="-122"/>
                <a:ea typeface="微软雅黑" panose="020B0503020204020204" pitchFamily="34" charset="-122"/>
              </a:rPr>
              <a:t> 对换（</a:t>
            </a:r>
            <a:r>
              <a:rPr lang="en-US" altLang="zh-CN" sz="3900" b="1" dirty="0">
                <a:latin typeface="微软雅黑" panose="020B0503020204020204" pitchFamily="34" charset="-122"/>
                <a:ea typeface="微软雅黑" panose="020B0503020204020204" pitchFamily="34" charset="-122"/>
              </a:rPr>
              <a:t>Swapping</a:t>
            </a:r>
            <a:r>
              <a:rPr lang="zh-CN" altLang="en-US" sz="3900" b="1" dirty="0">
                <a:latin typeface="微软雅黑" panose="020B0503020204020204" pitchFamily="34" charset="-122"/>
                <a:ea typeface="微软雅黑" panose="020B0503020204020204" pitchFamily="34" charset="-122"/>
              </a:rPr>
              <a:t>）</a:t>
            </a:r>
            <a:endParaRPr lang="zh-CN" altLang="en-US" sz="3900" b="1" dirty="0">
              <a:latin typeface="微软雅黑" panose="020B0503020204020204" pitchFamily="34" charset="-122"/>
              <a:ea typeface="微软雅黑" panose="020B0503020204020204" pitchFamily="34" charset="-122"/>
            </a:endParaRPr>
          </a:p>
        </p:txBody>
      </p:sp>
      <p:pic>
        <p:nvPicPr>
          <p:cNvPr id="2" name="图片 1"/>
          <p:cNvPicPr/>
          <p:nvPr/>
        </p:nvPicPr>
        <p:blipFill>
          <a:blip r:embed="rId1"/>
          <a:srcRect l="8018" t="14840" r="27806" b="15400"/>
          <a:stretch>
            <a:fillRect/>
          </a:stretch>
        </p:blipFill>
        <p:spPr>
          <a:xfrm>
            <a:off x="6575425" y="2190750"/>
            <a:ext cx="5367020" cy="332232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8" name="Rectangle 3"/>
          <p:cNvSpPr>
            <a:spLocks noGrp="1"/>
          </p:cNvSpPr>
          <p:nvPr>
            <p:ph idx="1"/>
          </p:nvPr>
        </p:nvSpPr>
        <p:spPr>
          <a:xfrm>
            <a:off x="556895" y="959485"/>
            <a:ext cx="11000740" cy="5898515"/>
          </a:xfrm>
        </p:spPr>
        <p:txBody>
          <a:bodyPr vert="horz" wrap="square" lIns="91440" tIns="45720" rIns="91440" bIns="45720" anchor="t" anchorCtr="0">
            <a:normAutofit/>
          </a:bodyPr>
          <a:lstStyle/>
          <a:p>
            <a:pPr marL="457200" lvl="1" indent="-457200">
              <a:lnSpc>
                <a:spcPct val="150000"/>
              </a:lnSpc>
              <a:spcBef>
                <a:spcPts val="1000"/>
              </a:spcBef>
              <a:buClr>
                <a:srgbClr val="0000FF"/>
              </a:buClr>
              <a:buFont typeface="Wingdings" panose="05000000000000000000" pitchFamily="2" charset="2"/>
              <a:buChar char="n"/>
            </a:pPr>
            <a:r>
              <a:rPr lang="zh-CN" altLang="en-US"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对换的引入</a:t>
            </a:r>
            <a:endParaRPr lang="en-US" altLang="zh-CN"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endParaRPr>
          </a:p>
          <a:p>
            <a:pPr marL="914400" lvl="2" indent="-457200">
              <a:lnSpc>
                <a:spcPct val="150000"/>
              </a:lnSpc>
              <a:spcBef>
                <a:spcPts val="1000"/>
              </a:spcBef>
              <a:buClr>
                <a:srgbClr val="0000FF"/>
              </a:buClr>
              <a:buFont typeface="Wingdings" panose="05000000000000000000" pitchFamily="2" charset="2"/>
              <a:buChar char="Ø"/>
            </a:pP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内存中的某些进程由于某事件尚未发生而被阻塞运行，但它却占用了大量的内存空间，甚至有时可能出现在内存中所有进程都被阻塞，而无可运行之进程，迫使</a:t>
            </a:r>
            <a:r>
              <a:rPr lang="en-US" altLang="zh-CN" b="1" dirty="0">
                <a:latin typeface="Times New Roman" panose="02020503050405090304" pitchFamily="18" charset="0"/>
                <a:ea typeface="微软雅黑" panose="020B0503020204020204" pitchFamily="34" charset="-122"/>
                <a:cs typeface="Times New Roman" panose="02020503050405090304" pitchFamily="18" charset="0"/>
              </a:rPr>
              <a:t>CPU</a:t>
            </a: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停止下来等待的情况；</a:t>
            </a:r>
            <a:endParaRPr lang="zh-CN" altLang="en-US" b="1" dirty="0">
              <a:latin typeface="Times New Roman" panose="02020503050405090304" pitchFamily="18" charset="0"/>
              <a:ea typeface="微软雅黑" panose="020B0503020204020204" pitchFamily="34" charset="-122"/>
              <a:cs typeface="Times New Roman" panose="02020503050405090304" pitchFamily="18" charset="0"/>
            </a:endParaRPr>
          </a:p>
          <a:p>
            <a:pPr marL="914400" lvl="2" indent="-457200">
              <a:lnSpc>
                <a:spcPct val="150000"/>
              </a:lnSpc>
              <a:spcBef>
                <a:spcPts val="1000"/>
              </a:spcBef>
              <a:buClr>
                <a:srgbClr val="0000FF"/>
              </a:buClr>
              <a:buFont typeface="Wingdings" panose="05000000000000000000" pitchFamily="2" charset="2"/>
              <a:buChar char="Ø"/>
            </a:pP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同时，有许多作业，因内存空间不足，一直驻留在外存上，而不能进入内存运行。</a:t>
            </a:r>
            <a:endParaRPr lang="zh-CN" altLang="en-US" b="1" dirty="0">
              <a:latin typeface="Times New Roman" panose="02020503050405090304" pitchFamily="18" charset="0"/>
              <a:ea typeface="微软雅黑" panose="020B0503020204020204" pitchFamily="34" charset="-122"/>
              <a:cs typeface="Times New Roman" panose="02020503050405090304" pitchFamily="18" charset="0"/>
            </a:endParaRPr>
          </a:p>
          <a:p>
            <a:pPr marL="914400" lvl="2" indent="-457200">
              <a:lnSpc>
                <a:spcPct val="150000"/>
              </a:lnSpc>
              <a:spcBef>
                <a:spcPts val="1000"/>
              </a:spcBef>
              <a:buClr>
                <a:srgbClr val="0000FF"/>
              </a:buClr>
              <a:buFont typeface="Wingdings" panose="05000000000000000000" pitchFamily="2" charset="2"/>
              <a:buChar char="Ø"/>
            </a:pPr>
            <a:r>
              <a:rPr lang="zh-CN" altLang="en-US"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系统资源</a:t>
            </a: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的严重</a:t>
            </a:r>
            <a:r>
              <a:rPr lang="zh-CN" altLang="en-US"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浪费</a:t>
            </a: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，且使</a:t>
            </a:r>
            <a:r>
              <a:rPr lang="zh-CN" altLang="en-US"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系统吞吐量下降</a:t>
            </a: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 </a:t>
            </a:r>
            <a:endParaRPr lang="en-US" altLang="zh-CN" b="1" dirty="0">
              <a:latin typeface="Times New Roman" panose="02020503050405090304" pitchFamily="18" charset="0"/>
              <a:ea typeface="微软雅黑" panose="020B0503020204020204" pitchFamily="34" charset="-122"/>
              <a:cs typeface="Times New Roman" panose="02020503050405090304" pitchFamily="18" charset="0"/>
            </a:endParaRPr>
          </a:p>
          <a:p>
            <a:pPr marL="457200" lvl="1" indent="-457200">
              <a:lnSpc>
                <a:spcPct val="150000"/>
              </a:lnSpc>
              <a:spcBef>
                <a:spcPts val="1000"/>
              </a:spcBef>
              <a:buClr>
                <a:srgbClr val="0000FF"/>
              </a:buClr>
              <a:buFont typeface="Wingdings" panose="05000000000000000000" pitchFamily="2" charset="2"/>
              <a:buChar char="n"/>
            </a:pPr>
            <a:r>
              <a:rPr lang="zh-CN" altLang="en-US"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对换的类型：将一定数量的程序</a:t>
            </a:r>
            <a:r>
              <a:rPr lang="en-US" altLang="zh-CN"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a:t>
            </a:r>
            <a:r>
              <a:rPr lang="zh-CN" altLang="en-US"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数据换入换出内存</a:t>
            </a:r>
            <a:endParaRPr lang="en-US" altLang="zh-CN"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endParaRPr>
          </a:p>
          <a:p>
            <a:pPr marL="914400" lvl="2" indent="-457200">
              <a:lnSpc>
                <a:spcPct val="150000"/>
              </a:lnSpc>
              <a:spcBef>
                <a:spcPts val="1000"/>
              </a:spcBef>
              <a:buClr>
                <a:srgbClr val="0000FF"/>
              </a:buClr>
              <a:buFont typeface="Wingdings" panose="05000000000000000000" pitchFamily="2" charset="2"/>
              <a:buChar char="Ø"/>
            </a:pP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整体对换：对换以整个进程为单位</a:t>
            </a:r>
            <a:endParaRPr lang="en-US" altLang="zh-CN" b="1" dirty="0">
              <a:latin typeface="Times New Roman" panose="02020503050405090304" pitchFamily="18" charset="0"/>
              <a:ea typeface="微软雅黑" panose="020B0503020204020204" pitchFamily="34" charset="-122"/>
              <a:cs typeface="Times New Roman" panose="02020503050405090304" pitchFamily="18" charset="0"/>
            </a:endParaRPr>
          </a:p>
          <a:p>
            <a:pPr marL="914400" lvl="2" indent="-457200">
              <a:lnSpc>
                <a:spcPct val="150000"/>
              </a:lnSpc>
              <a:spcBef>
                <a:spcPts val="1000"/>
              </a:spcBef>
              <a:buClr>
                <a:srgbClr val="0000FF"/>
              </a:buClr>
              <a:buFont typeface="Wingdings" panose="05000000000000000000" pitchFamily="2" charset="2"/>
              <a:buChar char="Ø"/>
            </a:pPr>
            <a:r>
              <a:rPr lang="zh-CN" altLang="en-US"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页面</a:t>
            </a:r>
            <a:r>
              <a:rPr lang="en-US" altLang="zh-CN"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a:t>
            </a:r>
            <a:r>
              <a:rPr lang="zh-CN" altLang="en-US"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分段</a:t>
            </a:r>
            <a:r>
              <a:rPr lang="en-US" altLang="zh-CN"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a:t>
            </a:r>
            <a:r>
              <a:rPr lang="zh-CN" altLang="en-US"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部分对换：</a:t>
            </a: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对换以页或段为单位</a:t>
            </a:r>
            <a:endParaRPr lang="zh-CN" altLang="en-US" b="1" dirty="0">
              <a:latin typeface="Times New Roman" panose="02020503050405090304" pitchFamily="18" charset="0"/>
              <a:ea typeface="微软雅黑" panose="020B0503020204020204" pitchFamily="34" charset="-122"/>
              <a:cs typeface="Times New Roman" panose="02020503050405090304" pitchFamily="18" charset="0"/>
            </a:endParaRPr>
          </a:p>
          <a:p>
            <a:pPr marL="457200" lvl="2" indent="0">
              <a:lnSpc>
                <a:spcPct val="150000"/>
              </a:lnSpc>
              <a:spcBef>
                <a:spcPts val="1000"/>
              </a:spcBef>
              <a:buClr>
                <a:srgbClr val="0000FF"/>
              </a:buClr>
              <a:buNone/>
            </a:pPr>
            <a:endParaRPr lang="zh-CN" altLang="en-US" b="1" dirty="0">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5" name="标题 1"/>
          <p:cNvSpPr txBox="1"/>
          <p:nvPr/>
        </p:nvSpPr>
        <p:spPr>
          <a:xfrm>
            <a:off x="241300" y="33655"/>
            <a:ext cx="10799445" cy="108140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eaLnBrk="1" hangingPunct="1"/>
            <a:r>
              <a:rPr lang="en-US" altLang="zh-CN" sz="3900" b="1" dirty="0">
                <a:latin typeface="微软雅黑" panose="020B0503020204020204" pitchFamily="34" charset="-122"/>
                <a:ea typeface="微软雅黑" panose="020B0503020204020204" pitchFamily="34" charset="-122"/>
              </a:rPr>
              <a:t>4.4.1 </a:t>
            </a:r>
            <a:r>
              <a:rPr lang="zh-CN" altLang="en-US" sz="3900" b="1" dirty="0">
                <a:latin typeface="微软雅黑" panose="020B0503020204020204" pitchFamily="34" charset="-122"/>
                <a:ea typeface="微软雅黑" panose="020B0503020204020204" pitchFamily="34" charset="-122"/>
              </a:rPr>
              <a:t>多道程序环境下的</a:t>
            </a:r>
            <a:r>
              <a:rPr lang="zh-CN" altLang="en-US" sz="3900" b="1" dirty="0">
                <a:latin typeface="微软雅黑" panose="020B0503020204020204" pitchFamily="34" charset="-122"/>
                <a:ea typeface="微软雅黑" panose="020B0503020204020204" pitchFamily="34" charset="-122"/>
              </a:rPr>
              <a:t>对换技术</a:t>
            </a:r>
            <a:endParaRPr lang="zh-CN" altLang="en-US" sz="3900" b="1" dirty="0">
              <a:latin typeface="微软雅黑" panose="020B0503020204020204" pitchFamily="34" charset="-122"/>
              <a:ea typeface="微软雅黑" panose="020B0503020204020204" pitchFamily="34" charset="-122"/>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8" name="Rectangle 3"/>
          <p:cNvSpPr>
            <a:spLocks noGrp="1"/>
          </p:cNvSpPr>
          <p:nvPr>
            <p:ph idx="1"/>
          </p:nvPr>
        </p:nvSpPr>
        <p:spPr>
          <a:xfrm>
            <a:off x="609600" y="959485"/>
            <a:ext cx="11049635" cy="5673090"/>
          </a:xfrm>
        </p:spPr>
        <p:txBody>
          <a:bodyPr vert="horz" wrap="square" lIns="91440" tIns="45720" rIns="91440" bIns="45720" anchor="t" anchorCtr="0">
            <a:normAutofit/>
          </a:bodyPr>
          <a:lstStyle/>
          <a:p>
            <a:pPr marL="457200" lvl="1" indent="-457200">
              <a:lnSpc>
                <a:spcPct val="150000"/>
              </a:lnSpc>
              <a:spcBef>
                <a:spcPts val="1000"/>
              </a:spcBef>
              <a:buClr>
                <a:srgbClr val="0000FF"/>
              </a:buClr>
              <a:buFont typeface="Wingdings" panose="05000000000000000000" pitchFamily="2" charset="2"/>
              <a:buChar char="n"/>
            </a:pPr>
            <a:r>
              <a:rPr lang="zh-CN" altLang="en-US" sz="2800"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对换空间管理的主要目标</a:t>
            </a:r>
            <a:endParaRPr lang="en-US" altLang="zh-CN" sz="2800"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endParaRPr>
          </a:p>
          <a:p>
            <a:pPr marL="914400" lvl="2" indent="-457200">
              <a:lnSpc>
                <a:spcPct val="150000"/>
              </a:lnSpc>
              <a:spcBef>
                <a:spcPts val="1000"/>
              </a:spcBef>
              <a:buClr>
                <a:srgbClr val="0000FF"/>
              </a:buClr>
              <a:buFont typeface="Wingdings" panose="05000000000000000000" pitchFamily="2" charset="2"/>
              <a:buChar char="Ø"/>
            </a:pPr>
            <a:r>
              <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rPr>
              <a:t>在具有对换功能的</a:t>
            </a:r>
            <a:r>
              <a:rPr lang="en-US" altLang="zh-CN" sz="2400" b="1" dirty="0">
                <a:latin typeface="Times New Roman" panose="02020503050405090304" pitchFamily="18" charset="0"/>
                <a:ea typeface="微软雅黑" panose="020B0503020204020204" pitchFamily="34" charset="-122"/>
                <a:cs typeface="Times New Roman" panose="02020503050405090304" pitchFamily="18" charset="0"/>
              </a:rPr>
              <a:t>OS</a:t>
            </a:r>
            <a:r>
              <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rPr>
              <a:t>中，把磁盘空间分为</a:t>
            </a:r>
            <a:r>
              <a:rPr lang="zh-CN" altLang="en-US" sz="2400"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文件区和对换区</a:t>
            </a:r>
            <a:endParaRPr lang="en-US" altLang="zh-CN" sz="2400"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endParaRPr>
          </a:p>
          <a:p>
            <a:pPr marL="1371600" lvl="3" indent="-457200">
              <a:lnSpc>
                <a:spcPct val="150000"/>
              </a:lnSpc>
              <a:spcBef>
                <a:spcPts val="1000"/>
              </a:spcBef>
              <a:buClr>
                <a:srgbClr val="0000FF"/>
              </a:buClr>
              <a:buFont typeface="Wingdings" panose="05000000000000000000" pitchFamily="2" charset="2"/>
              <a:buChar char="ü"/>
            </a:pPr>
            <a:r>
              <a:rPr lang="zh-CN" altLang="en-US" sz="2400"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文件区：</a:t>
            </a:r>
            <a:r>
              <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rPr>
              <a:t>存放各类文件</a:t>
            </a:r>
            <a:endParaRPr lang="en-US" altLang="zh-CN" sz="2400" b="1" dirty="0">
              <a:latin typeface="Times New Roman" panose="02020503050405090304" pitchFamily="18" charset="0"/>
              <a:ea typeface="微软雅黑" panose="020B0503020204020204" pitchFamily="34" charset="-122"/>
              <a:cs typeface="Times New Roman" panose="02020503050405090304" pitchFamily="18" charset="0"/>
            </a:endParaRPr>
          </a:p>
          <a:p>
            <a:pPr marL="1371600" lvl="3" indent="-457200">
              <a:lnSpc>
                <a:spcPct val="150000"/>
              </a:lnSpc>
              <a:spcBef>
                <a:spcPts val="1000"/>
              </a:spcBef>
              <a:buClr>
                <a:srgbClr val="0000FF"/>
              </a:buClr>
              <a:buFont typeface="Wingdings" panose="05000000000000000000" pitchFamily="2" charset="2"/>
              <a:buChar char="ü"/>
            </a:pPr>
            <a:r>
              <a:rPr lang="zh-CN" altLang="en-US" sz="2400"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对换区：</a:t>
            </a:r>
            <a:r>
              <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rPr>
              <a:t>存放从内存换出的进程</a:t>
            </a:r>
            <a:endPar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endParaRPr>
          </a:p>
          <a:p>
            <a:pPr marL="914400" lvl="2" indent="-457200">
              <a:lnSpc>
                <a:spcPct val="150000"/>
              </a:lnSpc>
              <a:spcBef>
                <a:spcPts val="1000"/>
              </a:spcBef>
              <a:buClr>
                <a:srgbClr val="0000FF"/>
              </a:buClr>
              <a:buFont typeface="Wingdings" panose="05000000000000000000" pitchFamily="2" charset="2"/>
              <a:buChar char="Ø"/>
            </a:pPr>
            <a:r>
              <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rPr>
              <a:t>对</a:t>
            </a:r>
            <a:r>
              <a:rPr lang="zh-CN" altLang="en-US" sz="2400"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文件区</a:t>
            </a:r>
            <a:r>
              <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rPr>
              <a:t>管理的主要目标（</a:t>
            </a:r>
            <a:r>
              <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rPr>
              <a:t>离散分配）</a:t>
            </a:r>
            <a:endPar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endParaRPr>
          </a:p>
          <a:p>
            <a:pPr marL="1371600" lvl="3" indent="-457200">
              <a:lnSpc>
                <a:spcPct val="150000"/>
              </a:lnSpc>
              <a:spcBef>
                <a:spcPts val="1000"/>
              </a:spcBef>
              <a:buClr>
                <a:srgbClr val="0000FF"/>
              </a:buClr>
              <a:buFont typeface="Wingdings" panose="05000000000000000000" pitchFamily="2" charset="2"/>
              <a:buChar char="ü"/>
            </a:pPr>
            <a:r>
              <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rPr>
              <a:t>提高文件存储空间的利用率 </a:t>
            </a:r>
            <a:r>
              <a:rPr lang="en-US" altLang="zh-CN" sz="2400" b="1" dirty="0">
                <a:latin typeface="Times New Roman" panose="02020503050405090304" pitchFamily="18" charset="0"/>
                <a:ea typeface="微软雅黑" panose="020B0503020204020204" pitchFamily="34" charset="-122"/>
                <a:cs typeface="Times New Roman" panose="02020503050405090304" pitchFamily="18" charset="0"/>
              </a:rPr>
              <a:t>&gt; </a:t>
            </a:r>
            <a:r>
              <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rPr>
              <a:t>提高对文件的访问速度</a:t>
            </a:r>
            <a:endPar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endParaRPr>
          </a:p>
          <a:p>
            <a:pPr marL="914400" lvl="2" indent="-457200">
              <a:lnSpc>
                <a:spcPct val="150000"/>
              </a:lnSpc>
              <a:spcBef>
                <a:spcPts val="1000"/>
              </a:spcBef>
              <a:buClr>
                <a:srgbClr val="0000FF"/>
              </a:buClr>
              <a:buFont typeface="Wingdings" panose="05000000000000000000" pitchFamily="2" charset="2"/>
              <a:buChar char="Ø"/>
            </a:pPr>
            <a:r>
              <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rPr>
              <a:t> 对</a:t>
            </a:r>
            <a:r>
              <a:rPr lang="zh-CN" altLang="en-US" sz="2400"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对换区</a:t>
            </a:r>
            <a:r>
              <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rPr>
              <a:t>管理的主要目标（连续</a:t>
            </a:r>
            <a:r>
              <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rPr>
              <a:t>分配）</a:t>
            </a:r>
            <a:endPar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endParaRPr>
          </a:p>
          <a:p>
            <a:pPr marL="1371600" lvl="3" indent="-457200">
              <a:lnSpc>
                <a:spcPct val="150000"/>
              </a:lnSpc>
              <a:spcBef>
                <a:spcPts val="1000"/>
              </a:spcBef>
              <a:buClr>
                <a:srgbClr val="0000FF"/>
              </a:buClr>
              <a:buFont typeface="Wingdings" panose="05000000000000000000" pitchFamily="2" charset="2"/>
              <a:buChar char="ü"/>
            </a:pPr>
            <a:r>
              <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rPr>
              <a:t>提高进程换入和换出的速度 </a:t>
            </a:r>
            <a:r>
              <a:rPr lang="en-US" altLang="zh-CN" sz="2400" b="1" dirty="0">
                <a:latin typeface="Times New Roman" panose="02020503050405090304" pitchFamily="18" charset="0"/>
                <a:ea typeface="微软雅黑" panose="020B0503020204020204" pitchFamily="34" charset="-122"/>
                <a:cs typeface="Times New Roman" panose="02020503050405090304" pitchFamily="18" charset="0"/>
              </a:rPr>
              <a:t>&gt; </a:t>
            </a:r>
            <a:r>
              <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rPr>
              <a:t>提高文件存储空间的利用率</a:t>
            </a:r>
            <a:endPar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endParaRPr>
          </a:p>
          <a:p>
            <a:pPr marL="457200" lvl="2" indent="0">
              <a:lnSpc>
                <a:spcPct val="150000"/>
              </a:lnSpc>
              <a:spcBef>
                <a:spcPts val="1000"/>
              </a:spcBef>
              <a:buClr>
                <a:srgbClr val="0000FF"/>
              </a:buClr>
              <a:buNone/>
            </a:pPr>
            <a:endPar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5" name="标题 1"/>
          <p:cNvSpPr txBox="1"/>
          <p:nvPr/>
        </p:nvSpPr>
        <p:spPr>
          <a:xfrm>
            <a:off x="328930" y="33655"/>
            <a:ext cx="10711815" cy="108140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eaLnBrk="1" hangingPunct="1"/>
            <a:r>
              <a:rPr lang="en-US" altLang="zh-CN" sz="3900" b="1" dirty="0">
                <a:latin typeface="微软雅黑" panose="020B0503020204020204" pitchFamily="34" charset="-122"/>
                <a:ea typeface="微软雅黑" panose="020B0503020204020204" pitchFamily="34" charset="-122"/>
              </a:rPr>
              <a:t>4.4.2 </a:t>
            </a:r>
            <a:r>
              <a:rPr lang="zh-CN" altLang="en-US" sz="3900" b="1" dirty="0">
                <a:latin typeface="微软雅黑" panose="020B0503020204020204" pitchFamily="34" charset="-122"/>
                <a:ea typeface="微软雅黑" panose="020B0503020204020204" pitchFamily="34" charset="-122"/>
              </a:rPr>
              <a:t>对换空间的管理</a:t>
            </a:r>
            <a:endParaRPr lang="zh-CN" altLang="en-US" sz="3900" b="1" dirty="0">
              <a:latin typeface="微软雅黑" panose="020B0503020204020204" pitchFamily="34" charset="-122"/>
              <a:ea typeface="微软雅黑" panose="020B0503020204020204" pitchFamily="34" charset="-122"/>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8" name="Rectangle 3"/>
          <p:cNvSpPr>
            <a:spLocks noGrp="1"/>
          </p:cNvSpPr>
          <p:nvPr>
            <p:ph idx="1"/>
          </p:nvPr>
        </p:nvSpPr>
        <p:spPr>
          <a:xfrm>
            <a:off x="643890" y="959485"/>
            <a:ext cx="10580370" cy="5898515"/>
          </a:xfrm>
        </p:spPr>
        <p:txBody>
          <a:bodyPr vert="horz" wrap="square" lIns="91440" tIns="45720" rIns="91440" bIns="45720" anchor="t" anchorCtr="0">
            <a:normAutofit/>
          </a:bodyPr>
          <a:lstStyle/>
          <a:p>
            <a:pPr marL="457200" lvl="1" indent="-457200">
              <a:lnSpc>
                <a:spcPct val="150000"/>
              </a:lnSpc>
              <a:spcBef>
                <a:spcPts val="1000"/>
              </a:spcBef>
              <a:buClr>
                <a:srgbClr val="0000FF"/>
              </a:buClr>
              <a:buFont typeface="Wingdings" panose="05000000000000000000" pitchFamily="2" charset="2"/>
              <a:buChar char="n"/>
            </a:pPr>
            <a:r>
              <a:rPr lang="zh-CN" altLang="en-US" sz="2800"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对换区空闲盘块管理中的数据结构</a:t>
            </a:r>
            <a:endParaRPr lang="zh-CN" altLang="en-US" sz="2800"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endParaRPr>
          </a:p>
          <a:p>
            <a:pPr marL="914400" lvl="2" indent="-457200">
              <a:lnSpc>
                <a:spcPct val="150000"/>
              </a:lnSpc>
              <a:spcBef>
                <a:spcPts val="1000"/>
              </a:spcBef>
              <a:buClr>
                <a:srgbClr val="0000FF"/>
              </a:buClr>
              <a:buFont typeface="Wingdings" panose="05000000000000000000" pitchFamily="2" charset="2"/>
              <a:buChar char="Ø"/>
            </a:pPr>
            <a:r>
              <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rPr>
              <a:t>实现对对换区中的空闲盘块的管理</a:t>
            </a:r>
            <a:endPar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endParaRPr>
          </a:p>
          <a:p>
            <a:pPr marL="914400" lvl="2" indent="-457200">
              <a:lnSpc>
                <a:spcPct val="150000"/>
              </a:lnSpc>
              <a:spcBef>
                <a:spcPts val="1000"/>
              </a:spcBef>
              <a:buClr>
                <a:srgbClr val="0000FF"/>
              </a:buClr>
              <a:buFont typeface="Wingdings" panose="05000000000000000000" pitchFamily="2" charset="2"/>
              <a:buChar char="Ø"/>
            </a:pPr>
            <a:r>
              <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rPr>
              <a:t>用于记录外存对换区中的空闲盘块的使用情况</a:t>
            </a:r>
            <a:endPar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endParaRPr>
          </a:p>
          <a:p>
            <a:pPr marL="914400" lvl="2" indent="-457200">
              <a:lnSpc>
                <a:spcPct val="150000"/>
              </a:lnSpc>
              <a:spcBef>
                <a:spcPts val="1000"/>
              </a:spcBef>
              <a:buClr>
                <a:srgbClr val="0000FF"/>
              </a:buClr>
              <a:buFont typeface="Wingdings" panose="05000000000000000000" pitchFamily="2" charset="2"/>
              <a:buChar char="Ø"/>
            </a:pPr>
            <a:r>
              <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rPr>
              <a:t>数据结构的形式与内存在动态分区分配方式中所用数据结构相似，可以用空闲分区表或空闲分区链。</a:t>
            </a:r>
            <a:endPar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endParaRPr>
          </a:p>
          <a:p>
            <a:pPr marL="914400" lvl="2" indent="-457200">
              <a:lnSpc>
                <a:spcPct val="150000"/>
              </a:lnSpc>
              <a:spcBef>
                <a:spcPts val="1000"/>
              </a:spcBef>
              <a:buClr>
                <a:srgbClr val="0000FF"/>
              </a:buClr>
              <a:buFont typeface="Wingdings" panose="05000000000000000000" pitchFamily="2" charset="2"/>
              <a:buChar char="Ø"/>
            </a:pPr>
            <a:r>
              <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rPr>
              <a:t>在空闲分区表的每个表目中，应包含两项：对换区的首址及其大小，分别用盘块号和盘块数表示。</a:t>
            </a:r>
            <a:endPar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endParaRPr>
          </a:p>
          <a:p>
            <a:pPr marL="457200" lvl="2" indent="0">
              <a:lnSpc>
                <a:spcPct val="150000"/>
              </a:lnSpc>
              <a:spcBef>
                <a:spcPts val="1000"/>
              </a:spcBef>
              <a:buClr>
                <a:srgbClr val="0000FF"/>
              </a:buClr>
              <a:buNone/>
            </a:pPr>
            <a:endPar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5" name="标题 1"/>
          <p:cNvSpPr txBox="1"/>
          <p:nvPr/>
        </p:nvSpPr>
        <p:spPr>
          <a:xfrm>
            <a:off x="288290" y="33655"/>
            <a:ext cx="10752455" cy="108140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eaLnBrk="1" hangingPunct="1"/>
            <a:r>
              <a:rPr lang="en-US" altLang="zh-CN" sz="3900" b="1" dirty="0">
                <a:latin typeface="微软雅黑" panose="020B0503020204020204" pitchFamily="34" charset="-122"/>
                <a:ea typeface="微软雅黑" panose="020B0503020204020204" pitchFamily="34" charset="-122"/>
              </a:rPr>
              <a:t>4.4.2 </a:t>
            </a:r>
            <a:r>
              <a:rPr lang="zh-CN" altLang="en-US" sz="3900" b="1" dirty="0">
                <a:latin typeface="微软雅黑" panose="020B0503020204020204" pitchFamily="34" charset="-122"/>
                <a:ea typeface="微软雅黑" panose="020B0503020204020204" pitchFamily="34" charset="-122"/>
              </a:rPr>
              <a:t>对换空间的管理</a:t>
            </a:r>
            <a:endParaRPr lang="zh-CN" altLang="en-US" sz="3900" b="1" dirty="0">
              <a:latin typeface="微软雅黑" panose="020B0503020204020204" pitchFamily="34" charset="-122"/>
              <a:ea typeface="微软雅黑" panose="020B0503020204020204" pitchFamily="34" charset="-122"/>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8" name="Rectangle 3"/>
          <p:cNvSpPr>
            <a:spLocks noGrp="1"/>
          </p:cNvSpPr>
          <p:nvPr>
            <p:ph idx="1"/>
          </p:nvPr>
        </p:nvSpPr>
        <p:spPr>
          <a:xfrm>
            <a:off x="535940" y="959485"/>
            <a:ext cx="10868025" cy="5898515"/>
          </a:xfrm>
        </p:spPr>
        <p:txBody>
          <a:bodyPr vert="horz" wrap="square" lIns="91440" tIns="45720" rIns="91440" bIns="45720" anchor="t" anchorCtr="0">
            <a:noAutofit/>
          </a:bodyPr>
          <a:lstStyle/>
          <a:p>
            <a:pPr marL="457200" lvl="1" indent="-457200">
              <a:lnSpc>
                <a:spcPct val="150000"/>
              </a:lnSpc>
              <a:spcBef>
                <a:spcPts val="1000"/>
              </a:spcBef>
              <a:buClr>
                <a:srgbClr val="0000FF"/>
              </a:buClr>
              <a:buFont typeface="Wingdings" panose="05000000000000000000" pitchFamily="2" charset="2"/>
              <a:buChar char="n"/>
            </a:pPr>
            <a:r>
              <a:rPr lang="zh-CN" altLang="en-US" sz="2800"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对换空间的分配与回收</a:t>
            </a:r>
            <a:endParaRPr lang="zh-CN" altLang="en-US" sz="2800"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endParaRPr>
          </a:p>
          <a:p>
            <a:pPr marL="914400" lvl="2" indent="-457200">
              <a:lnSpc>
                <a:spcPct val="150000"/>
              </a:lnSpc>
              <a:spcBef>
                <a:spcPts val="1000"/>
              </a:spcBef>
              <a:buClr>
                <a:srgbClr val="0000FF"/>
              </a:buClr>
              <a:buFont typeface="Wingdings" panose="05000000000000000000" pitchFamily="2" charset="2"/>
              <a:buChar char="Ø"/>
            </a:pPr>
            <a:r>
              <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rPr>
              <a:t>由于对换分区的分配采用的是连续分配方式，因而对换空间的分配与回收与动态分区方式时的内存分配与回收方法雷同。</a:t>
            </a:r>
            <a:endPar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endParaRPr>
          </a:p>
          <a:p>
            <a:pPr marL="914400" lvl="2" indent="-457200">
              <a:lnSpc>
                <a:spcPct val="150000"/>
              </a:lnSpc>
              <a:spcBef>
                <a:spcPts val="1000"/>
              </a:spcBef>
              <a:buClr>
                <a:srgbClr val="0000FF"/>
              </a:buClr>
              <a:buFont typeface="Wingdings" panose="05000000000000000000" pitchFamily="2" charset="2"/>
              <a:buChar char="Ø"/>
            </a:pPr>
            <a:r>
              <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rPr>
              <a:t>分配算法：首次适应算法、循环首次适应算法或最佳适应算法等。</a:t>
            </a:r>
            <a:endParaRPr lang="en-US" altLang="zh-CN" sz="2400" b="1" dirty="0">
              <a:latin typeface="Times New Roman" panose="02020503050405090304" pitchFamily="18" charset="0"/>
              <a:ea typeface="微软雅黑" panose="020B0503020204020204" pitchFamily="34" charset="-122"/>
              <a:cs typeface="Times New Roman" panose="02020503050405090304" pitchFamily="18" charset="0"/>
            </a:endParaRPr>
          </a:p>
          <a:p>
            <a:pPr marL="914400" lvl="2" indent="-457200">
              <a:lnSpc>
                <a:spcPct val="150000"/>
              </a:lnSpc>
              <a:spcBef>
                <a:spcPts val="1000"/>
              </a:spcBef>
              <a:buClr>
                <a:srgbClr val="0000FF"/>
              </a:buClr>
              <a:buFont typeface="Wingdings" panose="05000000000000000000" pitchFamily="2" charset="2"/>
              <a:buChar char="Ø"/>
            </a:pPr>
            <a:r>
              <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rPr>
              <a:t>回收操作同样为四种情况：</a:t>
            </a:r>
            <a:endParaRPr lang="en-US" altLang="zh-CN" sz="2400" b="1" dirty="0">
              <a:latin typeface="Times New Roman" panose="02020503050405090304" pitchFamily="18" charset="0"/>
              <a:ea typeface="微软雅黑" panose="020B0503020204020204" pitchFamily="34" charset="-122"/>
              <a:cs typeface="Times New Roman" panose="02020503050405090304" pitchFamily="18" charset="0"/>
            </a:endParaRPr>
          </a:p>
          <a:p>
            <a:pPr marL="1371600" lvl="3" indent="-457200">
              <a:lnSpc>
                <a:spcPct val="150000"/>
              </a:lnSpc>
              <a:spcBef>
                <a:spcPts val="1000"/>
              </a:spcBef>
              <a:buClr>
                <a:srgbClr val="0000FF"/>
              </a:buClr>
              <a:buFont typeface="Wingdings" panose="05000000000000000000" pitchFamily="2" charset="2"/>
              <a:buChar char="ü"/>
            </a:pP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回收区与插入点的前一个空闲分区 </a:t>
            </a:r>
            <a:r>
              <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rPr>
              <a:t>F1</a:t>
            </a: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相邻接</a:t>
            </a:r>
            <a:endPar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endParaRPr>
          </a:p>
          <a:p>
            <a:pPr marL="1371600" lvl="3" indent="-457200">
              <a:lnSpc>
                <a:spcPct val="150000"/>
              </a:lnSpc>
              <a:spcBef>
                <a:spcPts val="1000"/>
              </a:spcBef>
              <a:buClr>
                <a:srgbClr val="0000FF"/>
              </a:buClr>
              <a:buFont typeface="Wingdings" panose="05000000000000000000" pitchFamily="2" charset="2"/>
              <a:buChar char="ü"/>
            </a:pP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回收分区与插入点的后一空闲分区 </a:t>
            </a:r>
            <a:r>
              <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rPr>
              <a:t>F2</a:t>
            </a: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相邻接</a:t>
            </a:r>
            <a:endPar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endParaRPr>
          </a:p>
          <a:p>
            <a:pPr marL="1371600" lvl="3" indent="-457200">
              <a:lnSpc>
                <a:spcPct val="150000"/>
              </a:lnSpc>
              <a:spcBef>
                <a:spcPts val="1000"/>
              </a:spcBef>
              <a:buClr>
                <a:srgbClr val="0000FF"/>
              </a:buClr>
              <a:buFont typeface="Wingdings" panose="05000000000000000000" pitchFamily="2" charset="2"/>
              <a:buChar char="ü"/>
            </a:pP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回收区同时与插入点的前、后两个分区邻接</a:t>
            </a:r>
            <a:endPar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endParaRPr>
          </a:p>
          <a:p>
            <a:pPr marL="1371600" lvl="3" indent="-457200">
              <a:lnSpc>
                <a:spcPct val="150000"/>
              </a:lnSpc>
              <a:spcBef>
                <a:spcPts val="1000"/>
              </a:spcBef>
              <a:buClr>
                <a:srgbClr val="0000FF"/>
              </a:buClr>
              <a:buFont typeface="Wingdings" panose="05000000000000000000" pitchFamily="2" charset="2"/>
              <a:buChar char="ü"/>
            </a:pP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回收区既不与 </a:t>
            </a:r>
            <a:r>
              <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rPr>
              <a:t>F1</a:t>
            </a: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邻接，又不与 </a:t>
            </a:r>
            <a:r>
              <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rPr>
              <a:t>F2</a:t>
            </a: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邻接</a:t>
            </a:r>
            <a:endPar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endParaRPr>
          </a:p>
          <a:p>
            <a:pPr marL="914400" lvl="2" indent="-457200">
              <a:lnSpc>
                <a:spcPct val="150000"/>
              </a:lnSpc>
              <a:spcBef>
                <a:spcPts val="1000"/>
              </a:spcBef>
              <a:buClr>
                <a:srgbClr val="0000FF"/>
              </a:buClr>
              <a:buFont typeface="Wingdings" panose="05000000000000000000" pitchFamily="2" charset="2"/>
              <a:buChar char="Ø"/>
            </a:pPr>
            <a:endParaRPr lang="zh-CN" altLang="en-US" b="1" dirty="0">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5" name="标题 1"/>
          <p:cNvSpPr txBox="1"/>
          <p:nvPr/>
        </p:nvSpPr>
        <p:spPr>
          <a:xfrm>
            <a:off x="394970" y="33655"/>
            <a:ext cx="10645775" cy="108140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eaLnBrk="1" hangingPunct="1"/>
            <a:r>
              <a:rPr lang="en-US" altLang="zh-CN" sz="3900" b="1" dirty="0">
                <a:latin typeface="微软雅黑" panose="020B0503020204020204" pitchFamily="34" charset="-122"/>
                <a:ea typeface="微软雅黑" panose="020B0503020204020204" pitchFamily="34" charset="-122"/>
              </a:rPr>
              <a:t>4.4.2 </a:t>
            </a:r>
            <a:r>
              <a:rPr lang="zh-CN" altLang="en-US" sz="3900" b="1" dirty="0">
                <a:latin typeface="微软雅黑" panose="020B0503020204020204" pitchFamily="34" charset="-122"/>
                <a:ea typeface="微软雅黑" panose="020B0503020204020204" pitchFamily="34" charset="-122"/>
              </a:rPr>
              <a:t>对换空间的管理</a:t>
            </a:r>
            <a:endParaRPr lang="zh-CN" altLang="en-US" sz="3900" b="1" dirty="0">
              <a:latin typeface="微软雅黑" panose="020B0503020204020204" pitchFamily="34" charset="-122"/>
              <a:ea typeface="微软雅黑" panose="020B0503020204020204" pitchFamily="34" charset="-122"/>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8" name="Rectangle 3"/>
          <p:cNvSpPr>
            <a:spLocks noGrp="1"/>
          </p:cNvSpPr>
          <p:nvPr>
            <p:ph idx="1"/>
          </p:nvPr>
        </p:nvSpPr>
        <p:spPr>
          <a:xfrm>
            <a:off x="483235" y="959485"/>
            <a:ext cx="11347450" cy="5898515"/>
          </a:xfrm>
        </p:spPr>
        <p:txBody>
          <a:bodyPr vert="horz" wrap="square" lIns="91440" tIns="45720" rIns="91440" bIns="45720" anchor="t" anchorCtr="0">
            <a:normAutofit/>
          </a:bodyPr>
          <a:lstStyle/>
          <a:p>
            <a:pPr marL="457200" lvl="1" indent="-457200">
              <a:lnSpc>
                <a:spcPct val="150000"/>
              </a:lnSpc>
              <a:spcBef>
                <a:spcPts val="1000"/>
              </a:spcBef>
              <a:buClr>
                <a:srgbClr val="0000FF"/>
              </a:buClr>
              <a:buFont typeface="Wingdings" panose="05000000000000000000" pitchFamily="2" charset="2"/>
              <a:buChar char="n"/>
            </a:pPr>
            <a:r>
              <a:rPr lang="zh-CN" altLang="en-US" sz="2800"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进程的换出</a:t>
            </a:r>
            <a:endParaRPr lang="zh-CN" altLang="en-US" sz="2800"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endParaRPr>
          </a:p>
          <a:p>
            <a:pPr marL="914400" lvl="2" indent="-457200">
              <a:lnSpc>
                <a:spcPct val="150000"/>
              </a:lnSpc>
              <a:spcBef>
                <a:spcPts val="1000"/>
              </a:spcBef>
              <a:buClr>
                <a:srgbClr val="0000FF"/>
              </a:buClr>
              <a:buFont typeface="Wingdings" panose="05000000000000000000" pitchFamily="2" charset="2"/>
              <a:buChar char="Ø"/>
            </a:pPr>
            <a:r>
              <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rPr>
              <a:t>对换进程在实现进程换出时，是将内存中的某些进程调出至对换区，以便腾出内存空间。</a:t>
            </a:r>
            <a:endPar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endParaRPr>
          </a:p>
          <a:p>
            <a:pPr marL="914400" lvl="2" indent="-457200">
              <a:lnSpc>
                <a:spcPct val="150000"/>
              </a:lnSpc>
              <a:spcBef>
                <a:spcPts val="1000"/>
              </a:spcBef>
              <a:buClr>
                <a:srgbClr val="0000FF"/>
              </a:buClr>
              <a:buFont typeface="Wingdings" panose="05000000000000000000" pitchFamily="2" charset="2"/>
              <a:buChar char="Ø"/>
            </a:pPr>
            <a:r>
              <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rPr>
              <a:t>换出过程可分为以下两步：</a:t>
            </a:r>
            <a:endParaRPr lang="en-US" altLang="zh-CN" sz="2400" b="1" dirty="0">
              <a:latin typeface="Times New Roman" panose="02020503050405090304" pitchFamily="18" charset="0"/>
              <a:ea typeface="微软雅黑" panose="020B0503020204020204" pitchFamily="34" charset="-122"/>
              <a:cs typeface="Times New Roman" panose="02020503050405090304" pitchFamily="18" charset="0"/>
            </a:endParaRPr>
          </a:p>
          <a:p>
            <a:pPr marL="1371600" lvl="3" indent="-457200">
              <a:lnSpc>
                <a:spcPct val="150000"/>
              </a:lnSpc>
              <a:spcBef>
                <a:spcPts val="1000"/>
              </a:spcBef>
              <a:buClr>
                <a:srgbClr val="0000FF"/>
              </a:buClr>
              <a:buFont typeface="Wingdings" panose="05000000000000000000" pitchFamily="2" charset="2"/>
              <a:buChar char="ü"/>
            </a:pPr>
            <a:r>
              <a:rPr lang="zh-CN" altLang="en-US" sz="2000"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选择被换出的进程：</a:t>
            </a: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状态</a:t>
            </a:r>
            <a:r>
              <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rPr>
              <a:t>——</a:t>
            </a: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阻塞或睡眠；优先级最低；还需考虑在内存中的驻留时间；</a:t>
            </a:r>
            <a:endPar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endParaRPr>
          </a:p>
          <a:p>
            <a:pPr marL="1371600" lvl="3" indent="-457200">
              <a:lnSpc>
                <a:spcPct val="150000"/>
              </a:lnSpc>
              <a:spcBef>
                <a:spcPts val="1000"/>
              </a:spcBef>
              <a:buClr>
                <a:srgbClr val="0000FF"/>
              </a:buClr>
              <a:buFont typeface="Wingdings" panose="05000000000000000000" pitchFamily="2" charset="2"/>
              <a:buChar char="ü"/>
            </a:pPr>
            <a:r>
              <a:rPr lang="en-US" altLang="zh-CN" sz="2000"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 </a:t>
            </a:r>
            <a:r>
              <a:rPr lang="zh-CN" altLang="en-US" sz="2000"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进程换出过程：</a:t>
            </a: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非共享的程序或数据直接换出；共享的程序或数据换出前必须判断引用计数减</a:t>
            </a:r>
            <a:r>
              <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rPr>
              <a:t>1</a:t>
            </a: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后是否为</a:t>
            </a:r>
            <a:r>
              <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rPr>
              <a:t>0,</a:t>
            </a: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不为</a:t>
            </a:r>
            <a:r>
              <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rPr>
              <a:t>0,</a:t>
            </a: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则不能换出；可以换出时，在申请对换空间成功后换出，同时释放内存。</a:t>
            </a:r>
            <a:endPar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endParaRPr>
          </a:p>
          <a:p>
            <a:pPr marL="1371600" lvl="3" indent="-457200">
              <a:lnSpc>
                <a:spcPct val="150000"/>
              </a:lnSpc>
              <a:spcBef>
                <a:spcPts val="1000"/>
              </a:spcBef>
              <a:buClr>
                <a:srgbClr val="0000FF"/>
              </a:buClr>
              <a:buFont typeface="Wingdings" panose="05000000000000000000" pitchFamily="2" charset="2"/>
              <a:buChar char="ü"/>
            </a:pPr>
            <a:endPar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endParaRPr>
          </a:p>
          <a:p>
            <a:pPr marL="914400" lvl="2" indent="-457200">
              <a:lnSpc>
                <a:spcPct val="150000"/>
              </a:lnSpc>
              <a:spcBef>
                <a:spcPts val="1000"/>
              </a:spcBef>
              <a:buClr>
                <a:srgbClr val="0000FF"/>
              </a:buClr>
              <a:buFont typeface="Wingdings" panose="05000000000000000000" pitchFamily="2" charset="2"/>
              <a:buChar char="Ø"/>
            </a:pPr>
            <a:endPar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5" name="标题 1"/>
          <p:cNvSpPr txBox="1"/>
          <p:nvPr/>
        </p:nvSpPr>
        <p:spPr>
          <a:xfrm>
            <a:off x="328930" y="33655"/>
            <a:ext cx="10711815" cy="108140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eaLnBrk="1" hangingPunct="1"/>
            <a:r>
              <a:rPr lang="en-US" altLang="zh-CN" sz="3900" b="1" dirty="0">
                <a:latin typeface="微软雅黑" panose="020B0503020204020204" pitchFamily="34" charset="-122"/>
                <a:ea typeface="微软雅黑" panose="020B0503020204020204" pitchFamily="34" charset="-122"/>
              </a:rPr>
              <a:t>4.4.3 </a:t>
            </a:r>
            <a:r>
              <a:rPr lang="zh-CN" altLang="en-US" sz="3900" b="1" dirty="0">
                <a:latin typeface="微软雅黑" panose="020B0503020204020204" pitchFamily="34" charset="-122"/>
                <a:ea typeface="微软雅黑" panose="020B0503020204020204" pitchFamily="34" charset="-122"/>
              </a:rPr>
              <a:t>进程的换出与换入</a:t>
            </a:r>
            <a:endParaRPr lang="zh-CN" altLang="en-US" sz="3900" b="1" dirty="0">
              <a:latin typeface="微软雅黑" panose="020B0503020204020204" pitchFamily="34" charset="-122"/>
              <a:ea typeface="微软雅黑" panose="020B0503020204020204" pitchFamily="34" charset="-122"/>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8" name="Rectangle 3"/>
          <p:cNvSpPr>
            <a:spLocks noGrp="1"/>
          </p:cNvSpPr>
          <p:nvPr>
            <p:ph idx="1"/>
          </p:nvPr>
        </p:nvSpPr>
        <p:spPr>
          <a:xfrm>
            <a:off x="583565" y="959485"/>
            <a:ext cx="10887710" cy="5898515"/>
          </a:xfrm>
        </p:spPr>
        <p:txBody>
          <a:bodyPr vert="horz" wrap="square" lIns="91440" tIns="45720" rIns="91440" bIns="45720" anchor="t" anchorCtr="0">
            <a:normAutofit/>
          </a:bodyPr>
          <a:lstStyle/>
          <a:p>
            <a:pPr marL="457200" lvl="1" indent="-457200">
              <a:lnSpc>
                <a:spcPct val="150000"/>
              </a:lnSpc>
              <a:spcBef>
                <a:spcPts val="1000"/>
              </a:spcBef>
              <a:buClr>
                <a:srgbClr val="0000FF"/>
              </a:buClr>
              <a:buFont typeface="Wingdings" panose="05000000000000000000" pitchFamily="2" charset="2"/>
              <a:buChar char="n"/>
            </a:pPr>
            <a:r>
              <a:rPr lang="zh-CN" altLang="en-US" sz="2800"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进程的换入</a:t>
            </a:r>
            <a:endParaRPr lang="zh-CN" altLang="en-US" sz="2800"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endParaRPr>
          </a:p>
          <a:p>
            <a:pPr marL="914400" lvl="2" indent="-457200">
              <a:lnSpc>
                <a:spcPct val="150000"/>
              </a:lnSpc>
              <a:spcBef>
                <a:spcPts val="1000"/>
              </a:spcBef>
              <a:buClr>
                <a:srgbClr val="0000FF"/>
              </a:buClr>
              <a:buFont typeface="Wingdings" panose="05000000000000000000" pitchFamily="2" charset="2"/>
              <a:buChar char="Ø"/>
            </a:pPr>
            <a:r>
              <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rPr>
              <a:t>对换进程将定时执行换入操作</a:t>
            </a:r>
            <a:endPar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endParaRPr>
          </a:p>
          <a:p>
            <a:pPr marL="914400" lvl="2" indent="-457200">
              <a:lnSpc>
                <a:spcPct val="150000"/>
              </a:lnSpc>
              <a:spcBef>
                <a:spcPts val="1000"/>
              </a:spcBef>
              <a:buClr>
                <a:srgbClr val="0000FF"/>
              </a:buClr>
              <a:buFont typeface="Wingdings" panose="05000000000000000000" pitchFamily="2" charset="2"/>
              <a:buChar char="Ø"/>
            </a:pPr>
            <a:r>
              <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rPr>
              <a:t>首先查看</a:t>
            </a:r>
            <a:r>
              <a:rPr lang="en-US" altLang="zh-CN" sz="2400" b="1" dirty="0">
                <a:latin typeface="Times New Roman" panose="02020503050405090304" pitchFamily="18" charset="0"/>
                <a:ea typeface="微软雅黑" panose="020B0503020204020204" pitchFamily="34" charset="-122"/>
                <a:cs typeface="Times New Roman" panose="02020503050405090304" pitchFamily="18" charset="0"/>
              </a:rPr>
              <a:t>PCB</a:t>
            </a:r>
            <a:r>
              <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rPr>
              <a:t>集合中所有进程的状态，从中找出“就绪”状态但已换出的进程。</a:t>
            </a:r>
            <a:endPar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endParaRPr>
          </a:p>
          <a:p>
            <a:pPr marL="914400" lvl="2" indent="-457200">
              <a:lnSpc>
                <a:spcPct val="150000"/>
              </a:lnSpc>
              <a:spcBef>
                <a:spcPts val="1000"/>
              </a:spcBef>
              <a:buClr>
                <a:srgbClr val="0000FF"/>
              </a:buClr>
              <a:buFont typeface="Wingdings" panose="05000000000000000000" pitchFamily="2" charset="2"/>
              <a:buChar char="Ø"/>
            </a:pPr>
            <a:r>
              <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rPr>
              <a:t>当有许多这样的进程时，选择其中已换出到磁盘上时间最久（必须大于规定时间，如</a:t>
            </a:r>
            <a:r>
              <a:rPr lang="en-US" altLang="zh-CN" sz="2400" b="1" dirty="0">
                <a:latin typeface="Times New Roman" panose="02020503050405090304" pitchFamily="18" charset="0"/>
                <a:ea typeface="微软雅黑" panose="020B0503020204020204" pitchFamily="34" charset="-122"/>
                <a:cs typeface="Times New Roman" panose="02020503050405090304" pitchFamily="18" charset="0"/>
              </a:rPr>
              <a:t>2 s</a:t>
            </a:r>
            <a:r>
              <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rPr>
              <a:t>）的进程作为换入进程，为它申请内存。</a:t>
            </a:r>
            <a:endPar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endParaRPr>
          </a:p>
          <a:p>
            <a:pPr marL="914400" lvl="2" indent="-457200">
              <a:lnSpc>
                <a:spcPct val="150000"/>
              </a:lnSpc>
              <a:spcBef>
                <a:spcPts val="1000"/>
              </a:spcBef>
              <a:buClr>
                <a:srgbClr val="0000FF"/>
              </a:buClr>
              <a:buFont typeface="Wingdings" panose="05000000000000000000" pitchFamily="2" charset="2"/>
              <a:buChar char="Ø"/>
            </a:pPr>
            <a:r>
              <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rPr>
              <a:t>如果申请成功，可直接将进程从外存调入内存；</a:t>
            </a:r>
            <a:endParaRPr lang="en-US" altLang="zh-CN" sz="2400" b="1" dirty="0">
              <a:latin typeface="Times New Roman" panose="02020503050405090304" pitchFamily="18" charset="0"/>
              <a:ea typeface="微软雅黑" panose="020B0503020204020204" pitchFamily="34" charset="-122"/>
              <a:cs typeface="Times New Roman" panose="02020503050405090304" pitchFamily="18" charset="0"/>
            </a:endParaRPr>
          </a:p>
          <a:p>
            <a:pPr marL="914400" lvl="2" indent="-457200">
              <a:lnSpc>
                <a:spcPct val="150000"/>
              </a:lnSpc>
              <a:spcBef>
                <a:spcPts val="1000"/>
              </a:spcBef>
              <a:buClr>
                <a:srgbClr val="0000FF"/>
              </a:buClr>
              <a:buFont typeface="Wingdings" panose="05000000000000000000" pitchFamily="2" charset="2"/>
              <a:buChar char="Ø"/>
            </a:pPr>
            <a:r>
              <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rPr>
              <a:t>如果失败，则需先将内存中的某些进程换出，腾出足够的内存空间后，再将进程调入。</a:t>
            </a:r>
            <a:endPar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endParaRPr>
          </a:p>
          <a:p>
            <a:pPr marL="1371600" lvl="3" indent="-457200">
              <a:lnSpc>
                <a:spcPct val="150000"/>
              </a:lnSpc>
              <a:spcBef>
                <a:spcPts val="1000"/>
              </a:spcBef>
              <a:buClr>
                <a:srgbClr val="0000FF"/>
              </a:buClr>
              <a:buFont typeface="Wingdings" panose="05000000000000000000" pitchFamily="2" charset="2"/>
              <a:buChar char="ü"/>
            </a:pPr>
            <a:endPar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endParaRPr>
          </a:p>
          <a:p>
            <a:pPr marL="914400" lvl="2" indent="-457200">
              <a:lnSpc>
                <a:spcPct val="150000"/>
              </a:lnSpc>
              <a:spcBef>
                <a:spcPts val="1000"/>
              </a:spcBef>
              <a:buClr>
                <a:srgbClr val="0000FF"/>
              </a:buClr>
              <a:buFont typeface="Wingdings" panose="05000000000000000000" pitchFamily="2" charset="2"/>
              <a:buChar char="Ø"/>
            </a:pPr>
            <a:endPar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5" name="标题 1"/>
          <p:cNvSpPr txBox="1"/>
          <p:nvPr/>
        </p:nvSpPr>
        <p:spPr>
          <a:xfrm>
            <a:off x="154305" y="33655"/>
            <a:ext cx="10886440" cy="108140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eaLnBrk="1" hangingPunct="1"/>
            <a:r>
              <a:rPr lang="en-US" altLang="zh-CN" sz="3900" b="1" dirty="0">
                <a:latin typeface="微软雅黑" panose="020B0503020204020204" pitchFamily="34" charset="-122"/>
                <a:ea typeface="微软雅黑" panose="020B0503020204020204" pitchFamily="34" charset="-122"/>
              </a:rPr>
              <a:t>4.4.3 </a:t>
            </a:r>
            <a:r>
              <a:rPr lang="zh-CN" altLang="en-US" sz="3900" b="1" dirty="0">
                <a:latin typeface="微软雅黑" panose="020B0503020204020204" pitchFamily="34" charset="-122"/>
                <a:ea typeface="微软雅黑" panose="020B0503020204020204" pitchFamily="34" charset="-122"/>
              </a:rPr>
              <a:t>进程的换出与换入</a:t>
            </a:r>
            <a:endParaRPr lang="zh-CN" altLang="en-US" sz="3900" b="1" dirty="0">
              <a:latin typeface="微软雅黑" panose="020B0503020204020204" pitchFamily="34" charset="-122"/>
              <a:ea typeface="微软雅黑" panose="020B0503020204020204" pitchFamily="34" charset="-122"/>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AutoShape 4" descr="“data”的图片搜索结果"/>
          <p:cNvSpPr>
            <a:spLocks noChangeAspect="1" noChangeArrowheads="1"/>
          </p:cNvSpPr>
          <p:nvPr/>
        </p:nvSpPr>
        <p:spPr bwMode="auto">
          <a:xfrm>
            <a:off x="1492251" y="-13652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latin typeface="Times New Roman" panose="02020503050405090304" pitchFamily="18" charset="0"/>
              <a:ea typeface="微软雅黑" panose="020B0503020204020204" pitchFamily="34" charset="-122"/>
              <a:cs typeface="Times New Roman" panose="02020503050405090304" pitchFamily="18" charset="0"/>
            </a:endParaRPr>
          </a:p>
        </p:txBody>
      </p:sp>
      <p:grpSp>
        <p:nvGrpSpPr>
          <p:cNvPr id="11" name="组合 10"/>
          <p:cNvGrpSpPr/>
          <p:nvPr/>
        </p:nvGrpSpPr>
        <p:grpSpPr>
          <a:xfrm>
            <a:off x="8161917" y="168155"/>
            <a:ext cx="3649718" cy="611540"/>
            <a:chOff x="5494282" y="112021"/>
            <a:chExt cx="3649718" cy="611540"/>
          </a:xfrm>
        </p:grpSpPr>
        <p:pic>
          <p:nvPicPr>
            <p:cNvPr id="12" name="Picture 6"/>
            <p:cNvPicPr>
              <a:picLocks noChangeAspect="1" noChangeArrowheads="1"/>
            </p:cNvPicPr>
            <p:nvPr/>
          </p:nvPicPr>
          <p:blipFill rotWithShape="1">
            <a:blip r:embed="rId1">
              <a:extLst>
                <a:ext uri="{28A0092B-C50C-407E-A947-70E740481C1C}">
                  <a14:useLocalDpi xmlns:a14="http://schemas.microsoft.com/office/drawing/2010/main" val="0"/>
                </a:ext>
              </a:extLst>
            </a:blip>
            <a:srcRect t="79825"/>
            <a:stretch>
              <a:fillRect/>
            </a:stretch>
          </p:blipFill>
          <p:spPr bwMode="auto">
            <a:xfrm>
              <a:off x="5494282" y="407985"/>
              <a:ext cx="3649717" cy="315576"/>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4"/>
            <p:cNvPicPr>
              <a:picLocks noChangeAspect="1" noChangeArrowheads="1"/>
            </p:cNvPicPr>
            <p:nvPr/>
          </p:nvPicPr>
          <p:blipFill rotWithShape="1">
            <a:blip r:embed="rId1">
              <a:extLst>
                <a:ext uri="{28A0092B-C50C-407E-A947-70E740481C1C}">
                  <a14:useLocalDpi xmlns:a14="http://schemas.microsoft.com/office/drawing/2010/main" val="0"/>
                </a:ext>
              </a:extLst>
            </a:blip>
            <a:srcRect b="75383"/>
            <a:stretch>
              <a:fillRect/>
            </a:stretch>
          </p:blipFill>
          <p:spPr bwMode="auto">
            <a:xfrm>
              <a:off x="5494286" y="112021"/>
              <a:ext cx="3649714" cy="385041"/>
            </a:xfrm>
            <a:prstGeom prst="rect">
              <a:avLst/>
            </a:prstGeom>
            <a:noFill/>
            <a:extLst>
              <a:ext uri="{909E8E84-426E-40DD-AFC4-6F175D3DCCD1}">
                <a14:hiddenFill xmlns:a14="http://schemas.microsoft.com/office/drawing/2010/main">
                  <a:solidFill>
                    <a:srgbClr val="FFFFFF"/>
                  </a:solidFill>
                </a14:hiddenFill>
              </a:ext>
            </a:extLst>
          </p:spPr>
        </p:pic>
      </p:grpSp>
      <p:graphicFrame>
        <p:nvGraphicFramePr>
          <p:cNvPr id="2" name="图示 1"/>
          <p:cNvGraphicFramePr/>
          <p:nvPr/>
        </p:nvGraphicFramePr>
        <p:xfrm>
          <a:off x="2167467" y="1115029"/>
          <a:ext cx="7335520" cy="562774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8" name="标题 1"/>
          <p:cNvSpPr txBox="1"/>
          <p:nvPr/>
        </p:nvSpPr>
        <p:spPr>
          <a:xfrm>
            <a:off x="306705" y="24130"/>
            <a:ext cx="6649720" cy="95885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eaLnBrk="1" hangingPunct="1"/>
            <a:r>
              <a:rPr lang="zh-CN" altLang="en-US" sz="4400" b="1" dirty="0">
                <a:latin typeface="微软雅黑" panose="020B0503020204020204" pitchFamily="34" charset="-122"/>
                <a:ea typeface="微软雅黑" panose="020B0503020204020204" pitchFamily="34" charset="-122"/>
              </a:rPr>
              <a:t>存储器管理</a:t>
            </a:r>
            <a:endParaRPr lang="zh-CN" altLang="en-US" sz="4400" b="1" dirty="0">
              <a:latin typeface="微软雅黑" panose="020B0503020204020204" pitchFamily="34" charset="-122"/>
              <a:ea typeface="微软雅黑" panose="020B0503020204020204" pitchFamily="34" charset="-122"/>
            </a:endParaRPr>
          </a:p>
        </p:txBody>
      </p:sp>
      <p:sp>
        <p:nvSpPr>
          <p:cNvPr id="15" name="星形: 五角 14"/>
          <p:cNvSpPr/>
          <p:nvPr/>
        </p:nvSpPr>
        <p:spPr>
          <a:xfrm>
            <a:off x="8718367" y="5094141"/>
            <a:ext cx="535754" cy="500776"/>
          </a:xfrm>
          <a:prstGeom prst="star5">
            <a:avLst/>
          </a:prstGeom>
          <a:solidFill>
            <a:srgbClr val="FFFF00"/>
          </a:solidFill>
          <a:ln>
            <a:solidFill>
              <a:srgbClr val="FFFF00"/>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AutoShape 4" descr="“data”的图片搜索结果"/>
          <p:cNvSpPr>
            <a:spLocks noChangeAspect="1" noChangeArrowheads="1"/>
          </p:cNvSpPr>
          <p:nvPr/>
        </p:nvSpPr>
        <p:spPr bwMode="auto">
          <a:xfrm>
            <a:off x="1492251" y="-13652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latin typeface="Times New Roman" panose="02020503050405090304" pitchFamily="18" charset="0"/>
              <a:ea typeface="微软雅黑" panose="020B0503020204020204" pitchFamily="34" charset="-122"/>
              <a:cs typeface="Times New Roman" panose="02020503050405090304" pitchFamily="18" charset="0"/>
            </a:endParaRPr>
          </a:p>
        </p:txBody>
      </p:sp>
      <p:grpSp>
        <p:nvGrpSpPr>
          <p:cNvPr id="11" name="组合 10"/>
          <p:cNvGrpSpPr/>
          <p:nvPr/>
        </p:nvGrpSpPr>
        <p:grpSpPr>
          <a:xfrm>
            <a:off x="8222877" y="214510"/>
            <a:ext cx="3649718" cy="611540"/>
            <a:chOff x="5494282" y="112021"/>
            <a:chExt cx="3649718" cy="611540"/>
          </a:xfrm>
        </p:grpSpPr>
        <p:pic>
          <p:nvPicPr>
            <p:cNvPr id="12" name="Picture 6"/>
            <p:cNvPicPr>
              <a:picLocks noChangeAspect="1" noChangeArrowheads="1"/>
            </p:cNvPicPr>
            <p:nvPr/>
          </p:nvPicPr>
          <p:blipFill rotWithShape="1">
            <a:blip r:embed="rId1">
              <a:extLst>
                <a:ext uri="{28A0092B-C50C-407E-A947-70E740481C1C}">
                  <a14:useLocalDpi xmlns:a14="http://schemas.microsoft.com/office/drawing/2010/main" val="0"/>
                </a:ext>
              </a:extLst>
            </a:blip>
            <a:srcRect t="79825"/>
            <a:stretch>
              <a:fillRect/>
            </a:stretch>
          </p:blipFill>
          <p:spPr bwMode="auto">
            <a:xfrm>
              <a:off x="5494282" y="407985"/>
              <a:ext cx="3649717" cy="315576"/>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4"/>
            <p:cNvPicPr>
              <a:picLocks noChangeAspect="1" noChangeArrowheads="1"/>
            </p:cNvPicPr>
            <p:nvPr/>
          </p:nvPicPr>
          <p:blipFill rotWithShape="1">
            <a:blip r:embed="rId1">
              <a:extLst>
                <a:ext uri="{28A0092B-C50C-407E-A947-70E740481C1C}">
                  <a14:useLocalDpi xmlns:a14="http://schemas.microsoft.com/office/drawing/2010/main" val="0"/>
                </a:ext>
              </a:extLst>
            </a:blip>
            <a:srcRect b="75383"/>
            <a:stretch>
              <a:fillRect/>
            </a:stretch>
          </p:blipFill>
          <p:spPr bwMode="auto">
            <a:xfrm>
              <a:off x="5494286" y="112021"/>
              <a:ext cx="3649714" cy="385041"/>
            </a:xfrm>
            <a:prstGeom prst="rect">
              <a:avLst/>
            </a:prstGeom>
            <a:noFill/>
            <a:extLst>
              <a:ext uri="{909E8E84-426E-40DD-AFC4-6F175D3DCCD1}">
                <a14:hiddenFill xmlns:a14="http://schemas.microsoft.com/office/drawing/2010/main">
                  <a:solidFill>
                    <a:srgbClr val="FFFFFF"/>
                  </a:solidFill>
                </a14:hiddenFill>
              </a:ext>
            </a:extLst>
          </p:spPr>
        </p:pic>
      </p:grpSp>
      <p:sp>
        <p:nvSpPr>
          <p:cNvPr id="18" name="标题 1"/>
          <p:cNvSpPr txBox="1"/>
          <p:nvPr/>
        </p:nvSpPr>
        <p:spPr>
          <a:xfrm>
            <a:off x="319405" y="24130"/>
            <a:ext cx="6637020" cy="95885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eaLnBrk="1" hangingPunct="1"/>
            <a:r>
              <a:rPr lang="zh-CN" altLang="en-US" sz="4400" b="1" dirty="0">
                <a:latin typeface="微软雅黑" panose="020B0503020204020204" pitchFamily="34" charset="-122"/>
                <a:ea typeface="微软雅黑" panose="020B0503020204020204" pitchFamily="34" charset="-122"/>
              </a:rPr>
              <a:t>存储器管理</a:t>
            </a:r>
            <a:endParaRPr lang="zh-CN" altLang="en-US" sz="4400" b="1" dirty="0">
              <a:latin typeface="微软雅黑" panose="020B0503020204020204" pitchFamily="34" charset="-122"/>
              <a:ea typeface="微软雅黑" panose="020B0503020204020204" pitchFamily="34" charset="-122"/>
            </a:endParaRPr>
          </a:p>
        </p:txBody>
      </p:sp>
      <p:grpSp>
        <p:nvGrpSpPr>
          <p:cNvPr id="17" name="组合 16"/>
          <p:cNvGrpSpPr/>
          <p:nvPr/>
        </p:nvGrpSpPr>
        <p:grpSpPr>
          <a:xfrm>
            <a:off x="2204336" y="1278935"/>
            <a:ext cx="7571495" cy="926700"/>
            <a:chOff x="0" y="404"/>
            <a:chExt cx="7335520" cy="926700"/>
          </a:xfrm>
        </p:grpSpPr>
        <p:sp>
          <p:nvSpPr>
            <p:cNvPr id="19" name="矩形: 圆角 18"/>
            <p:cNvSpPr/>
            <p:nvPr/>
          </p:nvSpPr>
          <p:spPr>
            <a:xfrm>
              <a:off x="0" y="404"/>
              <a:ext cx="7335520" cy="926700"/>
            </a:xfrm>
            <a:prstGeom prst="roundRect">
              <a:avLst/>
            </a:prstGeom>
            <a:solidFill>
              <a:schemeClr val="accent1">
                <a:lumMod val="75000"/>
              </a:schemeClr>
            </a:solidFill>
          </p:spPr>
          <p:style>
            <a:lnRef idx="2">
              <a:schemeClr val="lt1">
                <a:hueOff val="0"/>
                <a:satOff val="0"/>
                <a:lumOff val="0"/>
                <a:alphaOff val="0"/>
              </a:schemeClr>
            </a:lnRef>
            <a:fillRef idx="1">
              <a:scrgbClr r="0" g="0" b="0"/>
            </a:fillRef>
            <a:effectRef idx="0">
              <a:schemeClr val="accent2">
                <a:hueOff val="0"/>
                <a:satOff val="0"/>
                <a:lumOff val="0"/>
                <a:alphaOff val="0"/>
              </a:schemeClr>
            </a:effectRef>
            <a:fontRef idx="minor">
              <a:schemeClr val="lt1"/>
            </a:fontRef>
          </p:style>
        </p:sp>
        <p:sp>
          <p:nvSpPr>
            <p:cNvPr id="20" name="矩形: 圆角 4"/>
            <p:cNvSpPr txBox="1"/>
            <p:nvPr/>
          </p:nvSpPr>
          <p:spPr>
            <a:xfrm>
              <a:off x="45238" y="45642"/>
              <a:ext cx="7245044" cy="836224"/>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558556" tIns="83820" rIns="83820" bIns="83820" numCol="1" spcCol="1270" anchor="ctr" anchorCtr="0">
              <a:noAutofit/>
            </a:bodyPr>
            <a:lstStyle/>
            <a:p>
              <a:pPr marL="0" lvl="0" indent="0" algn="l" defTabSz="1466850">
                <a:lnSpc>
                  <a:spcPct val="90000"/>
                </a:lnSpc>
                <a:spcBef>
                  <a:spcPct val="0"/>
                </a:spcBef>
                <a:spcAft>
                  <a:spcPct val="35000"/>
                </a:spcAft>
                <a:buNone/>
              </a:pPr>
              <a:r>
                <a:rPr lang="zh-CN" altLang="en-US" sz="3200" b="1" kern="1200" dirty="0">
                  <a:solidFill>
                    <a:prstClr val="white"/>
                  </a:solidFill>
                  <a:latin typeface="微软雅黑" panose="020B0503020204020204" pitchFamily="34" charset="-122"/>
                  <a:ea typeface="微软雅黑" panose="020B0503020204020204" pitchFamily="34" charset="-122"/>
                  <a:cs typeface="+mn-cs"/>
                </a:rPr>
                <a:t>分页存储管理方式</a:t>
              </a:r>
              <a:endParaRPr lang="zh-CN" altLang="en-US" sz="3200" b="1" kern="1200" dirty="0">
                <a:solidFill>
                  <a:prstClr val="white"/>
                </a:solidFill>
                <a:latin typeface="微软雅黑" panose="020B0503020204020204" pitchFamily="34" charset="-122"/>
                <a:ea typeface="微软雅黑" panose="020B0503020204020204" pitchFamily="34" charset="-122"/>
                <a:cs typeface="+mn-cs"/>
              </a:endParaRPr>
            </a:p>
          </p:txBody>
        </p:sp>
      </p:grpSp>
      <p:graphicFrame>
        <p:nvGraphicFramePr>
          <p:cNvPr id="3" name="图示 2"/>
          <p:cNvGraphicFramePr/>
          <p:nvPr/>
        </p:nvGraphicFramePr>
        <p:xfrm>
          <a:off x="3289447" y="2487357"/>
          <a:ext cx="6486385" cy="427242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cxnSp>
        <p:nvCxnSpPr>
          <p:cNvPr id="7" name="直接连接符 6"/>
          <p:cNvCxnSpPr/>
          <p:nvPr/>
        </p:nvCxnSpPr>
        <p:spPr>
          <a:xfrm>
            <a:off x="2770239" y="2212873"/>
            <a:ext cx="0" cy="4303130"/>
          </a:xfrm>
          <a:prstGeom prst="line">
            <a:avLst/>
          </a:prstGeom>
          <a:ln w="28575">
            <a:solidFill>
              <a:srgbClr val="2F5597"/>
            </a:solidFill>
          </a:ln>
        </p:spPr>
        <p:style>
          <a:lnRef idx="1">
            <a:schemeClr val="accent1"/>
          </a:lnRef>
          <a:fillRef idx="0">
            <a:schemeClr val="accent1"/>
          </a:fillRef>
          <a:effectRef idx="0">
            <a:schemeClr val="accent1"/>
          </a:effectRef>
          <a:fontRef idx="minor">
            <a:schemeClr val="tx1"/>
          </a:fontRef>
        </p:style>
      </p:cxnSp>
      <p:cxnSp>
        <p:nvCxnSpPr>
          <p:cNvPr id="21" name="直接连接符 20"/>
          <p:cNvCxnSpPr/>
          <p:nvPr/>
        </p:nvCxnSpPr>
        <p:spPr>
          <a:xfrm>
            <a:off x="2770239" y="3165104"/>
            <a:ext cx="519208" cy="0"/>
          </a:xfrm>
          <a:prstGeom prst="line">
            <a:avLst/>
          </a:prstGeom>
          <a:ln w="28575">
            <a:solidFill>
              <a:srgbClr val="2F5597"/>
            </a:solidFill>
          </a:ln>
        </p:spPr>
        <p:style>
          <a:lnRef idx="1">
            <a:schemeClr val="accent1"/>
          </a:lnRef>
          <a:fillRef idx="0">
            <a:schemeClr val="accent1"/>
          </a:fillRef>
          <a:effectRef idx="0">
            <a:schemeClr val="accent1"/>
          </a:effectRef>
          <a:fontRef idx="minor">
            <a:schemeClr val="tx1"/>
          </a:fontRef>
        </p:style>
      </p:cxnSp>
      <p:cxnSp>
        <p:nvCxnSpPr>
          <p:cNvPr id="22" name="直接连接符 21"/>
          <p:cNvCxnSpPr/>
          <p:nvPr/>
        </p:nvCxnSpPr>
        <p:spPr>
          <a:xfrm>
            <a:off x="2770239" y="3893182"/>
            <a:ext cx="519208" cy="0"/>
          </a:xfrm>
          <a:prstGeom prst="line">
            <a:avLst/>
          </a:prstGeom>
          <a:ln w="28575">
            <a:solidFill>
              <a:srgbClr val="2F5597"/>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a:off x="2770239" y="4798963"/>
            <a:ext cx="519208" cy="0"/>
          </a:xfrm>
          <a:prstGeom prst="line">
            <a:avLst/>
          </a:prstGeom>
          <a:ln w="28575">
            <a:solidFill>
              <a:srgbClr val="2F5597"/>
            </a:soli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nvCxnSpPr>
        <p:spPr>
          <a:xfrm>
            <a:off x="2770239" y="5610222"/>
            <a:ext cx="519208" cy="0"/>
          </a:xfrm>
          <a:prstGeom prst="line">
            <a:avLst/>
          </a:prstGeom>
          <a:ln w="28575">
            <a:solidFill>
              <a:srgbClr val="2F5597"/>
            </a:solidFill>
          </a:ln>
        </p:spPr>
        <p:style>
          <a:lnRef idx="1">
            <a:schemeClr val="accent1"/>
          </a:lnRef>
          <a:fillRef idx="0">
            <a:schemeClr val="accent1"/>
          </a:fillRef>
          <a:effectRef idx="0">
            <a:schemeClr val="accent1"/>
          </a:effectRef>
          <a:fontRef idx="minor">
            <a:schemeClr val="tx1"/>
          </a:fontRef>
        </p:style>
      </p:cxnSp>
      <p:cxnSp>
        <p:nvCxnSpPr>
          <p:cNvPr id="23" name="直接连接符 22"/>
          <p:cNvCxnSpPr/>
          <p:nvPr/>
        </p:nvCxnSpPr>
        <p:spPr>
          <a:xfrm>
            <a:off x="2770239" y="6516003"/>
            <a:ext cx="519208" cy="0"/>
          </a:xfrm>
          <a:prstGeom prst="line">
            <a:avLst/>
          </a:prstGeom>
          <a:ln w="28575">
            <a:solidFill>
              <a:srgbClr val="2F5597"/>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1"/>
          <p:cNvSpPr txBox="1"/>
          <p:nvPr/>
        </p:nvSpPr>
        <p:spPr>
          <a:xfrm>
            <a:off x="213995" y="33655"/>
            <a:ext cx="10826750" cy="108140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eaLnBrk="1" hangingPunct="1"/>
            <a:r>
              <a:rPr lang="en-US" altLang="zh-CN" sz="3900" b="1" dirty="0">
                <a:latin typeface="微软雅黑" panose="020B0503020204020204" pitchFamily="34" charset="-122"/>
                <a:ea typeface="微软雅黑" panose="020B0503020204020204" pitchFamily="34" charset="-122"/>
              </a:rPr>
              <a:t>4.5 </a:t>
            </a:r>
            <a:r>
              <a:rPr lang="zh-CN" altLang="en-US" sz="3900" b="1" dirty="0">
                <a:latin typeface="微软雅黑" panose="020B0503020204020204" pitchFamily="34" charset="-122"/>
                <a:ea typeface="微软雅黑" panose="020B0503020204020204" pitchFamily="34" charset="-122"/>
              </a:rPr>
              <a:t>分页存储管理方式</a:t>
            </a:r>
            <a:endParaRPr lang="zh-CN" altLang="en-US" sz="3900" b="1" dirty="0">
              <a:latin typeface="微软雅黑" panose="020B0503020204020204" pitchFamily="34" charset="-122"/>
              <a:ea typeface="微软雅黑" panose="020B0503020204020204" pitchFamily="34" charset="-122"/>
            </a:endParaRPr>
          </a:p>
        </p:txBody>
      </p:sp>
      <p:sp>
        <p:nvSpPr>
          <p:cNvPr id="4" name="AutoShape 2"/>
          <p:cNvSpPr>
            <a:spLocks noChangeArrowheads="1"/>
          </p:cNvSpPr>
          <p:nvPr/>
        </p:nvSpPr>
        <p:spPr bwMode="auto">
          <a:xfrm rot="16200000">
            <a:off x="5384165" y="-3248025"/>
            <a:ext cx="1355725" cy="10142855"/>
          </a:xfrm>
          <a:prstGeom prst="leftArrowCallout">
            <a:avLst>
              <a:gd name="adj1" fmla="val 108581"/>
              <a:gd name="adj2" fmla="val 108581"/>
              <a:gd name="adj3" fmla="val 16667"/>
              <a:gd name="adj4" fmla="val 66667"/>
            </a:avLst>
          </a:prstGeom>
          <a:solidFill>
            <a:srgbClr val="004992"/>
          </a:solidFill>
          <a:ln w="9525">
            <a:noFill/>
            <a:miter lim="800000"/>
          </a:ln>
          <a:effectLst/>
          <a:scene3d>
            <a:camera prst="orthographicFront"/>
            <a:lightRig rig="threePt" dir="t"/>
          </a:scene3d>
          <a:sp3d>
            <a:bevelT/>
          </a:sp3d>
        </p:spPr>
        <p:txBody>
          <a:bodyPr vert="eaVert" wrap="none" anchor="ctr"/>
          <a:lstStyle/>
          <a:p>
            <a:pPr algn="ctr">
              <a:spcBef>
                <a:spcPct val="0"/>
              </a:spcBef>
              <a:buFontTx/>
              <a:buNone/>
            </a:pPr>
            <a:r>
              <a:rPr lang="zh-CN" sz="3200" dirty="0">
                <a:solidFill>
                  <a:schemeClr val="bg1"/>
                </a:solidFill>
                <a:latin typeface="微软雅黑" panose="020B0503020204020204" pitchFamily="34" charset="-122"/>
                <a:ea typeface="微软雅黑" panose="020B0503020204020204" pitchFamily="34" charset="-122"/>
              </a:rPr>
              <a:t>连续分配方式</a:t>
            </a:r>
            <a:r>
              <a:rPr lang="en-US" altLang="zh-CN" sz="3200" dirty="0">
                <a:solidFill>
                  <a:schemeClr val="bg1"/>
                </a:solidFill>
                <a:latin typeface="微软雅黑" panose="020B0503020204020204" pitchFamily="34" charset="-122"/>
                <a:ea typeface="微软雅黑" panose="020B0503020204020204" pitchFamily="34" charset="-122"/>
              </a:rPr>
              <a:t>       </a:t>
            </a:r>
            <a:r>
              <a:rPr lang="zh-CN" sz="3200" dirty="0">
                <a:solidFill>
                  <a:schemeClr val="bg1"/>
                </a:solidFill>
                <a:latin typeface="微软雅黑" panose="020B0503020204020204" pitchFamily="34" charset="-122"/>
                <a:ea typeface="微软雅黑" panose="020B0503020204020204" pitchFamily="34" charset="-122"/>
              </a:rPr>
              <a:t>碎片       紧凑       代价</a:t>
            </a:r>
            <a:endParaRPr lang="zh-CN" sz="3200" dirty="0">
              <a:solidFill>
                <a:schemeClr val="bg1"/>
              </a:solidFill>
              <a:latin typeface="微软雅黑" panose="020B0503020204020204" pitchFamily="34" charset="-122"/>
              <a:ea typeface="微软雅黑" panose="020B0503020204020204" pitchFamily="34" charset="-122"/>
            </a:endParaRPr>
          </a:p>
        </p:txBody>
      </p:sp>
      <p:sp>
        <p:nvSpPr>
          <p:cNvPr id="7" name="Line 5"/>
          <p:cNvSpPr>
            <a:spLocks noChangeShapeType="1"/>
          </p:cNvSpPr>
          <p:nvPr/>
        </p:nvSpPr>
        <p:spPr bwMode="auto">
          <a:xfrm>
            <a:off x="4837113" y="1629487"/>
            <a:ext cx="792162" cy="0"/>
          </a:xfrm>
          <a:prstGeom prst="line">
            <a:avLst/>
          </a:prstGeom>
          <a:noFill/>
          <a:ln w="38100">
            <a:solidFill>
              <a:srgbClr val="FF6600"/>
            </a:solidFill>
            <a:round/>
            <a:tailEnd type="triangle" w="med" len="med"/>
          </a:ln>
          <a:effectLst/>
        </p:spPr>
        <p:txBody>
          <a:bodyPr/>
          <a:lstStyle/>
          <a:p>
            <a:endParaRPr lang="zh-CN" altLang="en-US">
              <a:latin typeface="微软雅黑" panose="020B0503020204020204" pitchFamily="34" charset="-122"/>
              <a:ea typeface="微软雅黑" panose="020B0503020204020204" pitchFamily="34" charset="-122"/>
            </a:endParaRPr>
          </a:p>
        </p:txBody>
      </p:sp>
      <p:sp>
        <p:nvSpPr>
          <p:cNvPr id="8" name="Line 6"/>
          <p:cNvSpPr>
            <a:spLocks noChangeShapeType="1"/>
          </p:cNvSpPr>
          <p:nvPr/>
        </p:nvSpPr>
        <p:spPr bwMode="auto">
          <a:xfrm>
            <a:off x="6510568" y="1613158"/>
            <a:ext cx="792162" cy="0"/>
          </a:xfrm>
          <a:prstGeom prst="line">
            <a:avLst/>
          </a:prstGeom>
          <a:noFill/>
          <a:ln w="38100">
            <a:solidFill>
              <a:srgbClr val="FF6600"/>
            </a:solidFill>
            <a:round/>
            <a:tailEnd type="triangle" w="med" len="med"/>
          </a:ln>
          <a:effectLst/>
        </p:spPr>
        <p:txBody>
          <a:bodyPr/>
          <a:lstStyle/>
          <a:p>
            <a:endParaRPr lang="zh-CN" altLang="en-US">
              <a:latin typeface="微软雅黑" panose="020B0503020204020204" pitchFamily="34" charset="-122"/>
              <a:ea typeface="微软雅黑" panose="020B0503020204020204" pitchFamily="34" charset="-122"/>
            </a:endParaRPr>
          </a:p>
        </p:txBody>
      </p:sp>
      <p:sp>
        <p:nvSpPr>
          <p:cNvPr id="9" name="Line 7"/>
          <p:cNvSpPr>
            <a:spLocks noChangeShapeType="1"/>
          </p:cNvSpPr>
          <p:nvPr/>
        </p:nvSpPr>
        <p:spPr bwMode="auto">
          <a:xfrm>
            <a:off x="8175413" y="1613158"/>
            <a:ext cx="733888" cy="0"/>
          </a:xfrm>
          <a:prstGeom prst="line">
            <a:avLst/>
          </a:prstGeom>
          <a:noFill/>
          <a:ln w="38100">
            <a:solidFill>
              <a:srgbClr val="FF6600"/>
            </a:solidFill>
            <a:round/>
            <a:tailEnd type="triangle" w="med" len="med"/>
          </a:ln>
          <a:effectLst/>
        </p:spPr>
        <p:txBody>
          <a:bodyPr/>
          <a:lstStyle/>
          <a:p>
            <a:endParaRPr lang="zh-CN" altLang="en-US">
              <a:latin typeface="微软雅黑" panose="020B0503020204020204" pitchFamily="34" charset="-122"/>
              <a:ea typeface="微软雅黑" panose="020B0503020204020204" pitchFamily="34" charset="-122"/>
            </a:endParaRPr>
          </a:p>
        </p:txBody>
      </p:sp>
      <p:sp>
        <p:nvSpPr>
          <p:cNvPr id="10" name="Rectangle 8"/>
          <p:cNvSpPr>
            <a:spLocks noChangeArrowheads="1"/>
          </p:cNvSpPr>
          <p:nvPr/>
        </p:nvSpPr>
        <p:spPr bwMode="auto">
          <a:xfrm>
            <a:off x="4666618" y="2563516"/>
            <a:ext cx="2592388" cy="521970"/>
          </a:xfrm>
          <a:prstGeom prst="rect">
            <a:avLst/>
          </a:prstGeom>
          <a:noFill/>
          <a:ln w="9525">
            <a:noFill/>
            <a:miter lim="800000"/>
          </a:ln>
          <a:effectLst/>
        </p:spPr>
        <p:txBody>
          <a:bodyPr>
            <a:spAutoFit/>
          </a:bodyPr>
          <a:lstStyle/>
          <a:p>
            <a:pPr algn="ctr">
              <a:spcBef>
                <a:spcPct val="0"/>
              </a:spcBef>
              <a:buFontTx/>
              <a:buNone/>
            </a:pPr>
            <a:r>
              <a:rPr lang="zh-CN" sz="2800" b="1">
                <a:solidFill>
                  <a:srgbClr val="000066"/>
                </a:solidFill>
                <a:latin typeface="微软雅黑" panose="020B0503020204020204" pitchFamily="34" charset="-122"/>
                <a:ea typeface="微软雅黑" panose="020B0503020204020204" pitchFamily="34" charset="-122"/>
              </a:rPr>
              <a:t>离散分配方式</a:t>
            </a:r>
            <a:endParaRPr lang="zh-CN" sz="2800" b="1">
              <a:solidFill>
                <a:srgbClr val="000066"/>
              </a:solidFill>
              <a:latin typeface="微软雅黑" panose="020B0503020204020204" pitchFamily="34" charset="-122"/>
              <a:ea typeface="微软雅黑" panose="020B0503020204020204" pitchFamily="34" charset="-122"/>
            </a:endParaRPr>
          </a:p>
        </p:txBody>
      </p:sp>
      <p:sp>
        <p:nvSpPr>
          <p:cNvPr id="11" name="AutoShape 9"/>
          <p:cNvSpPr/>
          <p:nvPr/>
        </p:nvSpPr>
        <p:spPr bwMode="auto">
          <a:xfrm rot="5400000">
            <a:off x="5654675" y="-1226185"/>
            <a:ext cx="360680" cy="8862695"/>
          </a:xfrm>
          <a:prstGeom prst="leftBrace">
            <a:avLst>
              <a:gd name="adj1" fmla="val 153194"/>
              <a:gd name="adj2" fmla="val 50000"/>
            </a:avLst>
          </a:prstGeom>
          <a:noFill/>
          <a:ln w="38100">
            <a:solidFill>
              <a:srgbClr val="FF6600"/>
            </a:solidFill>
            <a:round/>
          </a:ln>
          <a:effectLst/>
        </p:spPr>
        <p:txBody>
          <a:bodyPr wrap="none" anchor="ctr"/>
          <a:lstStyle/>
          <a:p>
            <a:endParaRPr lang="zh-CN" altLang="en-US">
              <a:latin typeface="微软雅黑" panose="020B0503020204020204" pitchFamily="34" charset="-122"/>
              <a:ea typeface="微软雅黑" panose="020B0503020204020204" pitchFamily="34" charset="-122"/>
            </a:endParaRPr>
          </a:p>
        </p:txBody>
      </p:sp>
      <p:sp>
        <p:nvSpPr>
          <p:cNvPr id="12" name="Rectangle 10"/>
          <p:cNvSpPr>
            <a:spLocks noChangeArrowheads="1"/>
          </p:cNvSpPr>
          <p:nvPr/>
        </p:nvSpPr>
        <p:spPr bwMode="auto">
          <a:xfrm>
            <a:off x="991235" y="3429635"/>
            <a:ext cx="10142855" cy="521970"/>
          </a:xfrm>
          <a:prstGeom prst="rect">
            <a:avLst/>
          </a:prstGeom>
          <a:noFill/>
          <a:ln w="9525">
            <a:noFill/>
            <a:miter lim="800000"/>
          </a:ln>
          <a:effectLst/>
        </p:spPr>
        <p:txBody>
          <a:bodyPr wrap="square">
            <a:spAutoFit/>
          </a:bodyPr>
          <a:lstStyle/>
          <a:p>
            <a:pPr>
              <a:spcBef>
                <a:spcPct val="0"/>
              </a:spcBef>
              <a:buFontTx/>
              <a:buNone/>
            </a:pPr>
            <a:r>
              <a:rPr lang="zh-CN" sz="2800" b="1" dirty="0">
                <a:solidFill>
                  <a:srgbClr val="000066"/>
                </a:solidFill>
                <a:latin typeface="微软雅黑" panose="020B0503020204020204" pitchFamily="34" charset="-122"/>
                <a:ea typeface="微软雅黑" panose="020B0503020204020204" pitchFamily="34" charset="-122"/>
              </a:rPr>
              <a:t>分页   </a:t>
            </a:r>
            <a:r>
              <a:rPr lang="en-US" altLang="zh-CN" sz="2800" b="1" dirty="0">
                <a:solidFill>
                  <a:srgbClr val="000066"/>
                </a:solidFill>
                <a:latin typeface="微软雅黑" panose="020B0503020204020204" pitchFamily="34" charset="-122"/>
                <a:ea typeface="微软雅黑" panose="020B0503020204020204" pitchFamily="34" charset="-122"/>
              </a:rPr>
              <a:t>      </a:t>
            </a:r>
            <a:r>
              <a:rPr lang="zh-CN" sz="2800" b="1" dirty="0">
                <a:solidFill>
                  <a:srgbClr val="000066"/>
                </a:solidFill>
                <a:latin typeface="微软雅黑" panose="020B0503020204020204" pitchFamily="34" charset="-122"/>
                <a:ea typeface="微软雅黑" panose="020B0503020204020204" pitchFamily="34" charset="-122"/>
              </a:rPr>
              <a:t>           </a:t>
            </a:r>
            <a:r>
              <a:rPr lang="en-US" altLang="zh-CN" sz="2800" b="1" dirty="0">
                <a:solidFill>
                  <a:srgbClr val="000066"/>
                </a:solidFill>
                <a:latin typeface="微软雅黑" panose="020B0503020204020204" pitchFamily="34" charset="-122"/>
                <a:ea typeface="微软雅黑" panose="020B0503020204020204" pitchFamily="34" charset="-122"/>
              </a:rPr>
              <a:t>            </a:t>
            </a:r>
            <a:r>
              <a:rPr lang="zh-CN" sz="2800" b="1" dirty="0">
                <a:solidFill>
                  <a:srgbClr val="000066"/>
                </a:solidFill>
                <a:latin typeface="微软雅黑" panose="020B0503020204020204" pitchFamily="34" charset="-122"/>
                <a:ea typeface="微软雅黑" panose="020B0503020204020204" pitchFamily="34" charset="-122"/>
              </a:rPr>
              <a:t>分段       </a:t>
            </a:r>
            <a:r>
              <a:rPr lang="en-US" altLang="zh-CN" sz="2800" b="1" dirty="0">
                <a:solidFill>
                  <a:srgbClr val="000066"/>
                </a:solidFill>
                <a:latin typeface="微软雅黑" panose="020B0503020204020204" pitchFamily="34" charset="-122"/>
                <a:ea typeface="微软雅黑" panose="020B0503020204020204" pitchFamily="34" charset="-122"/>
              </a:rPr>
              <a:t>     </a:t>
            </a:r>
            <a:r>
              <a:rPr lang="zh-CN" sz="2800" b="1" dirty="0">
                <a:solidFill>
                  <a:srgbClr val="000066"/>
                </a:solidFill>
                <a:latin typeface="微软雅黑" panose="020B0503020204020204" pitchFamily="34" charset="-122"/>
                <a:ea typeface="微软雅黑" panose="020B0503020204020204" pitchFamily="34" charset="-122"/>
              </a:rPr>
              <a:t>  </a:t>
            </a:r>
            <a:r>
              <a:rPr lang="en-US" altLang="zh-CN" sz="2800" b="1" dirty="0">
                <a:solidFill>
                  <a:srgbClr val="000066"/>
                </a:solidFill>
                <a:latin typeface="微软雅黑" panose="020B0503020204020204" pitchFamily="34" charset="-122"/>
                <a:ea typeface="微软雅黑" panose="020B0503020204020204" pitchFamily="34" charset="-122"/>
              </a:rPr>
              <a:t>              </a:t>
            </a:r>
            <a:r>
              <a:rPr lang="zh-CN" sz="2800" b="1" dirty="0">
                <a:solidFill>
                  <a:srgbClr val="000066"/>
                </a:solidFill>
                <a:latin typeface="微软雅黑" panose="020B0503020204020204" pitchFamily="34" charset="-122"/>
                <a:ea typeface="微软雅黑" panose="020B0503020204020204" pitchFamily="34" charset="-122"/>
              </a:rPr>
              <a:t>   段页式</a:t>
            </a:r>
            <a:endParaRPr lang="zh-CN" sz="2800" b="1" dirty="0">
              <a:solidFill>
                <a:srgbClr val="000066"/>
              </a:solidFill>
              <a:latin typeface="微软雅黑" panose="020B0503020204020204" pitchFamily="34" charset="-122"/>
              <a:ea typeface="微软雅黑" panose="020B0503020204020204" pitchFamily="34" charset="-122"/>
            </a:endParaRPr>
          </a:p>
        </p:txBody>
      </p:sp>
      <p:sp>
        <p:nvSpPr>
          <p:cNvPr id="13" name="Rectangle 11"/>
          <p:cNvSpPr>
            <a:spLocks noChangeArrowheads="1"/>
          </p:cNvSpPr>
          <p:nvPr/>
        </p:nvSpPr>
        <p:spPr bwMode="auto">
          <a:xfrm>
            <a:off x="214920" y="4510109"/>
            <a:ext cx="6786610" cy="460375"/>
          </a:xfrm>
          <a:prstGeom prst="rect">
            <a:avLst/>
          </a:prstGeom>
          <a:noFill/>
          <a:ln w="9525">
            <a:noFill/>
            <a:miter lim="800000"/>
          </a:ln>
          <a:effectLst/>
        </p:spPr>
        <p:txBody>
          <a:bodyPr wrap="square">
            <a:spAutoFit/>
          </a:bodyPr>
          <a:lstStyle/>
          <a:p>
            <a:pPr>
              <a:spcBef>
                <a:spcPct val="0"/>
              </a:spcBef>
              <a:buFontTx/>
              <a:buNone/>
            </a:pPr>
            <a:r>
              <a:rPr lang="zh-CN" sz="2400" b="1">
                <a:solidFill>
                  <a:srgbClr val="000066"/>
                </a:solidFill>
                <a:latin typeface="微软雅黑" panose="020B0503020204020204" pitchFamily="34" charset="-122"/>
                <a:ea typeface="微软雅黑" panose="020B0503020204020204" pitchFamily="34" charset="-122"/>
              </a:rPr>
              <a:t>基本的分页存储管理方式（纯分页存储管理方式）</a:t>
            </a:r>
            <a:endParaRPr lang="zh-CN" sz="2400" b="1">
              <a:solidFill>
                <a:srgbClr val="000066"/>
              </a:solidFill>
              <a:latin typeface="微软雅黑" panose="020B0503020204020204" pitchFamily="34" charset="-122"/>
              <a:ea typeface="微软雅黑" panose="020B0503020204020204" pitchFamily="34" charset="-122"/>
            </a:endParaRPr>
          </a:p>
        </p:txBody>
      </p:sp>
      <p:sp>
        <p:nvSpPr>
          <p:cNvPr id="14" name="Line 12"/>
          <p:cNvSpPr>
            <a:spLocks noChangeShapeType="1"/>
          </p:cNvSpPr>
          <p:nvPr/>
        </p:nvSpPr>
        <p:spPr bwMode="auto">
          <a:xfrm>
            <a:off x="1403988" y="4078309"/>
            <a:ext cx="0" cy="431800"/>
          </a:xfrm>
          <a:prstGeom prst="line">
            <a:avLst/>
          </a:prstGeom>
          <a:noFill/>
          <a:ln w="38100">
            <a:solidFill>
              <a:srgbClr val="FF6600"/>
            </a:solidFill>
            <a:round/>
            <a:tailEnd type="triangle" w="med" len="med"/>
          </a:ln>
          <a:effectLst/>
        </p:spPr>
        <p:txBody>
          <a:bodyPr/>
          <a:lstStyle/>
          <a:p>
            <a:endParaRPr lang="zh-CN" altLang="en-US">
              <a:latin typeface="微软雅黑" panose="020B0503020204020204" pitchFamily="34" charset="-122"/>
              <a:ea typeface="微软雅黑" panose="020B0503020204020204" pitchFamily="34" charset="-122"/>
            </a:endParaRPr>
          </a:p>
        </p:txBody>
      </p:sp>
      <p:sp>
        <p:nvSpPr>
          <p:cNvPr id="15" name="Rectangle 11"/>
          <p:cNvSpPr>
            <a:spLocks noChangeArrowheads="1"/>
          </p:cNvSpPr>
          <p:nvPr/>
        </p:nvSpPr>
        <p:spPr bwMode="auto">
          <a:xfrm>
            <a:off x="214920" y="5490151"/>
            <a:ext cx="6786610" cy="829945"/>
          </a:xfrm>
          <a:prstGeom prst="rect">
            <a:avLst/>
          </a:prstGeom>
          <a:noFill/>
          <a:ln w="9525">
            <a:noFill/>
            <a:miter lim="800000"/>
          </a:ln>
          <a:effectLst/>
        </p:spPr>
        <p:txBody>
          <a:bodyPr wrap="square">
            <a:spAutoFit/>
          </a:bodyPr>
          <a:lstStyle/>
          <a:p>
            <a:pPr>
              <a:spcBef>
                <a:spcPct val="0"/>
              </a:spcBef>
              <a:buFontTx/>
              <a:buNone/>
            </a:pPr>
            <a:r>
              <a:rPr lang="zh-CN" altLang="en-US" sz="2400" b="1" dirty="0">
                <a:solidFill>
                  <a:srgbClr val="000066"/>
                </a:solidFill>
                <a:latin typeface="微软雅黑" panose="020B0503020204020204" pitchFamily="34" charset="-122"/>
                <a:ea typeface="微软雅黑" panose="020B0503020204020204" pitchFamily="34" charset="-122"/>
              </a:rPr>
              <a:t>分页技术是由曼彻斯特大学提出，于</a:t>
            </a:r>
            <a:r>
              <a:rPr lang="en-US" altLang="zh-CN" sz="2400" b="1" dirty="0">
                <a:solidFill>
                  <a:srgbClr val="000066"/>
                </a:solidFill>
                <a:latin typeface="微软雅黑" panose="020B0503020204020204" pitchFamily="34" charset="-122"/>
                <a:ea typeface="微软雅黑" panose="020B0503020204020204" pitchFamily="34" charset="-122"/>
              </a:rPr>
              <a:t>1960</a:t>
            </a:r>
            <a:r>
              <a:rPr lang="zh-CN" altLang="en-US" sz="2400" b="1" dirty="0">
                <a:solidFill>
                  <a:srgbClr val="000066"/>
                </a:solidFill>
                <a:latin typeface="微软雅黑" panose="020B0503020204020204" pitchFamily="34" charset="-122"/>
                <a:ea typeface="微软雅黑" panose="020B0503020204020204" pitchFamily="34" charset="-122"/>
              </a:rPr>
              <a:t>年前后在</a:t>
            </a:r>
            <a:r>
              <a:rPr lang="en-US" altLang="zh-CN" sz="2400" b="1" dirty="0">
                <a:solidFill>
                  <a:srgbClr val="000066"/>
                </a:solidFill>
                <a:latin typeface="微软雅黑" panose="020B0503020204020204" pitchFamily="34" charset="-122"/>
                <a:ea typeface="微软雅黑" panose="020B0503020204020204" pitchFamily="34" charset="-122"/>
              </a:rPr>
              <a:t>Atlas</a:t>
            </a:r>
            <a:r>
              <a:rPr lang="zh-CN" altLang="en-US" sz="2400" b="1" dirty="0">
                <a:solidFill>
                  <a:srgbClr val="000066"/>
                </a:solidFill>
                <a:latin typeface="微软雅黑" panose="020B0503020204020204" pitchFamily="34" charset="-122"/>
                <a:ea typeface="微软雅黑" panose="020B0503020204020204" pitchFamily="34" charset="-122"/>
              </a:rPr>
              <a:t>计算机上实现。</a:t>
            </a:r>
            <a:endParaRPr lang="zh-CN" altLang="en-US" sz="2400" b="1" dirty="0">
              <a:solidFill>
                <a:srgbClr val="000066"/>
              </a:solidFill>
              <a:latin typeface="微软雅黑" panose="020B0503020204020204" pitchFamily="34" charset="-122"/>
              <a:ea typeface="微软雅黑" panose="020B0503020204020204" pitchFamily="34" charset="-122"/>
            </a:endParaRPr>
          </a:p>
        </p:txBody>
      </p:sp>
      <p:sp>
        <p:nvSpPr>
          <p:cNvPr id="16" name="Line 12"/>
          <p:cNvSpPr>
            <a:spLocks noChangeShapeType="1"/>
          </p:cNvSpPr>
          <p:nvPr/>
        </p:nvSpPr>
        <p:spPr bwMode="auto">
          <a:xfrm>
            <a:off x="1403988" y="5058351"/>
            <a:ext cx="0" cy="431800"/>
          </a:xfrm>
          <a:prstGeom prst="line">
            <a:avLst/>
          </a:prstGeom>
          <a:noFill/>
          <a:ln w="38100">
            <a:solidFill>
              <a:srgbClr val="FF6600"/>
            </a:solidFill>
            <a:round/>
            <a:tailEnd type="triangle" w="med" len="med"/>
          </a:ln>
          <a:effectLst/>
        </p:spPr>
        <p:txBody>
          <a:bodyPr/>
          <a:lstStyle/>
          <a:p>
            <a:endParaRPr lang="zh-CN" altLang="en-US">
              <a:latin typeface="微软雅黑" panose="020B0503020204020204" pitchFamily="34" charset="-122"/>
              <a:ea typeface="微软雅黑" panose="020B0503020204020204" pitchFamily="34" charset="-122"/>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8" name="Rectangle 3"/>
          <p:cNvSpPr>
            <a:spLocks noGrp="1"/>
          </p:cNvSpPr>
          <p:nvPr>
            <p:ph idx="1"/>
          </p:nvPr>
        </p:nvSpPr>
        <p:spPr>
          <a:xfrm>
            <a:off x="497205" y="959485"/>
            <a:ext cx="11525885" cy="5898515"/>
          </a:xfrm>
        </p:spPr>
        <p:txBody>
          <a:bodyPr vert="horz" wrap="square" lIns="91440" tIns="45720" rIns="91440" bIns="45720" anchor="t" anchorCtr="0">
            <a:noAutofit/>
          </a:bodyPr>
          <a:lstStyle/>
          <a:p>
            <a:pPr marL="457200" lvl="1" indent="-457200">
              <a:lnSpc>
                <a:spcPct val="100000"/>
              </a:lnSpc>
              <a:spcBef>
                <a:spcPts val="1000"/>
              </a:spcBef>
              <a:buClr>
                <a:srgbClr val="0000FF"/>
              </a:buClr>
              <a:buFont typeface="Wingdings" panose="05000000000000000000" pitchFamily="2" charset="2"/>
              <a:buChar char="n"/>
            </a:pPr>
            <a:r>
              <a:rPr lang="zh-CN" altLang="en-US" sz="2000"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页面</a:t>
            </a:r>
            <a:endPar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endParaRPr>
          </a:p>
          <a:p>
            <a:pPr marL="914400" lvl="2" indent="-457200">
              <a:lnSpc>
                <a:spcPct val="100000"/>
              </a:lnSpc>
              <a:spcBef>
                <a:spcPts val="1000"/>
              </a:spcBef>
              <a:buClr>
                <a:srgbClr val="0000FF"/>
              </a:buClr>
              <a:buFont typeface="Wingdings" panose="05000000000000000000" pitchFamily="2" charset="2"/>
              <a:buChar char="Ø"/>
            </a:pPr>
            <a:r>
              <a:rPr lang="zh-CN" altLang="en-US" sz="1800" b="1" dirty="0">
                <a:latin typeface="Times New Roman" panose="02020503050405090304" pitchFamily="18" charset="0"/>
                <a:ea typeface="微软雅黑" panose="020B0503020204020204" pitchFamily="34" charset="-122"/>
                <a:cs typeface="Times New Roman" panose="02020503050405090304" pitchFamily="18" charset="0"/>
              </a:rPr>
              <a:t>分页存储管理将进程的</a:t>
            </a:r>
            <a:r>
              <a:rPr lang="zh-CN" altLang="en-US" sz="1800"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逻辑地址空间</a:t>
            </a:r>
            <a:r>
              <a:rPr lang="zh-CN" altLang="en-US" sz="1800" b="1" dirty="0">
                <a:latin typeface="Times New Roman" panose="02020503050405090304" pitchFamily="18" charset="0"/>
                <a:ea typeface="微软雅黑" panose="020B0503020204020204" pitchFamily="34" charset="-122"/>
                <a:cs typeface="Times New Roman" panose="02020503050405090304" pitchFamily="18" charset="0"/>
              </a:rPr>
              <a:t>分成若干个</a:t>
            </a:r>
            <a:r>
              <a:rPr lang="zh-CN" altLang="en-US" sz="1800"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页</a:t>
            </a:r>
            <a:r>
              <a:rPr lang="zh-CN" altLang="en-US" sz="1800" b="1" dirty="0">
                <a:latin typeface="Times New Roman" panose="02020503050405090304" pitchFamily="18" charset="0"/>
                <a:ea typeface="微软雅黑" panose="020B0503020204020204" pitchFamily="34" charset="-122"/>
                <a:cs typeface="Times New Roman" panose="02020503050405090304" pitchFamily="18" charset="0"/>
              </a:rPr>
              <a:t>，并为页面加以编号，从</a:t>
            </a:r>
            <a:r>
              <a:rPr lang="en-US" altLang="zh-CN" sz="1800"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0</a:t>
            </a:r>
            <a:r>
              <a:rPr lang="zh-CN" altLang="en-US" sz="1800" b="1" dirty="0">
                <a:latin typeface="Times New Roman" panose="02020503050405090304" pitchFamily="18" charset="0"/>
                <a:ea typeface="微软雅黑" panose="020B0503020204020204" pitchFamily="34" charset="-122"/>
                <a:cs typeface="Times New Roman" panose="02020503050405090304" pitchFamily="18" charset="0"/>
              </a:rPr>
              <a:t>开始编制页号，如第</a:t>
            </a:r>
            <a:r>
              <a:rPr lang="en-US" altLang="zh-CN" sz="1800" b="1" dirty="0">
                <a:latin typeface="Times New Roman" panose="02020503050405090304" pitchFamily="18" charset="0"/>
                <a:ea typeface="微软雅黑" panose="020B0503020204020204" pitchFamily="34" charset="-122"/>
                <a:cs typeface="Times New Roman" panose="02020503050405090304" pitchFamily="18" charset="0"/>
              </a:rPr>
              <a:t>0</a:t>
            </a:r>
            <a:r>
              <a:rPr lang="zh-CN" altLang="en-US" sz="1800" b="1" dirty="0">
                <a:latin typeface="Times New Roman" panose="02020503050405090304" pitchFamily="18" charset="0"/>
                <a:ea typeface="微软雅黑" panose="020B0503020204020204" pitchFamily="34" charset="-122"/>
                <a:cs typeface="Times New Roman" panose="02020503050405090304" pitchFamily="18" charset="0"/>
              </a:rPr>
              <a:t>页、第</a:t>
            </a:r>
            <a:r>
              <a:rPr lang="en-US" altLang="zh-CN" sz="1800" b="1" dirty="0">
                <a:latin typeface="Times New Roman" panose="02020503050405090304" pitchFamily="18" charset="0"/>
                <a:ea typeface="微软雅黑" panose="020B0503020204020204" pitchFamily="34" charset="-122"/>
                <a:cs typeface="Times New Roman" panose="02020503050405090304" pitchFamily="18" charset="0"/>
              </a:rPr>
              <a:t>1</a:t>
            </a:r>
            <a:r>
              <a:rPr lang="zh-CN" altLang="en-US" sz="1800" b="1" dirty="0">
                <a:latin typeface="Times New Roman" panose="02020503050405090304" pitchFamily="18" charset="0"/>
                <a:ea typeface="微软雅黑" panose="020B0503020204020204" pitchFamily="34" charset="-122"/>
                <a:cs typeface="Times New Roman" panose="02020503050405090304" pitchFamily="18" charset="0"/>
              </a:rPr>
              <a:t>页等，页内地址是相对于</a:t>
            </a:r>
            <a:r>
              <a:rPr lang="en-US" altLang="zh-CN" sz="1800" b="1" dirty="0">
                <a:latin typeface="Times New Roman" panose="02020503050405090304" pitchFamily="18" charset="0"/>
                <a:ea typeface="微软雅黑" panose="020B0503020204020204" pitchFamily="34" charset="-122"/>
                <a:cs typeface="Times New Roman" panose="02020503050405090304" pitchFamily="18" charset="0"/>
              </a:rPr>
              <a:t>0</a:t>
            </a:r>
            <a:r>
              <a:rPr lang="zh-CN" altLang="en-US" sz="1800" b="1" dirty="0">
                <a:latin typeface="Times New Roman" panose="02020503050405090304" pitchFamily="18" charset="0"/>
                <a:ea typeface="微软雅黑" panose="020B0503020204020204" pitchFamily="34" charset="-122"/>
                <a:cs typeface="Times New Roman" panose="02020503050405090304" pitchFamily="18" charset="0"/>
              </a:rPr>
              <a:t>编址。</a:t>
            </a:r>
            <a:endParaRPr lang="en-US" altLang="zh-CN" sz="1800" b="1" dirty="0">
              <a:latin typeface="Times New Roman" panose="02020503050405090304" pitchFamily="18" charset="0"/>
              <a:ea typeface="微软雅黑" panose="020B0503020204020204" pitchFamily="34" charset="-122"/>
              <a:cs typeface="Times New Roman" panose="02020503050405090304" pitchFamily="18" charset="0"/>
            </a:endParaRPr>
          </a:p>
          <a:p>
            <a:pPr marL="914400" lvl="2" indent="-457200">
              <a:lnSpc>
                <a:spcPct val="100000"/>
              </a:lnSpc>
              <a:spcBef>
                <a:spcPts val="1000"/>
              </a:spcBef>
              <a:buClr>
                <a:srgbClr val="0000FF"/>
              </a:buClr>
              <a:buFont typeface="Wingdings" panose="05000000000000000000" pitchFamily="2" charset="2"/>
              <a:buChar char="Ø"/>
            </a:pPr>
            <a:r>
              <a:rPr lang="zh-CN" altLang="en-US" sz="1800" b="1" dirty="0">
                <a:latin typeface="Times New Roman" panose="02020503050405090304" pitchFamily="18" charset="0"/>
                <a:ea typeface="微软雅黑" panose="020B0503020204020204" pitchFamily="34" charset="-122"/>
                <a:cs typeface="Times New Roman" panose="02020503050405090304" pitchFamily="18" charset="0"/>
              </a:rPr>
              <a:t>相应地，把内存的</a:t>
            </a:r>
            <a:r>
              <a:rPr lang="zh-CN" altLang="en-US" sz="1800"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物理空间</a:t>
            </a:r>
            <a:r>
              <a:rPr lang="zh-CN" altLang="en-US" sz="1800" b="1" dirty="0">
                <a:latin typeface="Times New Roman" panose="02020503050405090304" pitchFamily="18" charset="0"/>
                <a:ea typeface="微软雅黑" panose="020B0503020204020204" pitchFamily="34" charset="-122"/>
                <a:cs typeface="Times New Roman" panose="02020503050405090304" pitchFamily="18" charset="0"/>
              </a:rPr>
              <a:t>分成与</a:t>
            </a:r>
            <a:r>
              <a:rPr lang="zh-CN" altLang="en-US" sz="1800" b="1" dirty="0">
                <a:solidFill>
                  <a:srgbClr val="FF0000"/>
                </a:solidFill>
                <a:latin typeface="Times New Roman" panose="02020503050405090304" pitchFamily="18" charset="0"/>
                <a:ea typeface="微软雅黑" panose="020B0503020204020204" pitchFamily="34" charset="-122"/>
                <a:cs typeface="Times New Roman" panose="02020503050405090304" pitchFamily="18" charset="0"/>
              </a:rPr>
              <a:t>页面相同大小</a:t>
            </a:r>
            <a:r>
              <a:rPr lang="zh-CN" altLang="en-US" sz="1800" b="1" dirty="0">
                <a:latin typeface="Times New Roman" panose="02020503050405090304" pitchFamily="18" charset="0"/>
                <a:ea typeface="微软雅黑" panose="020B0503020204020204" pitchFamily="34" charset="-122"/>
                <a:cs typeface="Times New Roman" panose="02020503050405090304" pitchFamily="18" charset="0"/>
              </a:rPr>
              <a:t>的若干个存储</a:t>
            </a:r>
            <a:r>
              <a:rPr lang="zh-CN" altLang="en-US" sz="1800"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块</a:t>
            </a:r>
            <a:r>
              <a:rPr lang="zh-CN" altLang="en-US" sz="1800" b="1" dirty="0">
                <a:latin typeface="Times New Roman" panose="02020503050405090304" pitchFamily="18" charset="0"/>
                <a:ea typeface="微软雅黑" panose="020B0503020204020204" pitchFamily="34" charset="-122"/>
                <a:cs typeface="Times New Roman" panose="02020503050405090304" pitchFamily="18" charset="0"/>
              </a:rPr>
              <a:t>，称为</a:t>
            </a:r>
            <a:r>
              <a:rPr lang="en-US" altLang="zh-CN" sz="1800"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a:t>
            </a:r>
            <a:r>
              <a:rPr lang="zh-CN" altLang="en-US" sz="1800"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物理</a:t>
            </a:r>
            <a:r>
              <a:rPr lang="en-US" altLang="zh-CN" sz="1800"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a:t>
            </a:r>
            <a:r>
              <a:rPr lang="zh-CN" altLang="en-US" sz="1800"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块或页框</a:t>
            </a:r>
            <a:r>
              <a:rPr lang="en-US" altLang="zh-CN" sz="1800"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(frame)</a:t>
            </a:r>
            <a:r>
              <a:rPr lang="zh-CN" altLang="en-US" sz="1800" b="1" dirty="0">
                <a:latin typeface="Times New Roman" panose="02020503050405090304" pitchFamily="18" charset="0"/>
                <a:ea typeface="微软雅黑" panose="020B0503020204020204" pitchFamily="34" charset="-122"/>
                <a:cs typeface="Times New Roman" panose="02020503050405090304" pitchFamily="18" charset="0"/>
              </a:rPr>
              <a:t>，也同样为它们加以编号，如 </a:t>
            </a:r>
            <a:r>
              <a:rPr lang="en-US" altLang="zh-CN" sz="1800" b="1" dirty="0">
                <a:latin typeface="Times New Roman" panose="02020503050405090304" pitchFamily="18" charset="0"/>
                <a:ea typeface="微软雅黑" panose="020B0503020204020204" pitchFamily="34" charset="-122"/>
                <a:cs typeface="Times New Roman" panose="02020503050405090304" pitchFamily="18" charset="0"/>
              </a:rPr>
              <a:t>0#</a:t>
            </a:r>
            <a:r>
              <a:rPr lang="zh-CN" altLang="en-US" sz="1800" b="1" dirty="0">
                <a:latin typeface="Times New Roman" panose="02020503050405090304" pitchFamily="18" charset="0"/>
                <a:ea typeface="微软雅黑" panose="020B0503020204020204" pitchFamily="34" charset="-122"/>
                <a:cs typeface="Times New Roman" panose="02020503050405090304" pitchFamily="18" charset="0"/>
              </a:rPr>
              <a:t>块、</a:t>
            </a:r>
            <a:r>
              <a:rPr lang="en-US" altLang="zh-CN" sz="1800" b="1" dirty="0">
                <a:latin typeface="Times New Roman" panose="02020503050405090304" pitchFamily="18" charset="0"/>
                <a:ea typeface="微软雅黑" panose="020B0503020204020204" pitchFamily="34" charset="-122"/>
                <a:cs typeface="Times New Roman" panose="02020503050405090304" pitchFamily="18" charset="0"/>
              </a:rPr>
              <a:t>1#</a:t>
            </a:r>
            <a:r>
              <a:rPr lang="zh-CN" altLang="en-US" sz="1800" b="1" dirty="0">
                <a:latin typeface="Times New Roman" panose="02020503050405090304" pitchFamily="18" charset="0"/>
                <a:ea typeface="微软雅黑" panose="020B0503020204020204" pitchFamily="34" charset="-122"/>
                <a:cs typeface="Times New Roman" panose="02020503050405090304" pitchFamily="18" charset="0"/>
              </a:rPr>
              <a:t>块等。</a:t>
            </a:r>
            <a:endParaRPr lang="en-US" altLang="zh-CN" sz="1800" b="1" dirty="0">
              <a:latin typeface="Times New Roman" panose="02020503050405090304" pitchFamily="18" charset="0"/>
              <a:ea typeface="微软雅黑" panose="020B0503020204020204" pitchFamily="34" charset="-122"/>
              <a:cs typeface="Times New Roman" panose="02020503050405090304" pitchFamily="18" charset="0"/>
            </a:endParaRPr>
          </a:p>
          <a:p>
            <a:pPr marL="914400" lvl="2" indent="-457200">
              <a:lnSpc>
                <a:spcPct val="100000"/>
              </a:lnSpc>
              <a:spcBef>
                <a:spcPts val="1000"/>
              </a:spcBef>
              <a:buClr>
                <a:srgbClr val="0000FF"/>
              </a:buClr>
              <a:buFont typeface="Wingdings" panose="05000000000000000000" pitchFamily="2" charset="2"/>
              <a:buChar char="Ø"/>
            </a:pPr>
            <a:r>
              <a:rPr lang="zh-CN" altLang="en-US" sz="1800" b="1" dirty="0">
                <a:latin typeface="Times New Roman" panose="02020503050405090304" pitchFamily="18" charset="0"/>
                <a:ea typeface="微软雅黑" panose="020B0503020204020204" pitchFamily="34" charset="-122"/>
                <a:cs typeface="Times New Roman" panose="02020503050405090304" pitchFamily="18" charset="0"/>
              </a:rPr>
              <a:t>在为进程分配内存时，以块为单位将进程中的若干个页分别装入到多个可以</a:t>
            </a:r>
            <a:r>
              <a:rPr lang="zh-CN" altLang="en-US" sz="1800" b="1" dirty="0">
                <a:solidFill>
                  <a:srgbClr val="FF0000"/>
                </a:solidFill>
                <a:latin typeface="Times New Roman" panose="02020503050405090304" pitchFamily="18" charset="0"/>
                <a:ea typeface="微软雅黑" panose="020B0503020204020204" pitchFamily="34" charset="-122"/>
                <a:cs typeface="Times New Roman" panose="02020503050405090304" pitchFamily="18" charset="0"/>
              </a:rPr>
              <a:t>不相邻接</a:t>
            </a:r>
            <a:r>
              <a:rPr lang="zh-CN" altLang="en-US" sz="1800" b="1" dirty="0">
                <a:latin typeface="Times New Roman" panose="02020503050405090304" pitchFamily="18" charset="0"/>
                <a:ea typeface="微软雅黑" panose="020B0503020204020204" pitchFamily="34" charset="-122"/>
                <a:cs typeface="Times New Roman" panose="02020503050405090304" pitchFamily="18" charset="0"/>
              </a:rPr>
              <a:t>的物理块中。进程最后一页装不满一块而形成不可利用的碎片</a:t>
            </a:r>
            <a:r>
              <a:rPr lang="en-US" altLang="zh-CN" sz="1800" b="1" dirty="0">
                <a:latin typeface="Times New Roman" panose="02020503050405090304" pitchFamily="18" charset="0"/>
                <a:ea typeface="微软雅黑" panose="020B0503020204020204" pitchFamily="34" charset="-122"/>
                <a:cs typeface="Times New Roman" panose="02020503050405090304" pitchFamily="18" charset="0"/>
              </a:rPr>
              <a:t>——</a:t>
            </a:r>
            <a:r>
              <a:rPr lang="zh-CN" altLang="en-US" sz="1800" b="1" dirty="0">
                <a:solidFill>
                  <a:srgbClr val="FF0000"/>
                </a:solidFill>
                <a:latin typeface="Times New Roman" panose="02020503050405090304" pitchFamily="18" charset="0"/>
                <a:ea typeface="微软雅黑" panose="020B0503020204020204" pitchFamily="34" charset="-122"/>
                <a:cs typeface="Times New Roman" panose="02020503050405090304" pitchFamily="18" charset="0"/>
              </a:rPr>
              <a:t>页内碎片</a:t>
            </a:r>
            <a:endParaRPr lang="en-US" altLang="zh-CN" sz="1800"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endParaRPr>
          </a:p>
          <a:p>
            <a:pPr marL="914400" lvl="2" indent="-457200">
              <a:lnSpc>
                <a:spcPct val="100000"/>
              </a:lnSpc>
              <a:spcBef>
                <a:spcPts val="1000"/>
              </a:spcBef>
              <a:buClr>
                <a:srgbClr val="0000FF"/>
              </a:buClr>
              <a:buFont typeface="Wingdings" panose="05000000000000000000" pitchFamily="2" charset="2"/>
              <a:buChar char="Ø"/>
            </a:pPr>
            <a:r>
              <a:rPr lang="zh-CN" altLang="en-US" sz="1800" b="1" dirty="0">
                <a:latin typeface="Times New Roman" panose="02020503050405090304" pitchFamily="18" charset="0"/>
                <a:ea typeface="微软雅黑" panose="020B0503020204020204" pitchFamily="34" charset="-122"/>
                <a:cs typeface="Times New Roman" panose="02020503050405090304" pitchFamily="18" charset="0"/>
              </a:rPr>
              <a:t>以页为单位进行</a:t>
            </a:r>
            <a:r>
              <a:rPr lang="zh-CN" altLang="en-US" sz="1800"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内存分配</a:t>
            </a:r>
            <a:r>
              <a:rPr lang="zh-CN" altLang="en-US" sz="1800" b="1" dirty="0">
                <a:latin typeface="Times New Roman" panose="02020503050405090304" pitchFamily="18" charset="0"/>
                <a:ea typeface="微软雅黑" panose="020B0503020204020204" pitchFamily="34" charset="-122"/>
                <a:cs typeface="Times New Roman" panose="02020503050405090304" pitchFamily="18" charset="0"/>
              </a:rPr>
              <a:t>，按作业的页数多少来分配；逻辑上相邻的页，</a:t>
            </a:r>
            <a:r>
              <a:rPr lang="zh-CN" altLang="en-US" sz="1800"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物理上不一定相邻</a:t>
            </a:r>
            <a:endParaRPr lang="zh-CN" altLang="en-US" sz="1800"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endParaRPr>
          </a:p>
          <a:p>
            <a:pPr marL="914400" lvl="2" indent="-457200">
              <a:lnSpc>
                <a:spcPct val="100000"/>
              </a:lnSpc>
              <a:spcBef>
                <a:spcPts val="1000"/>
              </a:spcBef>
              <a:buClr>
                <a:srgbClr val="0000FF"/>
              </a:buClr>
              <a:buFont typeface="Wingdings" panose="05000000000000000000" pitchFamily="2" charset="2"/>
              <a:buChar char="Ø"/>
            </a:pPr>
            <a:endParaRPr lang="zh-CN" altLang="en-US" sz="1800" b="1" dirty="0">
              <a:latin typeface="Times New Roman" panose="02020503050405090304" pitchFamily="18" charset="0"/>
              <a:ea typeface="微软雅黑" panose="020B0503020204020204" pitchFamily="34" charset="-122"/>
              <a:cs typeface="Times New Roman" panose="02020503050405090304" pitchFamily="18" charset="0"/>
            </a:endParaRPr>
          </a:p>
          <a:p>
            <a:pPr marL="457200" lvl="1" indent="-457200">
              <a:lnSpc>
                <a:spcPct val="100000"/>
              </a:lnSpc>
              <a:spcBef>
                <a:spcPts val="1000"/>
              </a:spcBef>
              <a:buClr>
                <a:srgbClr val="0000FF"/>
              </a:buClr>
              <a:buFont typeface="Wingdings" panose="05000000000000000000" pitchFamily="2" charset="2"/>
              <a:buChar char="n"/>
            </a:pPr>
            <a:r>
              <a:rPr lang="zh-CN" altLang="en-US" sz="2000"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页面大小</a:t>
            </a:r>
            <a:endPar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endParaRPr>
          </a:p>
          <a:p>
            <a:pPr marL="914400" lvl="2" indent="-457200">
              <a:lnSpc>
                <a:spcPct val="100000"/>
              </a:lnSpc>
              <a:spcBef>
                <a:spcPts val="1000"/>
              </a:spcBef>
              <a:buClr>
                <a:srgbClr val="0000FF"/>
              </a:buClr>
              <a:buFont typeface="Wingdings" panose="05000000000000000000" pitchFamily="2" charset="2"/>
              <a:buChar char="Ø"/>
            </a:pPr>
            <a:r>
              <a:rPr lang="zh-CN" altLang="en-US" sz="1800" b="1" dirty="0">
                <a:latin typeface="Times New Roman" panose="02020503050405090304" pitchFamily="18" charset="0"/>
                <a:ea typeface="微软雅黑" panose="020B0503020204020204" pitchFamily="34" charset="-122"/>
                <a:cs typeface="Times New Roman" panose="02020503050405090304" pitchFamily="18" charset="0"/>
              </a:rPr>
              <a:t>在分页系统中的页面其</a:t>
            </a:r>
            <a:r>
              <a:rPr lang="zh-CN" altLang="en-US" sz="1800"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大小应适中</a:t>
            </a:r>
            <a:r>
              <a:rPr lang="zh-CN" altLang="en-US" sz="1800" b="1" dirty="0">
                <a:latin typeface="Times New Roman" panose="02020503050405090304" pitchFamily="18" charset="0"/>
                <a:ea typeface="微软雅黑" panose="020B0503020204020204" pitchFamily="34" charset="-122"/>
                <a:cs typeface="Times New Roman" panose="02020503050405090304" pitchFamily="18" charset="0"/>
              </a:rPr>
              <a:t>，且页面大小应是 </a:t>
            </a:r>
            <a:r>
              <a:rPr lang="en-US" altLang="zh-CN" sz="1800"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2 </a:t>
            </a:r>
            <a:r>
              <a:rPr lang="zh-CN" altLang="en-US" sz="1800"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的幂</a:t>
            </a:r>
            <a:r>
              <a:rPr lang="zh-CN" altLang="en-US" sz="1800" b="1" dirty="0">
                <a:latin typeface="Times New Roman" panose="02020503050405090304" pitchFamily="18" charset="0"/>
                <a:ea typeface="微软雅黑" panose="020B0503020204020204" pitchFamily="34" charset="-122"/>
                <a:cs typeface="Times New Roman" panose="02020503050405090304" pitchFamily="18" charset="0"/>
              </a:rPr>
              <a:t>，通常为</a:t>
            </a:r>
            <a:r>
              <a:rPr lang="en-US" altLang="zh-CN" sz="1800" b="1" dirty="0">
                <a:latin typeface="Times New Roman" panose="02020503050405090304" pitchFamily="18" charset="0"/>
                <a:ea typeface="微软雅黑" panose="020B0503020204020204" pitchFamily="34" charset="-122"/>
                <a:cs typeface="Times New Roman" panose="02020503050405090304" pitchFamily="18" charset="0"/>
              </a:rPr>
              <a:t>1</a:t>
            </a:r>
            <a:r>
              <a:rPr lang="zh-CN" altLang="en-US" sz="1800" b="1" dirty="0">
                <a:latin typeface="Times New Roman" panose="02020503050405090304" pitchFamily="18" charset="0"/>
                <a:ea typeface="微软雅黑" panose="020B0503020204020204" pitchFamily="34" charset="-122"/>
                <a:cs typeface="Times New Roman" panose="02020503050405090304" pitchFamily="18" charset="0"/>
              </a:rPr>
              <a:t> </a:t>
            </a:r>
            <a:r>
              <a:rPr lang="en-US" altLang="zh-CN" sz="1800" b="1" dirty="0">
                <a:latin typeface="Times New Roman" panose="02020503050405090304" pitchFamily="18" charset="0"/>
                <a:ea typeface="微软雅黑" panose="020B0503020204020204" pitchFamily="34" charset="-122"/>
                <a:cs typeface="Times New Roman" panose="02020503050405090304" pitchFamily="18" charset="0"/>
              </a:rPr>
              <a:t>KB</a:t>
            </a:r>
            <a:r>
              <a:rPr lang="zh-CN" altLang="en-US" sz="1800" b="1" dirty="0">
                <a:latin typeface="Times New Roman" panose="02020503050405090304" pitchFamily="18" charset="0"/>
                <a:ea typeface="微软雅黑" panose="020B0503020204020204" pitchFamily="34" charset="-122"/>
                <a:cs typeface="Times New Roman" panose="02020503050405090304" pitchFamily="18" charset="0"/>
              </a:rPr>
              <a:t>～</a:t>
            </a:r>
            <a:r>
              <a:rPr lang="en-US" altLang="zh-CN" sz="1800" b="1" dirty="0">
                <a:latin typeface="Times New Roman" panose="02020503050405090304" pitchFamily="18" charset="0"/>
                <a:ea typeface="微软雅黑" panose="020B0503020204020204" pitchFamily="34" charset="-122"/>
                <a:cs typeface="Times New Roman" panose="02020503050405090304" pitchFamily="18" charset="0"/>
              </a:rPr>
              <a:t>8 KB</a:t>
            </a:r>
            <a:endParaRPr lang="en-US" altLang="zh-CN" sz="1800" b="1" dirty="0">
              <a:latin typeface="Times New Roman" panose="02020503050405090304" pitchFamily="18" charset="0"/>
              <a:ea typeface="微软雅黑" panose="020B0503020204020204" pitchFamily="34" charset="-122"/>
              <a:cs typeface="Times New Roman" panose="02020503050405090304" pitchFamily="18" charset="0"/>
            </a:endParaRPr>
          </a:p>
          <a:p>
            <a:pPr marL="914400" lvl="2" indent="-457200">
              <a:lnSpc>
                <a:spcPct val="100000"/>
              </a:lnSpc>
              <a:spcBef>
                <a:spcPts val="1000"/>
              </a:spcBef>
              <a:buClr>
                <a:srgbClr val="0000FF"/>
              </a:buClr>
              <a:buFont typeface="Wingdings" panose="05000000000000000000" pitchFamily="2" charset="2"/>
              <a:buChar char="Ø"/>
            </a:pPr>
            <a:r>
              <a:rPr lang="zh-CN" altLang="en-US" sz="1800" b="1" dirty="0">
                <a:latin typeface="Times New Roman" panose="02020503050405090304" pitchFamily="18" charset="0"/>
                <a:ea typeface="微软雅黑" panose="020B0503020204020204" pitchFamily="34" charset="-122"/>
                <a:cs typeface="Times New Roman" panose="02020503050405090304" pitchFamily="18" charset="0"/>
              </a:rPr>
              <a:t>页面若太小，一方面虽然可使内存碎片减小，从而减少了内存碎片的总空间，有利于提高内存利用率，但另一方面也会使每个进程占用较多的页面，从而导致进程的页表过长，占用大量内存；此外，还会降低页面换进换出的效率。</a:t>
            </a:r>
            <a:endParaRPr lang="en-US" altLang="zh-CN" sz="1800" b="1" dirty="0">
              <a:latin typeface="Times New Roman" panose="02020503050405090304" pitchFamily="18" charset="0"/>
              <a:ea typeface="微软雅黑" panose="020B0503020204020204" pitchFamily="34" charset="-122"/>
              <a:cs typeface="Times New Roman" panose="02020503050405090304" pitchFamily="18" charset="0"/>
            </a:endParaRPr>
          </a:p>
          <a:p>
            <a:pPr marL="914400" lvl="2" indent="-457200">
              <a:lnSpc>
                <a:spcPct val="100000"/>
              </a:lnSpc>
              <a:spcBef>
                <a:spcPts val="1000"/>
              </a:spcBef>
              <a:buClr>
                <a:srgbClr val="0000FF"/>
              </a:buClr>
              <a:buFont typeface="Wingdings" panose="05000000000000000000" pitchFamily="2" charset="2"/>
              <a:buChar char="Ø"/>
            </a:pPr>
            <a:r>
              <a:rPr lang="zh-CN" altLang="en-US" sz="1800" b="1" dirty="0">
                <a:latin typeface="Times New Roman" panose="02020503050405090304" pitchFamily="18" charset="0"/>
                <a:ea typeface="微软雅黑" panose="020B0503020204020204" pitchFamily="34" charset="-122"/>
                <a:cs typeface="Times New Roman" panose="02020503050405090304" pitchFamily="18" charset="0"/>
              </a:rPr>
              <a:t>页面较大，可以减少页表长度，提高页面换进换出速度，但又会使页内碎片增大。</a:t>
            </a:r>
            <a:endParaRPr lang="zh-CN" altLang="en-US" sz="1800" b="1" dirty="0">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5" name="标题 1"/>
          <p:cNvSpPr txBox="1"/>
          <p:nvPr/>
        </p:nvSpPr>
        <p:spPr>
          <a:xfrm>
            <a:off x="149860" y="33655"/>
            <a:ext cx="10890885" cy="108140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eaLnBrk="1" hangingPunct="1"/>
            <a:r>
              <a:rPr lang="en-US" altLang="zh-CN" sz="3900" b="1" dirty="0">
                <a:latin typeface="微软雅黑" panose="020B0503020204020204" pitchFamily="34" charset="-122"/>
                <a:ea typeface="微软雅黑" panose="020B0503020204020204" pitchFamily="34" charset="-122"/>
              </a:rPr>
              <a:t>4.5.1 </a:t>
            </a:r>
            <a:r>
              <a:rPr lang="zh-CN" altLang="en-US" sz="3900" b="1" dirty="0">
                <a:latin typeface="微软雅黑" panose="020B0503020204020204" pitchFamily="34" charset="-122"/>
                <a:ea typeface="微软雅黑" panose="020B0503020204020204" pitchFamily="34" charset="-122"/>
              </a:rPr>
              <a:t>分页存储管理的基本方法</a:t>
            </a:r>
            <a:endParaRPr lang="zh-CN" altLang="en-US" sz="3900" b="1" dirty="0">
              <a:latin typeface="微软雅黑" panose="020B0503020204020204" pitchFamily="34" charset="-122"/>
              <a:ea typeface="微软雅黑" panose="020B0503020204020204" pitchFamily="34" charset="-122"/>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8" name="Rectangle 3"/>
          <p:cNvSpPr>
            <a:spLocks noGrp="1"/>
          </p:cNvSpPr>
          <p:nvPr>
            <p:ph idx="1"/>
          </p:nvPr>
        </p:nvSpPr>
        <p:spPr>
          <a:xfrm>
            <a:off x="715010" y="959485"/>
            <a:ext cx="9465310" cy="5898515"/>
          </a:xfrm>
        </p:spPr>
        <p:txBody>
          <a:bodyPr vert="horz" wrap="square" lIns="91440" tIns="45720" rIns="91440" bIns="45720" anchor="t" anchorCtr="0">
            <a:normAutofit/>
          </a:bodyPr>
          <a:lstStyle/>
          <a:p>
            <a:pPr marL="457200" lvl="1" indent="-457200">
              <a:lnSpc>
                <a:spcPct val="150000"/>
              </a:lnSpc>
              <a:spcBef>
                <a:spcPts val="1000"/>
              </a:spcBef>
              <a:buClr>
                <a:srgbClr val="0000FF"/>
              </a:buClr>
              <a:buFont typeface="Wingdings" panose="05000000000000000000" pitchFamily="2" charset="2"/>
              <a:buChar char="n"/>
            </a:pPr>
            <a:r>
              <a:rPr lang="zh-CN" altLang="en-US"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地址结构</a:t>
            </a:r>
            <a:endParaRPr lang="en-US" altLang="zh-CN" b="1" dirty="0">
              <a:latin typeface="Times New Roman" panose="02020503050405090304" pitchFamily="18" charset="0"/>
              <a:ea typeface="微软雅黑" panose="020B0503020204020204" pitchFamily="34" charset="-122"/>
              <a:cs typeface="Times New Roman" panose="02020503050405090304" pitchFamily="18" charset="0"/>
            </a:endParaRPr>
          </a:p>
          <a:p>
            <a:pPr marL="914400" lvl="2" indent="-457200">
              <a:lnSpc>
                <a:spcPct val="150000"/>
              </a:lnSpc>
              <a:spcBef>
                <a:spcPts val="1000"/>
              </a:spcBef>
              <a:buClr>
                <a:srgbClr val="0000FF"/>
              </a:buClr>
              <a:buFont typeface="Wingdings" panose="05000000000000000000" pitchFamily="2" charset="2"/>
              <a:buChar char="Ø"/>
            </a:pP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高位部分为</a:t>
            </a:r>
            <a:r>
              <a:rPr lang="zh-CN" altLang="en-US"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页号</a:t>
            </a: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 </a:t>
            </a:r>
            <a:r>
              <a:rPr lang="en-US" altLang="zh-CN" b="1" dirty="0">
                <a:latin typeface="Times New Roman" panose="02020503050405090304" pitchFamily="18" charset="0"/>
                <a:ea typeface="微软雅黑" panose="020B0503020204020204" pitchFamily="34" charset="-122"/>
                <a:cs typeface="Times New Roman" panose="02020503050405090304" pitchFamily="18" charset="0"/>
              </a:rPr>
              <a:t>P</a:t>
            </a: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，低位部分为</a:t>
            </a:r>
            <a:r>
              <a:rPr lang="zh-CN" altLang="en-US" sz="2100"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位移量 </a:t>
            </a:r>
            <a:r>
              <a:rPr lang="en-US" altLang="zh-CN" sz="2100"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W(</a:t>
            </a:r>
            <a:r>
              <a:rPr lang="zh-CN" altLang="en-US" sz="2100"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或称为页内地址</a:t>
            </a:r>
            <a:r>
              <a:rPr lang="en-US" altLang="zh-CN" sz="2100"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a:t>
            </a: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a:t>
            </a:r>
            <a:endParaRPr lang="en-US" altLang="zh-CN" b="1" dirty="0">
              <a:latin typeface="Times New Roman" panose="02020503050405090304" pitchFamily="18" charset="0"/>
              <a:ea typeface="微软雅黑" panose="020B0503020204020204" pitchFamily="34" charset="-122"/>
              <a:cs typeface="Times New Roman" panose="02020503050405090304" pitchFamily="18" charset="0"/>
            </a:endParaRPr>
          </a:p>
          <a:p>
            <a:pPr marL="914400" lvl="2" indent="-457200">
              <a:lnSpc>
                <a:spcPct val="150000"/>
              </a:lnSpc>
              <a:spcBef>
                <a:spcPts val="1000"/>
              </a:spcBef>
              <a:buClr>
                <a:srgbClr val="0000FF"/>
              </a:buClr>
              <a:buFont typeface="Wingdings" panose="05000000000000000000" pitchFamily="2" charset="2"/>
              <a:buChar char="Ø"/>
            </a:pP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图中的地址长度为 </a:t>
            </a:r>
            <a:r>
              <a:rPr lang="en-US" altLang="zh-CN" b="1" dirty="0">
                <a:latin typeface="Times New Roman" panose="02020503050405090304" pitchFamily="18" charset="0"/>
                <a:ea typeface="微软雅黑" panose="020B0503020204020204" pitchFamily="34" charset="-122"/>
                <a:cs typeface="Times New Roman" panose="02020503050405090304" pitchFamily="18" charset="0"/>
              </a:rPr>
              <a:t>32 </a:t>
            </a: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位，其中 </a:t>
            </a:r>
            <a:r>
              <a:rPr lang="en-US" altLang="zh-CN" b="1" dirty="0">
                <a:latin typeface="Times New Roman" panose="02020503050405090304" pitchFamily="18" charset="0"/>
                <a:ea typeface="微软雅黑" panose="020B0503020204020204" pitchFamily="34" charset="-122"/>
                <a:cs typeface="Times New Roman" panose="02020503050405090304" pitchFamily="18" charset="0"/>
              </a:rPr>
              <a:t>0</a:t>
            </a: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a:t>
            </a:r>
            <a:r>
              <a:rPr lang="en-US" altLang="zh-CN" b="1" dirty="0">
                <a:latin typeface="Times New Roman" panose="02020503050405090304" pitchFamily="18" charset="0"/>
                <a:ea typeface="微软雅黑" panose="020B0503020204020204" pitchFamily="34" charset="-122"/>
                <a:cs typeface="Times New Roman" panose="02020503050405090304" pitchFamily="18" charset="0"/>
              </a:rPr>
              <a:t>11 </a:t>
            </a: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位为页内地址，即每页的大小为 </a:t>
            </a:r>
            <a:r>
              <a:rPr lang="en-US" altLang="zh-CN" b="1" dirty="0">
                <a:latin typeface="Times New Roman" panose="02020503050405090304" pitchFamily="18" charset="0"/>
                <a:ea typeface="微软雅黑" panose="020B0503020204020204" pitchFamily="34" charset="-122"/>
                <a:cs typeface="Times New Roman" panose="02020503050405090304" pitchFamily="18" charset="0"/>
              </a:rPr>
              <a:t>4 KB</a:t>
            </a: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a:t>
            </a:r>
            <a:r>
              <a:rPr lang="en-US" altLang="zh-CN" b="1" dirty="0">
                <a:latin typeface="Times New Roman" panose="02020503050405090304" pitchFamily="18" charset="0"/>
                <a:ea typeface="微软雅黑" panose="020B0503020204020204" pitchFamily="34" charset="-122"/>
                <a:cs typeface="Times New Roman" panose="02020503050405090304" pitchFamily="18" charset="0"/>
              </a:rPr>
              <a:t>12</a:t>
            </a: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a:t>
            </a:r>
            <a:r>
              <a:rPr lang="en-US" altLang="zh-CN" b="1" dirty="0">
                <a:latin typeface="Times New Roman" panose="02020503050405090304" pitchFamily="18" charset="0"/>
                <a:ea typeface="微软雅黑" panose="020B0503020204020204" pitchFamily="34" charset="-122"/>
                <a:cs typeface="Times New Roman" panose="02020503050405090304" pitchFamily="18" charset="0"/>
              </a:rPr>
              <a:t>31 </a:t>
            </a: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位为页号，地址空间最多允许有 </a:t>
            </a:r>
            <a:r>
              <a:rPr lang="en-US" altLang="zh-CN" b="1" dirty="0">
                <a:latin typeface="Times New Roman" panose="02020503050405090304" pitchFamily="18" charset="0"/>
                <a:ea typeface="微软雅黑" panose="020B0503020204020204" pitchFamily="34" charset="-122"/>
                <a:cs typeface="Times New Roman" panose="02020503050405090304" pitchFamily="18" charset="0"/>
              </a:rPr>
              <a:t>1 M </a:t>
            </a: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页。</a:t>
            </a:r>
            <a:endParaRPr lang="en-US" altLang="zh-CN" b="1" dirty="0">
              <a:latin typeface="Times New Roman" panose="02020503050405090304" pitchFamily="18" charset="0"/>
              <a:ea typeface="微软雅黑" panose="020B0503020204020204" pitchFamily="34" charset="-122"/>
              <a:cs typeface="Times New Roman" panose="02020503050405090304" pitchFamily="18" charset="0"/>
            </a:endParaRPr>
          </a:p>
          <a:p>
            <a:pPr marL="914400" lvl="2" indent="-457200">
              <a:lnSpc>
                <a:spcPct val="150000"/>
              </a:lnSpc>
              <a:spcBef>
                <a:spcPts val="1000"/>
              </a:spcBef>
              <a:buClr>
                <a:srgbClr val="0000FF"/>
              </a:buClr>
              <a:buFont typeface="Wingdings" panose="05000000000000000000" pitchFamily="2" charset="2"/>
              <a:buChar char="Ø"/>
            </a:pPr>
            <a:endParaRPr lang="en-US" altLang="zh-CN" b="1" dirty="0">
              <a:latin typeface="Times New Roman" panose="02020503050405090304" pitchFamily="18" charset="0"/>
              <a:ea typeface="微软雅黑" panose="020B0503020204020204" pitchFamily="34" charset="-122"/>
              <a:cs typeface="Times New Roman" panose="02020503050405090304" pitchFamily="18" charset="0"/>
            </a:endParaRPr>
          </a:p>
          <a:p>
            <a:pPr marL="457200" lvl="2" indent="0">
              <a:lnSpc>
                <a:spcPct val="150000"/>
              </a:lnSpc>
              <a:spcBef>
                <a:spcPts val="1000"/>
              </a:spcBef>
              <a:buClr>
                <a:srgbClr val="0000FF"/>
              </a:buClr>
              <a:buNone/>
            </a:pPr>
            <a:endParaRPr lang="en-US" altLang="zh-CN" b="1" dirty="0">
              <a:latin typeface="Times New Roman" panose="02020503050405090304" pitchFamily="18" charset="0"/>
              <a:ea typeface="微软雅黑" panose="020B0503020204020204" pitchFamily="34" charset="-122"/>
              <a:cs typeface="Times New Roman" panose="02020503050405090304" pitchFamily="18" charset="0"/>
            </a:endParaRPr>
          </a:p>
          <a:p>
            <a:pPr marL="457200" lvl="1" indent="-457200">
              <a:lnSpc>
                <a:spcPct val="150000"/>
              </a:lnSpc>
              <a:spcBef>
                <a:spcPts val="1000"/>
              </a:spcBef>
              <a:buClr>
                <a:srgbClr val="0000FF"/>
              </a:buClr>
              <a:buFont typeface="Wingdings" panose="05000000000000000000" pitchFamily="2" charset="2"/>
              <a:buChar char="n"/>
            </a:pPr>
            <a:endParaRPr lang="en-US" altLang="zh-CN"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endParaRPr>
          </a:p>
          <a:p>
            <a:pPr marL="0" lvl="1" indent="0">
              <a:lnSpc>
                <a:spcPct val="150000"/>
              </a:lnSpc>
              <a:spcBef>
                <a:spcPts val="1000"/>
              </a:spcBef>
              <a:buClr>
                <a:srgbClr val="0000FF"/>
              </a:buClr>
              <a:buNone/>
            </a:pPr>
            <a:endParaRPr lang="zh-CN" altLang="en-US" b="1" dirty="0">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5" name="标题 1"/>
          <p:cNvSpPr txBox="1"/>
          <p:nvPr/>
        </p:nvSpPr>
        <p:spPr>
          <a:xfrm>
            <a:off x="240665" y="33655"/>
            <a:ext cx="10800080" cy="108140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eaLnBrk="1" hangingPunct="1"/>
            <a:r>
              <a:rPr lang="en-US" altLang="zh-CN" sz="3900" b="1" dirty="0">
                <a:latin typeface="微软雅黑" panose="020B0503020204020204" pitchFamily="34" charset="-122"/>
                <a:ea typeface="微软雅黑" panose="020B0503020204020204" pitchFamily="34" charset="-122"/>
              </a:rPr>
              <a:t>4.5.1 </a:t>
            </a:r>
            <a:r>
              <a:rPr lang="zh-CN" altLang="en-US" sz="3900" b="1" dirty="0">
                <a:latin typeface="微软雅黑" panose="020B0503020204020204" pitchFamily="34" charset="-122"/>
                <a:ea typeface="微软雅黑" panose="020B0503020204020204" pitchFamily="34" charset="-122"/>
              </a:rPr>
              <a:t>分页存储管理的基本方法</a:t>
            </a:r>
            <a:endParaRPr lang="zh-CN" altLang="en-US" sz="3900" b="1" dirty="0">
              <a:latin typeface="微软雅黑" panose="020B0503020204020204" pitchFamily="34" charset="-122"/>
              <a:ea typeface="微软雅黑" panose="020B0503020204020204" pitchFamily="34" charset="-122"/>
            </a:endParaRPr>
          </a:p>
        </p:txBody>
      </p:sp>
      <p:pic>
        <p:nvPicPr>
          <p:cNvPr id="3" name="图片 2"/>
          <p:cNvPicPr>
            <a:picLocks noChangeAspect="1"/>
          </p:cNvPicPr>
          <p:nvPr/>
        </p:nvPicPr>
        <p:blipFill rotWithShape="1">
          <a:blip r:embed="rId1"/>
          <a:srcRect l="20932" t="16600" r="19637" b="69022"/>
          <a:stretch>
            <a:fillRect/>
          </a:stretch>
        </p:blipFill>
        <p:spPr>
          <a:xfrm>
            <a:off x="1741170" y="3529330"/>
            <a:ext cx="8785225" cy="1416685"/>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8" name="Rectangle 3"/>
          <p:cNvSpPr>
            <a:spLocks noGrp="1"/>
          </p:cNvSpPr>
          <p:nvPr>
            <p:ph idx="1"/>
          </p:nvPr>
        </p:nvSpPr>
        <p:spPr>
          <a:xfrm>
            <a:off x="609600" y="959485"/>
            <a:ext cx="10714355" cy="5898515"/>
          </a:xfrm>
        </p:spPr>
        <p:txBody>
          <a:bodyPr vert="horz" wrap="square" lIns="91440" tIns="45720" rIns="91440" bIns="45720" anchor="t" anchorCtr="0">
            <a:normAutofit/>
          </a:bodyPr>
          <a:lstStyle/>
          <a:p>
            <a:pPr marL="457200" lvl="1" indent="-457200">
              <a:lnSpc>
                <a:spcPct val="150000"/>
              </a:lnSpc>
              <a:spcBef>
                <a:spcPts val="1000"/>
              </a:spcBef>
              <a:buClr>
                <a:srgbClr val="0000FF"/>
              </a:buClr>
              <a:buFont typeface="Wingdings" panose="05000000000000000000" pitchFamily="2" charset="2"/>
              <a:buChar char="n"/>
            </a:pPr>
            <a:r>
              <a:rPr lang="zh-CN" altLang="en-US"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页地址映射</a:t>
            </a:r>
            <a:endParaRPr lang="en-US" altLang="zh-CN" b="1" dirty="0">
              <a:latin typeface="Times New Roman" panose="02020503050405090304" pitchFamily="18" charset="0"/>
              <a:ea typeface="微软雅黑" panose="020B0503020204020204" pitchFamily="34" charset="-122"/>
              <a:cs typeface="Times New Roman" panose="02020503050405090304" pitchFamily="18" charset="0"/>
            </a:endParaRPr>
          </a:p>
          <a:p>
            <a:pPr marL="914400" lvl="2" indent="-457200">
              <a:lnSpc>
                <a:spcPct val="150000"/>
              </a:lnSpc>
              <a:spcBef>
                <a:spcPts val="1000"/>
              </a:spcBef>
              <a:buClr>
                <a:srgbClr val="0000FF"/>
              </a:buClr>
              <a:buFont typeface="Wingdings" panose="05000000000000000000" pitchFamily="2" charset="2"/>
              <a:buChar char="Ø"/>
            </a:pP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逻辑地址</a:t>
            </a:r>
            <a:r>
              <a:rPr lang="en-US" altLang="zh-CN" b="1" dirty="0">
                <a:latin typeface="Times New Roman" panose="02020503050405090304" pitchFamily="18" charset="0"/>
                <a:ea typeface="微软雅黑" panose="020B0503020204020204" pitchFamily="34" charset="-122"/>
                <a:cs typeface="Times New Roman" panose="02020503050405090304" pitchFamily="18" charset="0"/>
              </a:rPr>
              <a:t>A</a:t>
            </a: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；页大小</a:t>
            </a:r>
            <a:r>
              <a:rPr lang="en-US" altLang="zh-CN" b="1" dirty="0">
                <a:latin typeface="Times New Roman" panose="02020503050405090304" pitchFamily="18" charset="0"/>
                <a:ea typeface="微软雅黑" panose="020B0503020204020204" pitchFamily="34" charset="-122"/>
                <a:cs typeface="Times New Roman" panose="02020503050405090304" pitchFamily="18" charset="0"/>
              </a:rPr>
              <a:t>L</a:t>
            </a: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；页号：</a:t>
            </a:r>
            <a:r>
              <a:rPr lang="en-US" altLang="zh-CN" b="1" dirty="0">
                <a:latin typeface="Times New Roman" panose="02020503050405090304" pitchFamily="18" charset="0"/>
                <a:ea typeface="微软雅黑" panose="020B0503020204020204" pitchFamily="34" charset="-122"/>
                <a:cs typeface="Times New Roman" panose="02020503050405090304" pitchFamily="18" charset="0"/>
              </a:rPr>
              <a:t>P</a:t>
            </a: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a:t>
            </a:r>
            <a:r>
              <a:rPr lang="en-US" altLang="zh-CN" b="1" dirty="0">
                <a:latin typeface="Times New Roman" panose="02020503050405090304" pitchFamily="18" charset="0"/>
                <a:ea typeface="微软雅黑" panose="020B0503020204020204" pitchFamily="34" charset="-122"/>
                <a:cs typeface="Times New Roman" panose="02020503050405090304" pitchFamily="18" charset="0"/>
              </a:rPr>
              <a:t>INT</a:t>
            </a: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a:t>
            </a:r>
            <a:r>
              <a:rPr lang="en-US" altLang="zh-CN" b="1" dirty="0">
                <a:latin typeface="Times New Roman" panose="02020503050405090304" pitchFamily="18" charset="0"/>
                <a:ea typeface="微软雅黑" panose="020B0503020204020204" pitchFamily="34" charset="-122"/>
                <a:cs typeface="Times New Roman" panose="02020503050405090304" pitchFamily="18" charset="0"/>
              </a:rPr>
              <a:t>A/L</a:t>
            </a: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）页内地址：</a:t>
            </a:r>
            <a:r>
              <a:rPr lang="en-US" altLang="zh-CN" b="1" dirty="0">
                <a:latin typeface="Times New Roman" panose="02020503050405090304" pitchFamily="18" charset="0"/>
                <a:ea typeface="微软雅黑" panose="020B0503020204020204" pitchFamily="34" charset="-122"/>
                <a:cs typeface="Times New Roman" panose="02020503050405090304" pitchFamily="18" charset="0"/>
              </a:rPr>
              <a:t>d</a:t>
            </a: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a:t>
            </a:r>
            <a:r>
              <a:rPr lang="en-US" altLang="zh-CN" b="1" dirty="0">
                <a:latin typeface="Times New Roman" panose="02020503050405090304" pitchFamily="18" charset="0"/>
                <a:ea typeface="微软雅黑" panose="020B0503020204020204" pitchFamily="34" charset="-122"/>
                <a:cs typeface="Times New Roman" panose="02020503050405090304" pitchFamily="18" charset="0"/>
              </a:rPr>
              <a:t>A mod L</a:t>
            </a:r>
            <a:endParaRPr lang="en-US" altLang="zh-CN" b="1" dirty="0">
              <a:latin typeface="Times New Roman" panose="02020503050405090304" pitchFamily="18" charset="0"/>
              <a:ea typeface="微软雅黑" panose="020B0503020204020204" pitchFamily="34" charset="-122"/>
              <a:cs typeface="Times New Roman" panose="02020503050405090304" pitchFamily="18" charset="0"/>
            </a:endParaRPr>
          </a:p>
          <a:p>
            <a:pPr marL="1257300" lvl="3" indent="-342900">
              <a:lnSpc>
                <a:spcPct val="150000"/>
              </a:lnSpc>
              <a:spcBef>
                <a:spcPts val="1000"/>
              </a:spcBef>
              <a:buClr>
                <a:srgbClr val="0000FF"/>
              </a:buClr>
              <a:buFont typeface="Arial" panose="020B0604020202090204" pitchFamily="34" charset="0"/>
              <a:buChar char="•"/>
            </a:pPr>
            <a:r>
              <a:rPr lang="en-US" altLang="zh-CN"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A=28024</a:t>
            </a:r>
            <a:r>
              <a:rPr lang="zh-CN" altLang="en-US"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a:t>
            </a:r>
            <a:r>
              <a:rPr lang="en-US" altLang="zh-CN"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L=4KB=4*1024=4096</a:t>
            </a:r>
            <a:r>
              <a:rPr lang="zh-CN" altLang="en-US"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a:t>
            </a:r>
            <a:r>
              <a:rPr lang="en-US" altLang="zh-CN"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sym typeface="+mn-ea"/>
              </a:rPr>
              <a:t>28024/4096=6...3448</a:t>
            </a:r>
            <a:r>
              <a:rPr lang="zh-CN" altLang="en-US"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sym typeface="+mn-ea"/>
              </a:rPr>
              <a:t>，</a:t>
            </a:r>
            <a:r>
              <a:rPr lang="en-US" altLang="zh-CN"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sym typeface="+mn-ea"/>
              </a:rPr>
              <a:t>P</a:t>
            </a:r>
            <a:r>
              <a:rPr lang="zh-CN" altLang="en-US"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sym typeface="+mn-ea"/>
              </a:rPr>
              <a:t>＝</a:t>
            </a:r>
            <a:r>
              <a:rPr lang="en-US" altLang="zh-CN"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sym typeface="+mn-ea"/>
              </a:rPr>
              <a:t>6</a:t>
            </a:r>
            <a:r>
              <a:rPr lang="zh-CN" altLang="en-US"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sym typeface="+mn-ea"/>
              </a:rPr>
              <a:t>，</a:t>
            </a:r>
            <a:r>
              <a:rPr lang="en-US" altLang="zh-CN"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sym typeface="+mn-ea"/>
              </a:rPr>
              <a:t>d=3448.</a:t>
            </a:r>
            <a:endParaRPr lang="en-US" altLang="zh-CN"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endParaRPr>
          </a:p>
          <a:p>
            <a:pPr marL="914400" lvl="2" indent="-457200">
              <a:lnSpc>
                <a:spcPct val="150000"/>
              </a:lnSpc>
              <a:spcBef>
                <a:spcPts val="1000"/>
              </a:spcBef>
              <a:buClr>
                <a:srgbClr val="0000FF"/>
              </a:buClr>
              <a:buFont typeface="Wingdings" panose="05000000000000000000" pitchFamily="2" charset="2"/>
              <a:buChar char="Ø"/>
            </a:pPr>
            <a:r>
              <a:rPr lang="en-US" altLang="zh-CN" b="1" dirty="0">
                <a:latin typeface="Times New Roman" panose="02020503050405090304" pitchFamily="18" charset="0"/>
                <a:ea typeface="微软雅黑" panose="020B0503020204020204" pitchFamily="34" charset="-122"/>
                <a:cs typeface="Times New Roman" panose="02020503050405090304" pitchFamily="18" charset="0"/>
              </a:rPr>
              <a:t>28024</a:t>
            </a: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的二进制用</a:t>
            </a:r>
            <a:r>
              <a:rPr lang="en-US" altLang="zh-CN" b="1" dirty="0">
                <a:latin typeface="Times New Roman" panose="02020503050405090304" pitchFamily="18" charset="0"/>
                <a:ea typeface="微软雅黑" panose="020B0503020204020204" pitchFamily="34" charset="-122"/>
                <a:cs typeface="Times New Roman" panose="02020503050405090304" pitchFamily="18" charset="0"/>
              </a:rPr>
              <a:t>32</a:t>
            </a: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位表示为：</a:t>
            </a:r>
            <a:r>
              <a:rPr lang="en-US" altLang="zh-CN" sz="1800"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0000 0000 0000 0000 0110 1101 0111 1000</a:t>
            </a: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；页面大小为</a:t>
            </a:r>
            <a:r>
              <a:rPr lang="en-US" altLang="zh-CN" b="1" dirty="0">
                <a:latin typeface="Times New Roman" panose="02020503050405090304" pitchFamily="18" charset="0"/>
                <a:ea typeface="微软雅黑" panose="020B0503020204020204" pitchFamily="34" charset="-122"/>
                <a:cs typeface="Times New Roman" panose="02020503050405090304" pitchFamily="18" charset="0"/>
              </a:rPr>
              <a:t>4KB</a:t>
            </a: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，则取低</a:t>
            </a:r>
            <a:r>
              <a:rPr lang="en-US" altLang="zh-CN" b="1" dirty="0">
                <a:latin typeface="Times New Roman" panose="02020503050405090304" pitchFamily="18" charset="0"/>
                <a:ea typeface="微软雅黑" panose="020B0503020204020204" pitchFamily="34" charset="-122"/>
                <a:cs typeface="Times New Roman" panose="02020503050405090304" pitchFamily="18" charset="0"/>
              </a:rPr>
              <a:t>12</a:t>
            </a: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位为页内地址，剩余高位是页号。</a:t>
            </a:r>
            <a:endParaRPr lang="zh-CN" altLang="en-US" b="1" dirty="0">
              <a:latin typeface="Times New Roman" panose="02020503050405090304" pitchFamily="18" charset="0"/>
              <a:ea typeface="微软雅黑" panose="020B0503020204020204" pitchFamily="34" charset="-122"/>
              <a:cs typeface="Times New Roman" panose="02020503050405090304" pitchFamily="18" charset="0"/>
            </a:endParaRPr>
          </a:p>
          <a:p>
            <a:pPr marL="914400" lvl="2" indent="-457200">
              <a:lnSpc>
                <a:spcPct val="150000"/>
              </a:lnSpc>
              <a:spcBef>
                <a:spcPts val="1000"/>
              </a:spcBef>
              <a:buClr>
                <a:srgbClr val="0000FF"/>
              </a:buClr>
              <a:buFont typeface="Wingdings" panose="05000000000000000000" pitchFamily="2" charset="2"/>
              <a:buChar char="Ø"/>
            </a:pPr>
            <a:endParaRPr lang="en-US" altLang="zh-CN" b="1" dirty="0">
              <a:latin typeface="Times New Roman" panose="02020503050405090304" pitchFamily="18" charset="0"/>
              <a:ea typeface="微软雅黑" panose="020B0503020204020204" pitchFamily="34" charset="-122"/>
              <a:cs typeface="Times New Roman" panose="02020503050405090304" pitchFamily="18" charset="0"/>
            </a:endParaRPr>
          </a:p>
          <a:p>
            <a:pPr marL="457200" lvl="1" indent="-457200">
              <a:lnSpc>
                <a:spcPct val="150000"/>
              </a:lnSpc>
              <a:spcBef>
                <a:spcPts val="1000"/>
              </a:spcBef>
              <a:buClr>
                <a:srgbClr val="0000FF"/>
              </a:buClr>
              <a:buFont typeface="Wingdings" panose="05000000000000000000" pitchFamily="2" charset="2"/>
              <a:buChar char="n"/>
            </a:pPr>
            <a:endParaRPr lang="en-US" altLang="zh-CN"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endParaRPr>
          </a:p>
          <a:p>
            <a:pPr marL="0" lvl="1" indent="0">
              <a:lnSpc>
                <a:spcPct val="150000"/>
              </a:lnSpc>
              <a:spcBef>
                <a:spcPts val="1000"/>
              </a:spcBef>
              <a:buClr>
                <a:srgbClr val="0000FF"/>
              </a:buClr>
              <a:buNone/>
            </a:pPr>
            <a:endParaRPr lang="zh-CN" altLang="en-US" b="1" dirty="0">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5" name="标题 1"/>
          <p:cNvSpPr txBox="1"/>
          <p:nvPr/>
        </p:nvSpPr>
        <p:spPr>
          <a:xfrm>
            <a:off x="262890" y="33655"/>
            <a:ext cx="10777855" cy="108140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eaLnBrk="1" hangingPunct="1"/>
            <a:r>
              <a:rPr lang="en-US" altLang="zh-CN" sz="3900" b="1" dirty="0">
                <a:latin typeface="微软雅黑" panose="020B0503020204020204" pitchFamily="34" charset="-122"/>
                <a:ea typeface="微软雅黑" panose="020B0503020204020204" pitchFamily="34" charset="-122"/>
              </a:rPr>
              <a:t>4.5.1 </a:t>
            </a:r>
            <a:r>
              <a:rPr lang="zh-CN" altLang="en-US" sz="3900" b="1" dirty="0">
                <a:latin typeface="微软雅黑" panose="020B0503020204020204" pitchFamily="34" charset="-122"/>
                <a:ea typeface="微软雅黑" panose="020B0503020204020204" pitchFamily="34" charset="-122"/>
              </a:rPr>
              <a:t>分页存储管理的基本方法</a:t>
            </a:r>
            <a:endParaRPr lang="zh-CN" altLang="en-US" sz="3900" b="1" dirty="0">
              <a:latin typeface="微软雅黑" panose="020B0503020204020204" pitchFamily="34" charset="-122"/>
              <a:ea typeface="微软雅黑" panose="020B0503020204020204" pitchFamily="34" charset="-122"/>
            </a:endParaRPr>
          </a:p>
        </p:txBody>
      </p:sp>
      <p:graphicFrame>
        <p:nvGraphicFramePr>
          <p:cNvPr id="7" name="Object 2"/>
          <p:cNvGraphicFramePr>
            <a:graphicFrameLocks noChangeAspect="1"/>
          </p:cNvGraphicFramePr>
          <p:nvPr/>
        </p:nvGraphicFramePr>
        <p:xfrm>
          <a:off x="1635760" y="3819525"/>
          <a:ext cx="8662670" cy="2787650"/>
        </p:xfrm>
        <a:graphic>
          <a:graphicData uri="http://schemas.openxmlformats.org/presentationml/2006/ole">
            <mc:AlternateContent xmlns:mc="http://schemas.openxmlformats.org/markup-compatibility/2006">
              <mc:Choice xmlns:v="urn:schemas-microsoft-com:vml" Requires="v">
                <p:oleObj spid="_x0000_s22539" name="" r:id="rId1" imgW="2720340" imgH="959485" progId="Visio.Drawing.11">
                  <p:embed/>
                </p:oleObj>
              </mc:Choice>
              <mc:Fallback>
                <p:oleObj name="" r:id="rId1" imgW="2720340" imgH="959485" progId="Visio.Drawing.11">
                  <p:embed/>
                  <p:pic>
                    <p:nvPicPr>
                      <p:cNvPr id="0" name="Object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35760" y="3819525"/>
                        <a:ext cx="8662670" cy="2787650"/>
                      </a:xfrm>
                      <a:prstGeom prst="rect">
                        <a:avLst/>
                      </a:prstGeom>
                      <a:solidFill>
                        <a:srgbClr val="F0E0F4"/>
                      </a:solidFill>
                      <a:effec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up)">
                                      <p:cBhvr>
                                        <p:cTn id="7" dur="1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8" name="Rectangle 3"/>
          <p:cNvSpPr>
            <a:spLocks noGrp="1"/>
          </p:cNvSpPr>
          <p:nvPr>
            <p:ph idx="1"/>
          </p:nvPr>
        </p:nvSpPr>
        <p:spPr>
          <a:xfrm>
            <a:off x="455295" y="959485"/>
            <a:ext cx="11178540" cy="4537075"/>
          </a:xfrm>
        </p:spPr>
        <p:txBody>
          <a:bodyPr vert="horz" wrap="square" lIns="91440" tIns="45720" rIns="91440" bIns="45720" anchor="t" anchorCtr="0">
            <a:normAutofit/>
          </a:bodyPr>
          <a:lstStyle/>
          <a:p>
            <a:pPr marL="457200" lvl="1" indent="-457200">
              <a:lnSpc>
                <a:spcPct val="150000"/>
              </a:lnSpc>
              <a:spcBef>
                <a:spcPts val="1000"/>
              </a:spcBef>
              <a:buClr>
                <a:srgbClr val="0000FF"/>
              </a:buClr>
              <a:buFont typeface="Wingdings" panose="05000000000000000000" pitchFamily="2" charset="2"/>
              <a:buChar char="n"/>
            </a:pPr>
            <a:r>
              <a:rPr lang="zh-CN" altLang="en-US"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页表</a:t>
            </a:r>
            <a:endParaRPr lang="en-US" altLang="zh-CN" b="1" dirty="0">
              <a:latin typeface="Times New Roman" panose="02020503050405090304" pitchFamily="18" charset="0"/>
              <a:ea typeface="微软雅黑" panose="020B0503020204020204" pitchFamily="34" charset="-122"/>
              <a:cs typeface="Times New Roman" panose="02020503050405090304" pitchFamily="18" charset="0"/>
            </a:endParaRPr>
          </a:p>
          <a:p>
            <a:pPr marL="914400" lvl="2" indent="-457200">
              <a:lnSpc>
                <a:spcPct val="150000"/>
              </a:lnSpc>
              <a:spcBef>
                <a:spcPts val="1000"/>
              </a:spcBef>
              <a:buClr>
                <a:srgbClr val="0000FF"/>
              </a:buClr>
              <a:buFont typeface="Wingdings" panose="05000000000000000000" pitchFamily="2" charset="2"/>
              <a:buChar char="Ø"/>
            </a:pP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在分页系统中，允许将进程的各个页离散地存储在内存不同的物理块中，但系统应能保证进程的正确运行，即能在</a:t>
            </a:r>
            <a:r>
              <a:rPr lang="zh-CN" altLang="en-US"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内存中找到每个页面所对应的物理块</a:t>
            </a: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a:t>
            </a:r>
            <a:endParaRPr lang="en-US" altLang="zh-CN" b="1" dirty="0">
              <a:latin typeface="Times New Roman" panose="02020503050405090304" pitchFamily="18" charset="0"/>
              <a:ea typeface="微软雅黑" panose="020B0503020204020204" pitchFamily="34" charset="-122"/>
              <a:cs typeface="Times New Roman" panose="02020503050405090304" pitchFamily="18" charset="0"/>
            </a:endParaRPr>
          </a:p>
          <a:p>
            <a:pPr marL="914400" lvl="2" indent="-457200">
              <a:lnSpc>
                <a:spcPct val="150000"/>
              </a:lnSpc>
              <a:spcBef>
                <a:spcPts val="1000"/>
              </a:spcBef>
              <a:buClr>
                <a:srgbClr val="0000FF"/>
              </a:buClr>
              <a:buFont typeface="Wingdings" panose="05000000000000000000" pitchFamily="2" charset="2"/>
              <a:buChar char="Ø"/>
            </a:pP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系统为每个进程建立了一张</a:t>
            </a:r>
            <a:r>
              <a:rPr lang="zh-CN" altLang="en-US"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页面映像表</a:t>
            </a: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，简称</a:t>
            </a:r>
            <a:r>
              <a:rPr lang="zh-CN" altLang="en-US" sz="2100"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页表</a:t>
            </a: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。在进程地址空间内的所有页</a:t>
            </a:r>
            <a:r>
              <a:rPr lang="en-US" altLang="zh-CN" b="1" dirty="0">
                <a:latin typeface="Times New Roman" panose="02020503050405090304" pitchFamily="18" charset="0"/>
                <a:ea typeface="微软雅黑" panose="020B0503020204020204" pitchFamily="34" charset="-122"/>
                <a:cs typeface="Times New Roman" panose="02020503050405090304" pitchFamily="18" charset="0"/>
              </a:rPr>
              <a:t>(0</a:t>
            </a: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a:t>
            </a:r>
            <a:r>
              <a:rPr lang="en-US" altLang="zh-CN" b="1" dirty="0">
                <a:latin typeface="Times New Roman" panose="02020503050405090304" pitchFamily="18" charset="0"/>
                <a:ea typeface="微软雅黑" panose="020B0503020204020204" pitchFamily="34" charset="-122"/>
                <a:cs typeface="Times New Roman" panose="02020503050405090304" pitchFamily="18" charset="0"/>
              </a:rPr>
              <a:t>n)</a:t>
            </a: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，依次在页表中有一页表项，其中记录了相应页在内存中对应的</a:t>
            </a:r>
            <a:r>
              <a:rPr lang="zh-CN" altLang="en-US"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物理块号</a:t>
            </a:r>
            <a:endParaRPr lang="en-US" altLang="zh-CN" b="1" dirty="0">
              <a:latin typeface="Times New Roman" panose="02020503050405090304" pitchFamily="18" charset="0"/>
              <a:ea typeface="微软雅黑" panose="020B0503020204020204" pitchFamily="34" charset="-122"/>
              <a:cs typeface="Times New Roman" panose="02020503050405090304" pitchFamily="18" charset="0"/>
            </a:endParaRPr>
          </a:p>
          <a:p>
            <a:pPr marL="914400" lvl="2" indent="-457200">
              <a:lnSpc>
                <a:spcPct val="150000"/>
              </a:lnSpc>
              <a:spcBef>
                <a:spcPts val="1000"/>
              </a:spcBef>
              <a:buClr>
                <a:srgbClr val="0000FF"/>
              </a:buClr>
              <a:buFont typeface="Wingdings" panose="05000000000000000000" pitchFamily="2" charset="2"/>
              <a:buChar char="Ø"/>
            </a:pP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进程执行时，通过查找该表，即可找到每页在内存中的物理块号。</a:t>
            </a:r>
            <a:endParaRPr lang="en-US" altLang="zh-CN" b="1" dirty="0">
              <a:latin typeface="Times New Roman" panose="02020503050405090304" pitchFamily="18" charset="0"/>
              <a:ea typeface="微软雅黑" panose="020B0503020204020204" pitchFamily="34" charset="-122"/>
              <a:cs typeface="Times New Roman" panose="02020503050405090304" pitchFamily="18" charset="0"/>
            </a:endParaRPr>
          </a:p>
          <a:p>
            <a:pPr marL="914400" lvl="2" indent="-457200">
              <a:lnSpc>
                <a:spcPct val="150000"/>
              </a:lnSpc>
              <a:spcBef>
                <a:spcPts val="1000"/>
              </a:spcBef>
              <a:buClr>
                <a:srgbClr val="0000FF"/>
              </a:buClr>
              <a:buFont typeface="Wingdings" panose="05000000000000000000" pitchFamily="2" charset="2"/>
              <a:buChar char="Ø"/>
            </a:pP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页表的作用是实现从</a:t>
            </a:r>
            <a:r>
              <a:rPr lang="zh-CN" altLang="en-US" sz="2100"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页号到物理块号的地址映射</a:t>
            </a: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a:t>
            </a:r>
            <a:endParaRPr lang="zh-CN" altLang="en-US" b="1" dirty="0">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5" name="标题 1"/>
          <p:cNvSpPr txBox="1"/>
          <p:nvPr/>
        </p:nvSpPr>
        <p:spPr>
          <a:xfrm>
            <a:off x="143510" y="33655"/>
            <a:ext cx="10897235" cy="108140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eaLnBrk="1" hangingPunct="1"/>
            <a:r>
              <a:rPr lang="en-US" altLang="zh-CN" sz="3900" b="1" dirty="0">
                <a:latin typeface="微软雅黑" panose="020B0503020204020204" pitchFamily="34" charset="-122"/>
                <a:ea typeface="微软雅黑" panose="020B0503020204020204" pitchFamily="34" charset="-122"/>
              </a:rPr>
              <a:t>4.5.1 </a:t>
            </a:r>
            <a:r>
              <a:rPr lang="zh-CN" altLang="en-US" sz="3900" b="1" dirty="0">
                <a:latin typeface="微软雅黑" panose="020B0503020204020204" pitchFamily="34" charset="-122"/>
                <a:ea typeface="微软雅黑" panose="020B0503020204020204" pitchFamily="34" charset="-122"/>
              </a:rPr>
              <a:t>分页存储管理的基本方法</a:t>
            </a:r>
            <a:endParaRPr lang="zh-CN" altLang="en-US" sz="3900" b="1" dirty="0">
              <a:latin typeface="微软雅黑" panose="020B0503020204020204" pitchFamily="34" charset="-122"/>
              <a:ea typeface="微软雅黑" panose="020B0503020204020204" pitchFamily="34" charset="-122"/>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8" name="Rectangle 3"/>
          <p:cNvSpPr>
            <a:spLocks noGrp="1"/>
          </p:cNvSpPr>
          <p:nvPr>
            <p:ph idx="1"/>
          </p:nvPr>
        </p:nvSpPr>
        <p:spPr>
          <a:xfrm>
            <a:off x="567690" y="959485"/>
            <a:ext cx="10420350" cy="3207385"/>
          </a:xfrm>
        </p:spPr>
        <p:txBody>
          <a:bodyPr vert="horz" wrap="square" lIns="91440" tIns="45720" rIns="91440" bIns="45720" anchor="t" anchorCtr="0">
            <a:normAutofit/>
          </a:bodyPr>
          <a:lstStyle/>
          <a:p>
            <a:pPr marL="457200" lvl="1" indent="-457200">
              <a:lnSpc>
                <a:spcPct val="150000"/>
              </a:lnSpc>
              <a:spcBef>
                <a:spcPts val="1000"/>
              </a:spcBef>
              <a:buClr>
                <a:srgbClr val="0000FF"/>
              </a:buClr>
              <a:buFont typeface="Wingdings" panose="05000000000000000000" pitchFamily="2" charset="2"/>
              <a:buChar char="n"/>
            </a:pPr>
            <a:r>
              <a:rPr lang="zh-CN" altLang="en-US"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页表</a:t>
            </a:r>
            <a:endParaRPr lang="en-US" altLang="zh-CN" b="1" dirty="0">
              <a:latin typeface="Times New Roman" panose="02020503050405090304" pitchFamily="18" charset="0"/>
              <a:ea typeface="微软雅黑" panose="020B0503020204020204" pitchFamily="34" charset="-122"/>
              <a:cs typeface="Times New Roman" panose="02020503050405090304" pitchFamily="18" charset="0"/>
            </a:endParaRPr>
          </a:p>
          <a:p>
            <a:pPr marL="914400" lvl="2" indent="-457200">
              <a:lnSpc>
                <a:spcPct val="150000"/>
              </a:lnSpc>
              <a:spcBef>
                <a:spcPts val="1000"/>
              </a:spcBef>
              <a:buClr>
                <a:srgbClr val="0000FF"/>
              </a:buClr>
              <a:buFont typeface="Wingdings" panose="05000000000000000000" pitchFamily="2" charset="2"/>
              <a:buChar char="Ø"/>
            </a:pP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页表包含以下几个表项：</a:t>
            </a:r>
            <a:endParaRPr lang="zh-CN" altLang="en-US" b="1" dirty="0">
              <a:latin typeface="Times New Roman" panose="02020503050405090304" pitchFamily="18" charset="0"/>
              <a:ea typeface="微软雅黑" panose="020B0503020204020204" pitchFamily="34" charset="-122"/>
              <a:cs typeface="Times New Roman" panose="02020503050405090304" pitchFamily="18" charset="0"/>
            </a:endParaRPr>
          </a:p>
          <a:p>
            <a:pPr marL="1371600" lvl="3" indent="-457200">
              <a:lnSpc>
                <a:spcPct val="150000"/>
              </a:lnSpc>
              <a:spcBef>
                <a:spcPts val="1000"/>
              </a:spcBef>
              <a:buClr>
                <a:srgbClr val="0000FF"/>
              </a:buClr>
              <a:buFont typeface="Wingdings" panose="05000000000000000000" pitchFamily="2" charset="2"/>
              <a:buChar char="ü"/>
            </a:pP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页号：登记程序地址空间的页号</a:t>
            </a:r>
            <a:endPar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endParaRPr>
          </a:p>
          <a:p>
            <a:pPr marL="1371600" lvl="3" indent="-457200">
              <a:lnSpc>
                <a:spcPct val="150000"/>
              </a:lnSpc>
              <a:spcBef>
                <a:spcPts val="1000"/>
              </a:spcBef>
              <a:buClr>
                <a:srgbClr val="0000FF"/>
              </a:buClr>
              <a:buFont typeface="Wingdings" panose="05000000000000000000" pitchFamily="2" charset="2"/>
              <a:buChar char="ü"/>
            </a:pP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块号：登记相应的页所对应的内存块号</a:t>
            </a:r>
            <a:endPar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endParaRPr>
          </a:p>
          <a:p>
            <a:pPr marL="1371600" lvl="3" indent="-457200">
              <a:lnSpc>
                <a:spcPct val="150000"/>
              </a:lnSpc>
              <a:spcBef>
                <a:spcPts val="1000"/>
              </a:spcBef>
              <a:buClr>
                <a:srgbClr val="0000FF"/>
              </a:buClr>
              <a:buFont typeface="Wingdings" panose="05000000000000000000" pitchFamily="2" charset="2"/>
              <a:buChar char="ü"/>
            </a:pP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其它：登记与存储信息保护有关的信息</a:t>
            </a:r>
            <a:endPar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5" name="标题 1"/>
          <p:cNvSpPr txBox="1"/>
          <p:nvPr/>
        </p:nvSpPr>
        <p:spPr>
          <a:xfrm>
            <a:off x="149860" y="33655"/>
            <a:ext cx="10890885" cy="108140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eaLnBrk="1" hangingPunct="1"/>
            <a:r>
              <a:rPr lang="en-US" altLang="zh-CN" sz="3900" b="1" dirty="0">
                <a:latin typeface="微软雅黑" panose="020B0503020204020204" pitchFamily="34" charset="-122"/>
                <a:ea typeface="微软雅黑" panose="020B0503020204020204" pitchFamily="34" charset="-122"/>
              </a:rPr>
              <a:t>4.5.1 </a:t>
            </a:r>
            <a:r>
              <a:rPr lang="zh-CN" altLang="en-US" sz="3900" b="1" dirty="0">
                <a:latin typeface="微软雅黑" panose="020B0503020204020204" pitchFamily="34" charset="-122"/>
                <a:ea typeface="微软雅黑" panose="020B0503020204020204" pitchFamily="34" charset="-122"/>
              </a:rPr>
              <a:t>分页存储管理的基本方法</a:t>
            </a:r>
            <a:endParaRPr lang="zh-CN" altLang="en-US" sz="3900" b="1" dirty="0">
              <a:latin typeface="微软雅黑" panose="020B0503020204020204" pitchFamily="34" charset="-122"/>
              <a:ea typeface="微软雅黑" panose="020B0503020204020204" pitchFamily="34" charset="-122"/>
            </a:endParaRPr>
          </a:p>
        </p:txBody>
      </p:sp>
      <p:graphicFrame>
        <p:nvGraphicFramePr>
          <p:cNvPr id="6" name="Group 4"/>
          <p:cNvGraphicFramePr>
            <a:graphicFrameLocks noGrp="1"/>
          </p:cNvGraphicFramePr>
          <p:nvPr/>
        </p:nvGraphicFramePr>
        <p:xfrm>
          <a:off x="2877534" y="4166328"/>
          <a:ext cx="4952365" cy="2070100"/>
        </p:xfrm>
        <a:graphic>
          <a:graphicData uri="http://schemas.openxmlformats.org/drawingml/2006/table">
            <a:tbl>
              <a:tblPr/>
              <a:tblGrid>
                <a:gridCol w="1651000"/>
                <a:gridCol w="1650365"/>
                <a:gridCol w="1651000"/>
              </a:tblGrid>
              <a:tr h="517525">
                <a:tc>
                  <a:txBody>
                    <a:body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zh-CN" sz="2000" b="1" i="0" u="none" strike="noStrike" cap="none" normalizeH="0" baseline="0" dirty="0">
                          <a:ln>
                            <a:noFill/>
                          </a:ln>
                          <a:solidFill>
                            <a:schemeClr val="bg1"/>
                          </a:solidFill>
                          <a:effectLst/>
                          <a:latin typeface="微软雅黑" panose="020B0503020204020204" pitchFamily="34" charset="-122"/>
                          <a:ea typeface="微软雅黑" panose="020B0503020204020204" pitchFamily="34" charset="-122"/>
                          <a:cs typeface="Vani" pitchFamily="34" charset="0"/>
                        </a:rPr>
                        <a:t>页号</a:t>
                      </a:r>
                      <a:endParaRPr kumimoji="0" lang="zh-CN" sz="2000" b="1" i="0" u="none" strike="noStrike" cap="none" normalizeH="0" baseline="0" dirty="0">
                        <a:ln>
                          <a:noFill/>
                        </a:ln>
                        <a:solidFill>
                          <a:schemeClr val="bg1"/>
                        </a:solidFill>
                        <a:effectLst/>
                        <a:latin typeface="微软雅黑" panose="020B0503020204020204" pitchFamily="34" charset="-122"/>
                        <a:ea typeface="微软雅黑" panose="020B0503020204020204" pitchFamily="34" charset="-122"/>
                        <a:cs typeface="Vani" pitchFamily="34" charset="0"/>
                      </a:endParaRP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4F9E"/>
                    </a:solidFill>
                  </a:tcPr>
                </a:tc>
                <a:tc>
                  <a:txBody>
                    <a:body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zh-CN" sz="2000" b="1" i="0" u="none" strike="noStrike" cap="none" normalizeH="0" baseline="0" dirty="0">
                          <a:ln>
                            <a:noFill/>
                          </a:ln>
                          <a:solidFill>
                            <a:schemeClr val="bg1"/>
                          </a:solidFill>
                          <a:effectLst/>
                          <a:latin typeface="微软雅黑" panose="020B0503020204020204" pitchFamily="34" charset="-122"/>
                          <a:ea typeface="微软雅黑" panose="020B0503020204020204" pitchFamily="34" charset="-122"/>
                          <a:cs typeface="Vani" pitchFamily="34" charset="0"/>
                        </a:rPr>
                        <a:t>块号</a:t>
                      </a:r>
                      <a:endParaRPr kumimoji="0" lang="zh-CN" sz="2000" b="1" i="0" u="none" strike="noStrike" cap="none" normalizeH="0" baseline="0" dirty="0">
                        <a:ln>
                          <a:noFill/>
                        </a:ln>
                        <a:solidFill>
                          <a:schemeClr val="bg1"/>
                        </a:solidFill>
                        <a:effectLst/>
                        <a:latin typeface="微软雅黑" panose="020B0503020204020204" pitchFamily="34" charset="-122"/>
                        <a:ea typeface="微软雅黑" panose="020B0503020204020204" pitchFamily="34" charset="-122"/>
                        <a:cs typeface="Vani"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4F9E"/>
                    </a:solidFill>
                  </a:tcPr>
                </a:tc>
                <a:tc>
                  <a:txBody>
                    <a:body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zh-CN" sz="2000" b="1" i="0" u="none" strike="noStrike" cap="none" normalizeH="0" baseline="0" dirty="0">
                          <a:ln>
                            <a:noFill/>
                          </a:ln>
                          <a:solidFill>
                            <a:schemeClr val="bg1"/>
                          </a:solidFill>
                          <a:effectLst/>
                          <a:latin typeface="微软雅黑" panose="020B0503020204020204" pitchFamily="34" charset="-122"/>
                          <a:ea typeface="微软雅黑" panose="020B0503020204020204" pitchFamily="34" charset="-122"/>
                          <a:cs typeface="Vani" pitchFamily="34" charset="0"/>
                        </a:rPr>
                        <a:t>其它</a:t>
                      </a:r>
                      <a:endParaRPr kumimoji="0" lang="zh-CN" sz="2000" b="1" i="0" u="none" strike="noStrike" cap="none" normalizeH="0" baseline="0" dirty="0">
                        <a:ln>
                          <a:noFill/>
                        </a:ln>
                        <a:solidFill>
                          <a:schemeClr val="bg1"/>
                        </a:solidFill>
                        <a:effectLst/>
                        <a:latin typeface="微软雅黑" panose="020B0503020204020204" pitchFamily="34" charset="-122"/>
                        <a:ea typeface="微软雅黑" panose="020B0503020204020204" pitchFamily="34" charset="-122"/>
                        <a:cs typeface="Vani" pitchFamily="34" charset="0"/>
                      </a:endParaRP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4F9E"/>
                    </a:solidFill>
                  </a:tcPr>
                </a:tc>
              </a:tr>
              <a:tr h="517525">
                <a:tc>
                  <a:txBody>
                    <a:body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zh-CN" sz="2000" b="1" i="0" u="none" strike="noStrike" cap="none" normalizeH="0" baseline="0">
                          <a:ln>
                            <a:noFill/>
                          </a:ln>
                          <a:solidFill>
                            <a:srgbClr val="000066"/>
                          </a:solidFill>
                          <a:effectLst/>
                          <a:latin typeface="微软雅黑" panose="020B0503020204020204" pitchFamily="34" charset="-122"/>
                          <a:ea typeface="微软雅黑" panose="020B0503020204020204" pitchFamily="34" charset="-122"/>
                          <a:cs typeface="Vani" pitchFamily="34" charset="0"/>
                        </a:rPr>
                        <a:t>0</a:t>
                      </a:r>
                      <a:endParaRPr kumimoji="0" lang="zh-CN" sz="2000" b="1" i="0" u="none" strike="noStrike" cap="none" normalizeH="0" baseline="0">
                        <a:ln>
                          <a:noFill/>
                        </a:ln>
                        <a:solidFill>
                          <a:srgbClr val="000066"/>
                        </a:solidFill>
                        <a:effectLst/>
                        <a:latin typeface="微软雅黑" panose="020B0503020204020204" pitchFamily="34" charset="-122"/>
                        <a:ea typeface="微软雅黑" panose="020B0503020204020204" pitchFamily="34" charset="-122"/>
                        <a:cs typeface="Vani" pitchFamily="34" charset="0"/>
                      </a:endParaRP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zh-CN" sz="2000" b="1" i="0" u="none" strike="noStrike" cap="none" normalizeH="0" baseline="0">
                          <a:ln>
                            <a:noFill/>
                          </a:ln>
                          <a:solidFill>
                            <a:srgbClr val="000066"/>
                          </a:solidFill>
                          <a:effectLst/>
                          <a:latin typeface="微软雅黑" panose="020B0503020204020204" pitchFamily="34" charset="-122"/>
                          <a:ea typeface="微软雅黑" panose="020B0503020204020204" pitchFamily="34" charset="-122"/>
                          <a:cs typeface="Vani" pitchFamily="34" charset="0"/>
                        </a:rPr>
                        <a:t>5</a:t>
                      </a:r>
                      <a:endParaRPr kumimoji="0" lang="zh-CN" sz="2000" b="1" i="0" u="none" strike="noStrike" cap="none" normalizeH="0" baseline="0">
                        <a:ln>
                          <a:noFill/>
                        </a:ln>
                        <a:solidFill>
                          <a:srgbClr val="000066"/>
                        </a:solidFill>
                        <a:effectLst/>
                        <a:latin typeface="微软雅黑" panose="020B0503020204020204" pitchFamily="34" charset="-122"/>
                        <a:ea typeface="微软雅黑" panose="020B0503020204020204" pitchFamily="34" charset="-122"/>
                        <a:cs typeface="Vani"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zh-CN" sz="2000" b="1" i="0" u="none" strike="noStrike" cap="none" normalizeH="0" baseline="0" dirty="0">
                          <a:ln>
                            <a:noFill/>
                          </a:ln>
                          <a:solidFill>
                            <a:srgbClr val="000066"/>
                          </a:solidFill>
                          <a:effectLst/>
                          <a:latin typeface="微软雅黑" panose="020B0503020204020204" pitchFamily="34" charset="-122"/>
                          <a:ea typeface="微软雅黑" panose="020B0503020204020204" pitchFamily="34" charset="-122"/>
                          <a:cs typeface="Vani" pitchFamily="34" charset="0"/>
                        </a:rPr>
                        <a:t>…</a:t>
                      </a:r>
                      <a:endParaRPr kumimoji="0" lang="zh-CN" sz="2000" b="1" i="0" u="none" strike="noStrike" cap="none" normalizeH="0" baseline="0" dirty="0">
                        <a:ln>
                          <a:noFill/>
                        </a:ln>
                        <a:solidFill>
                          <a:srgbClr val="000066"/>
                        </a:solidFill>
                        <a:effectLst/>
                        <a:latin typeface="微软雅黑" panose="020B0503020204020204" pitchFamily="34" charset="-122"/>
                        <a:ea typeface="微软雅黑" panose="020B0503020204020204" pitchFamily="34" charset="-122"/>
                        <a:cs typeface="Vani" pitchFamily="34" charset="0"/>
                      </a:endParaRP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r>
              <a:tr h="517525">
                <a:tc>
                  <a:txBody>
                    <a:body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zh-CN" sz="2000" b="1" i="0" u="none" strike="noStrike" cap="none" normalizeH="0" baseline="0">
                          <a:ln>
                            <a:noFill/>
                          </a:ln>
                          <a:solidFill>
                            <a:srgbClr val="000066"/>
                          </a:solidFill>
                          <a:effectLst/>
                          <a:latin typeface="微软雅黑" panose="020B0503020204020204" pitchFamily="34" charset="-122"/>
                          <a:ea typeface="微软雅黑" panose="020B0503020204020204" pitchFamily="34" charset="-122"/>
                          <a:cs typeface="Vani" pitchFamily="34" charset="0"/>
                        </a:rPr>
                        <a:t>1</a:t>
                      </a:r>
                      <a:endParaRPr kumimoji="0" lang="zh-CN" sz="2000" b="1" i="0" u="none" strike="noStrike" cap="none" normalizeH="0" baseline="0">
                        <a:ln>
                          <a:noFill/>
                        </a:ln>
                        <a:solidFill>
                          <a:srgbClr val="000066"/>
                        </a:solidFill>
                        <a:effectLst/>
                        <a:latin typeface="微软雅黑" panose="020B0503020204020204" pitchFamily="34" charset="-122"/>
                        <a:ea typeface="微软雅黑" panose="020B0503020204020204" pitchFamily="34" charset="-122"/>
                        <a:cs typeface="Vani" pitchFamily="34" charset="0"/>
                      </a:endParaRP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zh-CN" sz="2000" b="1" i="0" u="none" strike="noStrike" cap="none" normalizeH="0" baseline="0">
                          <a:ln>
                            <a:noFill/>
                          </a:ln>
                          <a:solidFill>
                            <a:srgbClr val="000066"/>
                          </a:solidFill>
                          <a:effectLst/>
                          <a:latin typeface="微软雅黑" panose="020B0503020204020204" pitchFamily="34" charset="-122"/>
                          <a:ea typeface="微软雅黑" panose="020B0503020204020204" pitchFamily="34" charset="-122"/>
                          <a:cs typeface="Vani" pitchFamily="34" charset="0"/>
                        </a:rPr>
                        <a:t>65</a:t>
                      </a:r>
                      <a:endParaRPr kumimoji="0" lang="zh-CN" sz="2000" b="1" i="0" u="none" strike="noStrike" cap="none" normalizeH="0" baseline="0">
                        <a:ln>
                          <a:noFill/>
                        </a:ln>
                        <a:solidFill>
                          <a:srgbClr val="000066"/>
                        </a:solidFill>
                        <a:effectLst/>
                        <a:latin typeface="微软雅黑" panose="020B0503020204020204" pitchFamily="34" charset="-122"/>
                        <a:ea typeface="微软雅黑" panose="020B0503020204020204" pitchFamily="34" charset="-122"/>
                        <a:cs typeface="Vani"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zh-CN" sz="2000" b="1" i="0" u="none" strike="noStrike" cap="none" normalizeH="0" baseline="0">
                          <a:ln>
                            <a:noFill/>
                          </a:ln>
                          <a:solidFill>
                            <a:srgbClr val="000066"/>
                          </a:solidFill>
                          <a:effectLst/>
                          <a:latin typeface="微软雅黑" panose="020B0503020204020204" pitchFamily="34" charset="-122"/>
                          <a:ea typeface="微软雅黑" panose="020B0503020204020204" pitchFamily="34" charset="-122"/>
                          <a:cs typeface="Vani" pitchFamily="34" charset="0"/>
                        </a:rPr>
                        <a:t>…</a:t>
                      </a:r>
                      <a:endParaRPr kumimoji="0" lang="zh-CN" sz="2000" b="1" i="0" u="none" strike="noStrike" cap="none" normalizeH="0" baseline="0">
                        <a:ln>
                          <a:noFill/>
                        </a:ln>
                        <a:solidFill>
                          <a:srgbClr val="000066"/>
                        </a:solidFill>
                        <a:effectLst/>
                        <a:latin typeface="微软雅黑" panose="020B0503020204020204" pitchFamily="34" charset="-122"/>
                        <a:ea typeface="微软雅黑" panose="020B0503020204020204" pitchFamily="34" charset="-122"/>
                        <a:cs typeface="Vani" pitchFamily="34" charset="0"/>
                      </a:endParaRP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r>
              <a:tr h="517525">
                <a:tc>
                  <a:txBody>
                    <a:body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zh-CN" sz="2000" b="1" i="0" u="none" strike="noStrike" cap="none" normalizeH="0" baseline="0">
                          <a:ln>
                            <a:noFill/>
                          </a:ln>
                          <a:solidFill>
                            <a:srgbClr val="000066"/>
                          </a:solidFill>
                          <a:effectLst/>
                          <a:latin typeface="微软雅黑" panose="020B0503020204020204" pitchFamily="34" charset="-122"/>
                          <a:ea typeface="微软雅黑" panose="020B0503020204020204" pitchFamily="34" charset="-122"/>
                          <a:cs typeface="Vani" pitchFamily="34" charset="0"/>
                        </a:rPr>
                        <a:t>2</a:t>
                      </a:r>
                      <a:endParaRPr kumimoji="0" lang="zh-CN" sz="2000" b="1" i="0" u="none" strike="noStrike" cap="none" normalizeH="0" baseline="0">
                        <a:ln>
                          <a:noFill/>
                        </a:ln>
                        <a:solidFill>
                          <a:srgbClr val="000066"/>
                        </a:solidFill>
                        <a:effectLst/>
                        <a:latin typeface="微软雅黑" panose="020B0503020204020204" pitchFamily="34" charset="-122"/>
                        <a:ea typeface="微软雅黑" panose="020B0503020204020204" pitchFamily="34" charset="-122"/>
                        <a:cs typeface="Vani" pitchFamily="34" charset="0"/>
                      </a:endParaRP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zh-CN" sz="2000" b="1" i="0" u="none" strike="noStrike" cap="none" normalizeH="0" baseline="0">
                          <a:ln>
                            <a:noFill/>
                          </a:ln>
                          <a:solidFill>
                            <a:srgbClr val="000066"/>
                          </a:solidFill>
                          <a:effectLst/>
                          <a:latin typeface="微软雅黑" panose="020B0503020204020204" pitchFamily="34" charset="-122"/>
                          <a:ea typeface="微软雅黑" panose="020B0503020204020204" pitchFamily="34" charset="-122"/>
                          <a:cs typeface="Vani" pitchFamily="34" charset="0"/>
                        </a:rPr>
                        <a:t>13</a:t>
                      </a:r>
                      <a:endParaRPr kumimoji="0" lang="zh-CN" sz="2000" b="1" i="0" u="none" strike="noStrike" cap="none" normalizeH="0" baseline="0">
                        <a:ln>
                          <a:noFill/>
                        </a:ln>
                        <a:solidFill>
                          <a:srgbClr val="000066"/>
                        </a:solidFill>
                        <a:effectLst/>
                        <a:latin typeface="微软雅黑" panose="020B0503020204020204" pitchFamily="34" charset="-122"/>
                        <a:ea typeface="微软雅黑" panose="020B0503020204020204" pitchFamily="34" charset="-122"/>
                        <a:cs typeface="Vani"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zh-CN" sz="2000" b="1" i="0" u="none" strike="noStrike" cap="none" normalizeH="0" baseline="0" dirty="0">
                          <a:ln>
                            <a:noFill/>
                          </a:ln>
                          <a:solidFill>
                            <a:srgbClr val="000066"/>
                          </a:solidFill>
                          <a:effectLst/>
                          <a:latin typeface="微软雅黑" panose="020B0503020204020204" pitchFamily="34" charset="-122"/>
                          <a:ea typeface="微软雅黑" panose="020B0503020204020204" pitchFamily="34" charset="-122"/>
                          <a:cs typeface="Vani" pitchFamily="34" charset="0"/>
                        </a:rPr>
                        <a:t>…</a:t>
                      </a:r>
                      <a:endParaRPr kumimoji="0" lang="zh-CN" sz="2000" b="1" i="0" u="none" strike="noStrike" cap="none" normalizeH="0" baseline="0" dirty="0">
                        <a:ln>
                          <a:noFill/>
                        </a:ln>
                        <a:solidFill>
                          <a:srgbClr val="000066"/>
                        </a:solidFill>
                        <a:effectLst/>
                        <a:latin typeface="微软雅黑" panose="020B0503020204020204" pitchFamily="34" charset="-122"/>
                        <a:ea typeface="微软雅黑" panose="020B0503020204020204" pitchFamily="34" charset="-122"/>
                        <a:cs typeface="Vani" pitchFamily="34" charset="0"/>
                      </a:endParaRP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CC"/>
                    </a:solidFill>
                  </a:tcPr>
                </a:tc>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dissolve">
                                      <p:cBhvr>
                                        <p:cTn id="7" dur="1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8" name="Rectangle 3"/>
          <p:cNvSpPr>
            <a:spLocks noGrp="1"/>
          </p:cNvSpPr>
          <p:nvPr>
            <p:ph idx="1"/>
          </p:nvPr>
        </p:nvSpPr>
        <p:spPr>
          <a:xfrm>
            <a:off x="455295" y="959485"/>
            <a:ext cx="10448290" cy="5898515"/>
          </a:xfrm>
        </p:spPr>
        <p:txBody>
          <a:bodyPr vert="horz" wrap="square" lIns="91440" tIns="45720" rIns="91440" bIns="45720" anchor="t" anchorCtr="0">
            <a:normAutofit/>
          </a:bodyPr>
          <a:lstStyle/>
          <a:p>
            <a:pPr marL="457200" lvl="1" indent="-457200">
              <a:lnSpc>
                <a:spcPct val="150000"/>
              </a:lnSpc>
              <a:spcBef>
                <a:spcPts val="1000"/>
              </a:spcBef>
              <a:buClr>
                <a:srgbClr val="0000FF"/>
              </a:buClr>
              <a:buFont typeface="Wingdings" panose="05000000000000000000" pitchFamily="2" charset="2"/>
              <a:buChar char="n"/>
            </a:pPr>
            <a:r>
              <a:rPr lang="zh-CN" altLang="en-US"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页表</a:t>
            </a:r>
            <a:endParaRPr lang="en-US" altLang="zh-CN" b="1" dirty="0">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5" name="标题 1"/>
          <p:cNvSpPr txBox="1"/>
          <p:nvPr/>
        </p:nvSpPr>
        <p:spPr>
          <a:xfrm>
            <a:off x="122555" y="33655"/>
            <a:ext cx="10918190" cy="108140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eaLnBrk="1" hangingPunct="1"/>
            <a:r>
              <a:rPr lang="en-US" altLang="zh-CN" sz="3900" b="1" dirty="0">
                <a:latin typeface="微软雅黑" panose="020B0503020204020204" pitchFamily="34" charset="-122"/>
                <a:ea typeface="微软雅黑" panose="020B0503020204020204" pitchFamily="34" charset="-122"/>
              </a:rPr>
              <a:t>4.5.1 </a:t>
            </a:r>
            <a:r>
              <a:rPr lang="zh-CN" altLang="en-US" sz="3900" b="1" dirty="0">
                <a:latin typeface="微软雅黑" panose="020B0503020204020204" pitchFamily="34" charset="-122"/>
                <a:ea typeface="微软雅黑" panose="020B0503020204020204" pitchFamily="34" charset="-122"/>
              </a:rPr>
              <a:t>分页存储管理的基本方法</a:t>
            </a:r>
            <a:endParaRPr lang="zh-CN" altLang="en-US" sz="3900" b="1" dirty="0">
              <a:latin typeface="微软雅黑" panose="020B0503020204020204" pitchFamily="34" charset="-122"/>
              <a:ea typeface="微软雅黑" panose="020B0503020204020204" pitchFamily="34" charset="-122"/>
            </a:endParaRPr>
          </a:p>
        </p:txBody>
      </p:sp>
      <p:graphicFrame>
        <p:nvGraphicFramePr>
          <p:cNvPr id="7" name="Group 3"/>
          <p:cNvGraphicFramePr/>
          <p:nvPr/>
        </p:nvGraphicFramePr>
        <p:xfrm>
          <a:off x="3078587" y="2501817"/>
          <a:ext cx="1000125" cy="3857626"/>
        </p:xfrm>
        <a:graphic>
          <a:graphicData uri="http://schemas.openxmlformats.org/drawingml/2006/table">
            <a:tbl>
              <a:tblPr/>
              <a:tblGrid>
                <a:gridCol w="1000125"/>
              </a:tblGrid>
              <a:tr h="455613">
                <a:tc>
                  <a:txBody>
                    <a:body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zh-CN" sz="2000" b="1" i="0" u="none" strike="noStrike" cap="none" normalizeH="0" baseline="0" dirty="0">
                          <a:ln>
                            <a:noFill/>
                          </a:ln>
                          <a:solidFill>
                            <a:srgbClr val="FF6600"/>
                          </a:solidFill>
                          <a:effectLst/>
                          <a:latin typeface="Verdana" panose="020B0804030504040204" pitchFamily="34" charset="0"/>
                          <a:ea typeface="楷体_GB2312" charset="-122"/>
                        </a:rPr>
                        <a:t>0页</a:t>
                      </a:r>
                      <a:endParaRPr kumimoji="0" lang="zh-CN" sz="2000" b="1" i="0" u="none" strike="noStrike" cap="none" normalizeH="0" baseline="0" dirty="0">
                        <a:ln>
                          <a:noFill/>
                        </a:ln>
                        <a:solidFill>
                          <a:srgbClr val="FF6600"/>
                        </a:solidFill>
                        <a:effectLst/>
                        <a:latin typeface="Verdana" panose="020B0804030504040204" pitchFamily="34" charset="0"/>
                        <a:ea typeface="楷体_GB2312" charset="-122"/>
                      </a:endParaRPr>
                    </a:p>
                  </a:txBody>
                  <a:tcPr horzOverflow="overflow">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lnTlToBr>
                      <a:noFill/>
                    </a:lnTlToBr>
                    <a:lnBlToTr>
                      <a:noFill/>
                    </a:lnBlToTr>
                    <a:noFill/>
                  </a:tcPr>
                </a:tc>
              </a:tr>
              <a:tr h="485775">
                <a:tc>
                  <a:txBody>
                    <a:body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zh-CN" sz="2000" b="1" i="0" u="none" strike="noStrike" cap="none" normalizeH="0" baseline="0">
                          <a:ln>
                            <a:noFill/>
                          </a:ln>
                          <a:solidFill>
                            <a:srgbClr val="FF6600"/>
                          </a:solidFill>
                          <a:effectLst/>
                          <a:latin typeface="Verdana" panose="020B0804030504040204" pitchFamily="34" charset="0"/>
                          <a:ea typeface="楷体_GB2312" charset="-122"/>
                        </a:rPr>
                        <a:t>1页</a:t>
                      </a:r>
                      <a:endParaRPr kumimoji="0" lang="zh-CN" sz="2000" b="1" i="0" u="none" strike="noStrike" cap="none" normalizeH="0" baseline="0">
                        <a:ln>
                          <a:noFill/>
                        </a:ln>
                        <a:solidFill>
                          <a:srgbClr val="FF6600"/>
                        </a:solidFill>
                        <a:effectLst/>
                        <a:latin typeface="Verdana" panose="020B0804030504040204" pitchFamily="34" charset="0"/>
                        <a:ea typeface="楷体_GB2312" charset="-122"/>
                      </a:endParaRPr>
                    </a:p>
                  </a:txBody>
                  <a:tcPr horzOverflow="overflow">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lnTlToBr>
                      <a:noFill/>
                    </a:lnTlToBr>
                    <a:lnBlToTr>
                      <a:noFill/>
                    </a:lnBlToTr>
                    <a:noFill/>
                  </a:tcPr>
                </a:tc>
              </a:tr>
              <a:tr h="485775">
                <a:tc>
                  <a:txBody>
                    <a:body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zh-CN" sz="2000" b="1" i="0" u="none" strike="noStrike" cap="none" normalizeH="0" baseline="0">
                          <a:ln>
                            <a:noFill/>
                          </a:ln>
                          <a:solidFill>
                            <a:srgbClr val="FF6600"/>
                          </a:solidFill>
                          <a:effectLst/>
                          <a:latin typeface="Verdana" panose="020B0804030504040204" pitchFamily="34" charset="0"/>
                          <a:ea typeface="楷体_GB2312" charset="-122"/>
                        </a:rPr>
                        <a:t>2页</a:t>
                      </a:r>
                      <a:endParaRPr kumimoji="0" lang="zh-CN" sz="2000" b="1" i="0" u="none" strike="noStrike" cap="none" normalizeH="0" baseline="0">
                        <a:ln>
                          <a:noFill/>
                        </a:ln>
                        <a:solidFill>
                          <a:srgbClr val="FF6600"/>
                        </a:solidFill>
                        <a:effectLst/>
                        <a:latin typeface="Verdana" panose="020B0804030504040204" pitchFamily="34" charset="0"/>
                        <a:ea typeface="楷体_GB2312" charset="-122"/>
                      </a:endParaRPr>
                    </a:p>
                  </a:txBody>
                  <a:tcPr horzOverflow="overflow">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lnTlToBr>
                      <a:noFill/>
                    </a:lnTlToBr>
                    <a:lnBlToTr>
                      <a:noFill/>
                    </a:lnBlToTr>
                    <a:noFill/>
                  </a:tcPr>
                </a:tc>
              </a:tr>
              <a:tr h="487363">
                <a:tc>
                  <a:txBody>
                    <a:body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zh-CN" sz="2000" b="1" i="0" u="none" strike="noStrike" cap="none" normalizeH="0" baseline="0">
                          <a:ln>
                            <a:noFill/>
                          </a:ln>
                          <a:solidFill>
                            <a:srgbClr val="FF6600"/>
                          </a:solidFill>
                          <a:effectLst/>
                          <a:latin typeface="Verdana" panose="020B0804030504040204" pitchFamily="34" charset="0"/>
                          <a:ea typeface="楷体_GB2312" charset="-122"/>
                        </a:rPr>
                        <a:t>3页</a:t>
                      </a:r>
                      <a:endParaRPr kumimoji="0" lang="zh-CN" sz="2000" b="1" i="0" u="none" strike="noStrike" cap="none" normalizeH="0" baseline="0">
                        <a:ln>
                          <a:noFill/>
                        </a:ln>
                        <a:solidFill>
                          <a:srgbClr val="FF6600"/>
                        </a:solidFill>
                        <a:effectLst/>
                        <a:latin typeface="Verdana" panose="020B0804030504040204" pitchFamily="34" charset="0"/>
                        <a:ea typeface="楷体_GB2312" charset="-122"/>
                      </a:endParaRPr>
                    </a:p>
                  </a:txBody>
                  <a:tcPr horzOverflow="overflow">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lnTlToBr>
                      <a:noFill/>
                    </a:lnTlToBr>
                    <a:lnBlToTr>
                      <a:noFill/>
                    </a:lnBlToTr>
                    <a:noFill/>
                  </a:tcPr>
                </a:tc>
              </a:tr>
              <a:tr h="485775">
                <a:tc>
                  <a:txBody>
                    <a:body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zh-CN" sz="2000" b="1" i="0" u="none" strike="noStrike" cap="none" normalizeH="0" baseline="0">
                          <a:ln>
                            <a:noFill/>
                          </a:ln>
                          <a:solidFill>
                            <a:srgbClr val="FF6600"/>
                          </a:solidFill>
                          <a:effectLst/>
                          <a:latin typeface="Verdana" panose="020B0804030504040204" pitchFamily="34" charset="0"/>
                          <a:ea typeface="楷体_GB2312" charset="-122"/>
                        </a:rPr>
                        <a:t>4页</a:t>
                      </a:r>
                      <a:endParaRPr kumimoji="0" lang="zh-CN" sz="2000" b="1" i="0" u="none" strike="noStrike" cap="none" normalizeH="0" baseline="0">
                        <a:ln>
                          <a:noFill/>
                        </a:ln>
                        <a:solidFill>
                          <a:srgbClr val="FF6600"/>
                        </a:solidFill>
                        <a:effectLst/>
                        <a:latin typeface="Verdana" panose="020B0804030504040204" pitchFamily="34" charset="0"/>
                        <a:ea typeface="楷体_GB2312" charset="-122"/>
                      </a:endParaRPr>
                    </a:p>
                  </a:txBody>
                  <a:tcPr horzOverflow="overflow">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lnTlToBr>
                      <a:noFill/>
                    </a:lnTlToBr>
                    <a:lnBlToTr>
                      <a:noFill/>
                    </a:lnBlToTr>
                    <a:noFill/>
                  </a:tcPr>
                </a:tc>
              </a:tr>
              <a:tr h="485775">
                <a:tc>
                  <a:txBody>
                    <a:body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zh-CN" sz="2000" b="1" i="0" u="none" strike="noStrike" cap="none" normalizeH="0" baseline="0">
                          <a:ln>
                            <a:noFill/>
                          </a:ln>
                          <a:solidFill>
                            <a:srgbClr val="FF6600"/>
                          </a:solidFill>
                          <a:effectLst/>
                          <a:latin typeface="Verdana" panose="020B0804030504040204" pitchFamily="34" charset="0"/>
                          <a:ea typeface="楷体_GB2312" charset="-122"/>
                        </a:rPr>
                        <a:t>5页</a:t>
                      </a:r>
                      <a:endParaRPr kumimoji="0" lang="zh-CN" sz="2000" b="1" i="0" u="none" strike="noStrike" cap="none" normalizeH="0" baseline="0">
                        <a:ln>
                          <a:noFill/>
                        </a:ln>
                        <a:solidFill>
                          <a:srgbClr val="FF6600"/>
                        </a:solidFill>
                        <a:effectLst/>
                        <a:latin typeface="Verdana" panose="020B0804030504040204" pitchFamily="34" charset="0"/>
                        <a:ea typeface="楷体_GB2312" charset="-122"/>
                      </a:endParaRPr>
                    </a:p>
                  </a:txBody>
                  <a:tcPr horzOverflow="overflow">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lnTlToBr>
                      <a:noFill/>
                    </a:lnTlToBr>
                    <a:lnBlToTr>
                      <a:noFill/>
                    </a:lnBlToTr>
                    <a:noFill/>
                  </a:tcPr>
                </a:tc>
              </a:tr>
              <a:tr h="485775">
                <a:tc>
                  <a:txBody>
                    <a:body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endParaRPr kumimoji="0" lang="zh-CN" sz="2000" b="1" i="0" u="none" strike="noStrike" cap="none" normalizeH="0" baseline="0">
                        <a:ln>
                          <a:noFill/>
                        </a:ln>
                        <a:solidFill>
                          <a:srgbClr val="FF6600"/>
                        </a:solidFill>
                        <a:effectLst/>
                        <a:latin typeface="Verdana" panose="020B0804030504040204" pitchFamily="34" charset="0"/>
                        <a:ea typeface="楷体_GB2312" charset="-122"/>
                      </a:endParaRPr>
                    </a:p>
                  </a:txBody>
                  <a:tcPr horzOverflow="overflow">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lnTlToBr>
                      <a:noFill/>
                    </a:lnTlToBr>
                    <a:lnBlToTr>
                      <a:noFill/>
                    </a:lnBlToTr>
                    <a:noFill/>
                  </a:tcPr>
                </a:tc>
              </a:tr>
              <a:tr h="485775">
                <a:tc>
                  <a:txBody>
                    <a:body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zh-CN" sz="2000" b="1" i="0" u="none" strike="noStrike" cap="none" normalizeH="0" baseline="0" dirty="0">
                          <a:ln>
                            <a:noFill/>
                          </a:ln>
                          <a:solidFill>
                            <a:srgbClr val="FF6600"/>
                          </a:solidFill>
                          <a:effectLst/>
                          <a:latin typeface="Verdana" panose="020B0804030504040204" pitchFamily="34" charset="0"/>
                          <a:ea typeface="楷体_GB2312" charset="-122"/>
                        </a:rPr>
                        <a:t>n页</a:t>
                      </a:r>
                      <a:endParaRPr kumimoji="0" lang="zh-CN" sz="2000" b="1" i="0" u="none" strike="noStrike" cap="none" normalizeH="0" baseline="0" dirty="0">
                        <a:ln>
                          <a:noFill/>
                        </a:ln>
                        <a:solidFill>
                          <a:srgbClr val="FF6600"/>
                        </a:solidFill>
                        <a:effectLst/>
                        <a:latin typeface="Verdana" panose="020B0804030504040204" pitchFamily="34" charset="0"/>
                        <a:ea typeface="楷体_GB2312" charset="-122"/>
                      </a:endParaRPr>
                    </a:p>
                  </a:txBody>
                  <a:tcPr horzOverflow="overflow">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lnTlToBr>
                      <a:noFill/>
                    </a:lnTlToBr>
                    <a:lnBlToTr>
                      <a:noFill/>
                    </a:lnBlToTr>
                    <a:noFill/>
                  </a:tcPr>
                </a:tc>
              </a:tr>
            </a:tbl>
          </a:graphicData>
        </a:graphic>
      </p:graphicFrame>
      <p:graphicFrame>
        <p:nvGraphicFramePr>
          <p:cNvPr id="8" name="Group 23"/>
          <p:cNvGraphicFramePr/>
          <p:nvPr/>
        </p:nvGraphicFramePr>
        <p:xfrm>
          <a:off x="4864537" y="3001883"/>
          <a:ext cx="1504950" cy="3270251"/>
        </p:xfrm>
        <a:graphic>
          <a:graphicData uri="http://schemas.openxmlformats.org/drawingml/2006/table">
            <a:tbl>
              <a:tblPr/>
              <a:tblGrid>
                <a:gridCol w="752475"/>
                <a:gridCol w="752475"/>
              </a:tblGrid>
              <a:tr h="463550">
                <a:tc>
                  <a:txBody>
                    <a:bodyPr/>
                    <a:lstStyle/>
                    <a:p>
                      <a:pPr marL="0" marR="0" lvl="0" indent="0" algn="ctr" defTabSz="914400" rtl="0" eaLnBrk="1" fontAlgn="base" latinLnBrk="1" hangingPunct="1">
                        <a:lnSpc>
                          <a:spcPct val="100000"/>
                        </a:lnSpc>
                        <a:spcBef>
                          <a:spcPts val="0"/>
                        </a:spcBef>
                        <a:spcAft>
                          <a:spcPct val="0"/>
                        </a:spcAft>
                        <a:buClr>
                          <a:srgbClr val="33CCFF"/>
                        </a:buClr>
                        <a:buSzTx/>
                        <a:buFont typeface="Wingdings" panose="05000000000000000000" pitchFamily="2" charset="2"/>
                        <a:buNone/>
                      </a:pPr>
                      <a:r>
                        <a:rPr kumimoji="0" lang="en-US" altLang="zh-CN" sz="2000" b="1" i="0" u="none" strike="noStrike" cap="none" normalizeH="0" baseline="0" dirty="0">
                          <a:ln>
                            <a:noFill/>
                          </a:ln>
                          <a:solidFill>
                            <a:srgbClr val="FF6600"/>
                          </a:solidFill>
                          <a:effectLst/>
                          <a:latin typeface="Vani" pitchFamily="34" charset="0"/>
                          <a:ea typeface="楷体_GB2312" charset="-122"/>
                          <a:cs typeface="Vani" pitchFamily="34" charset="0"/>
                        </a:rPr>
                        <a:t>0</a:t>
                      </a:r>
                      <a:endParaRPr kumimoji="0" lang="en-US" altLang="zh-CN" sz="2000" b="1" i="0" u="none" strike="noStrike" cap="none" normalizeH="0" baseline="0" dirty="0">
                        <a:ln>
                          <a:noFill/>
                        </a:ln>
                        <a:solidFill>
                          <a:srgbClr val="FF6600"/>
                        </a:solidFill>
                        <a:effectLst/>
                        <a:latin typeface="Vani" pitchFamily="34" charset="0"/>
                        <a:ea typeface="楷体_GB2312" charset="-122"/>
                        <a:cs typeface="Vani" pitchFamily="34" charset="0"/>
                      </a:endParaRPr>
                    </a:p>
                  </a:txBody>
                  <a:tcPr anchor="ctr" horzOverflow="overflow">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ts val="0"/>
                        </a:spcBef>
                        <a:spcAft>
                          <a:spcPct val="0"/>
                        </a:spcAft>
                        <a:buClr>
                          <a:srgbClr val="33CCFF"/>
                        </a:buClr>
                        <a:buSzTx/>
                        <a:buFont typeface="Wingdings" panose="05000000000000000000" pitchFamily="2" charset="2"/>
                        <a:buNone/>
                      </a:pPr>
                      <a:r>
                        <a:rPr kumimoji="0" lang="en-US" altLang="zh-CN" sz="2000" b="1" i="0" u="none" strike="noStrike" cap="none" normalizeH="0" baseline="0">
                          <a:ln>
                            <a:noFill/>
                          </a:ln>
                          <a:solidFill>
                            <a:srgbClr val="259325"/>
                          </a:solidFill>
                          <a:effectLst/>
                          <a:latin typeface="Vani" pitchFamily="34" charset="0"/>
                          <a:ea typeface="宋体" pitchFamily="2" charset="-122"/>
                          <a:cs typeface="Vani" pitchFamily="34" charset="0"/>
                        </a:rPr>
                        <a:t>2</a:t>
                      </a:r>
                      <a:endParaRPr kumimoji="0" lang="en-US" altLang="zh-CN" sz="2000" b="1" i="0" u="none" strike="noStrike" cap="none" normalizeH="0" baseline="0">
                        <a:ln>
                          <a:noFill/>
                        </a:ln>
                        <a:solidFill>
                          <a:srgbClr val="259325"/>
                        </a:solidFill>
                        <a:effectLst/>
                        <a:latin typeface="Vani" pitchFamily="34" charset="0"/>
                        <a:ea typeface="宋体" pitchFamily="2" charset="-122"/>
                        <a:cs typeface="Vani" pitchFamily="34" charset="0"/>
                      </a:endParaRPr>
                    </a:p>
                  </a:txBody>
                  <a:tcPr anchor="ctr" horzOverflow="overflow">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lnTlToBr>
                      <a:noFill/>
                    </a:lnTlToBr>
                    <a:lnBlToTr>
                      <a:noFill/>
                    </a:lnBlToTr>
                    <a:noFill/>
                  </a:tcPr>
                </a:tc>
              </a:tr>
              <a:tr h="463550">
                <a:tc>
                  <a:txBody>
                    <a:bodyPr/>
                    <a:lstStyle/>
                    <a:p>
                      <a:pPr marL="0" marR="0" lvl="0" indent="0" algn="ctr" defTabSz="914400" rtl="0" eaLnBrk="1" fontAlgn="base" latinLnBrk="1" hangingPunct="1">
                        <a:lnSpc>
                          <a:spcPct val="100000"/>
                        </a:lnSpc>
                        <a:spcBef>
                          <a:spcPts val="0"/>
                        </a:spcBef>
                        <a:spcAft>
                          <a:spcPct val="0"/>
                        </a:spcAft>
                        <a:buClr>
                          <a:srgbClr val="33CCFF"/>
                        </a:buClr>
                        <a:buSzTx/>
                        <a:buFont typeface="Wingdings" panose="05000000000000000000" pitchFamily="2" charset="2"/>
                        <a:buNone/>
                      </a:pPr>
                      <a:r>
                        <a:rPr kumimoji="0" lang="en-US" altLang="zh-CN" sz="2000" b="1" i="0" u="none" strike="noStrike" cap="none" normalizeH="0" baseline="0" dirty="0">
                          <a:ln>
                            <a:noFill/>
                          </a:ln>
                          <a:solidFill>
                            <a:srgbClr val="FF6600"/>
                          </a:solidFill>
                          <a:effectLst/>
                          <a:latin typeface="Vani" pitchFamily="34" charset="0"/>
                          <a:ea typeface="楷体_GB2312" charset="-122"/>
                          <a:cs typeface="Vani" pitchFamily="34" charset="0"/>
                        </a:rPr>
                        <a:t>1</a:t>
                      </a:r>
                      <a:endParaRPr kumimoji="0" lang="en-US" altLang="zh-CN" sz="2000" b="1" i="0" u="none" strike="noStrike" cap="none" normalizeH="0" baseline="0" dirty="0">
                        <a:ln>
                          <a:noFill/>
                        </a:ln>
                        <a:solidFill>
                          <a:srgbClr val="FF6600"/>
                        </a:solidFill>
                        <a:effectLst/>
                        <a:latin typeface="Vani" pitchFamily="34" charset="0"/>
                        <a:ea typeface="楷体_GB2312" charset="-122"/>
                        <a:cs typeface="Vani" pitchFamily="34" charset="0"/>
                      </a:endParaRPr>
                    </a:p>
                  </a:txBody>
                  <a:tcPr anchor="ctr" horzOverflow="overflow">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ts val="0"/>
                        </a:spcBef>
                        <a:spcAft>
                          <a:spcPct val="0"/>
                        </a:spcAft>
                        <a:buClr>
                          <a:srgbClr val="33CCFF"/>
                        </a:buClr>
                        <a:buSzTx/>
                        <a:buFont typeface="Wingdings" panose="05000000000000000000" pitchFamily="2" charset="2"/>
                        <a:buNone/>
                      </a:pPr>
                      <a:r>
                        <a:rPr kumimoji="0" lang="en-US" altLang="zh-CN" sz="2000" b="1" i="0" u="none" strike="noStrike" cap="none" normalizeH="0" baseline="0">
                          <a:ln>
                            <a:noFill/>
                          </a:ln>
                          <a:solidFill>
                            <a:srgbClr val="259325"/>
                          </a:solidFill>
                          <a:effectLst/>
                          <a:latin typeface="Vani" pitchFamily="34" charset="0"/>
                          <a:ea typeface="宋体" pitchFamily="2" charset="-122"/>
                          <a:cs typeface="Vani" pitchFamily="34" charset="0"/>
                        </a:rPr>
                        <a:t>3</a:t>
                      </a:r>
                      <a:endParaRPr kumimoji="0" lang="en-US" altLang="zh-CN" sz="2000" b="1" i="0" u="none" strike="noStrike" cap="none" normalizeH="0" baseline="0">
                        <a:ln>
                          <a:noFill/>
                        </a:ln>
                        <a:solidFill>
                          <a:srgbClr val="259325"/>
                        </a:solidFill>
                        <a:effectLst/>
                        <a:latin typeface="Vani" pitchFamily="34" charset="0"/>
                        <a:ea typeface="宋体" pitchFamily="2" charset="-122"/>
                        <a:cs typeface="Vani" pitchFamily="34" charset="0"/>
                      </a:endParaRPr>
                    </a:p>
                  </a:txBody>
                  <a:tcPr anchor="ctr" horzOverflow="overflow">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lnTlToBr>
                      <a:noFill/>
                    </a:lnTlToBr>
                    <a:lnBlToTr>
                      <a:noFill/>
                    </a:lnBlToTr>
                    <a:noFill/>
                  </a:tcPr>
                </a:tc>
              </a:tr>
              <a:tr h="461963">
                <a:tc>
                  <a:txBody>
                    <a:bodyPr/>
                    <a:lstStyle/>
                    <a:p>
                      <a:pPr marL="0" marR="0" lvl="0" indent="0" algn="ctr" defTabSz="914400" rtl="0" eaLnBrk="1" fontAlgn="base" latinLnBrk="1" hangingPunct="1">
                        <a:lnSpc>
                          <a:spcPct val="100000"/>
                        </a:lnSpc>
                        <a:spcBef>
                          <a:spcPts val="0"/>
                        </a:spcBef>
                        <a:spcAft>
                          <a:spcPct val="0"/>
                        </a:spcAft>
                        <a:buClr>
                          <a:srgbClr val="33CCFF"/>
                        </a:buClr>
                        <a:buSzTx/>
                        <a:buFont typeface="Wingdings" panose="05000000000000000000" pitchFamily="2" charset="2"/>
                        <a:buNone/>
                      </a:pPr>
                      <a:r>
                        <a:rPr kumimoji="0" lang="en-US" altLang="zh-CN" sz="2000" b="1" i="0" u="none" strike="noStrike" cap="none" normalizeH="0" baseline="0" dirty="0">
                          <a:ln>
                            <a:noFill/>
                          </a:ln>
                          <a:solidFill>
                            <a:srgbClr val="FF6600"/>
                          </a:solidFill>
                          <a:effectLst/>
                          <a:latin typeface="Vani" pitchFamily="34" charset="0"/>
                          <a:ea typeface="楷体_GB2312" charset="-122"/>
                          <a:cs typeface="Vani" pitchFamily="34" charset="0"/>
                        </a:rPr>
                        <a:t>2</a:t>
                      </a:r>
                      <a:endParaRPr kumimoji="0" lang="en-US" altLang="zh-CN" sz="2000" b="1" i="0" u="none" strike="noStrike" cap="none" normalizeH="0" baseline="0" dirty="0">
                        <a:ln>
                          <a:noFill/>
                        </a:ln>
                        <a:solidFill>
                          <a:srgbClr val="FF6600"/>
                        </a:solidFill>
                        <a:effectLst/>
                        <a:latin typeface="Vani" pitchFamily="34" charset="0"/>
                        <a:ea typeface="楷体_GB2312" charset="-122"/>
                        <a:cs typeface="Vani" pitchFamily="34" charset="0"/>
                      </a:endParaRPr>
                    </a:p>
                  </a:txBody>
                  <a:tcPr anchor="ctr" horzOverflow="overflow">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ts val="0"/>
                        </a:spcBef>
                        <a:spcAft>
                          <a:spcPct val="0"/>
                        </a:spcAft>
                        <a:buClr>
                          <a:srgbClr val="33CCFF"/>
                        </a:buClr>
                        <a:buSzTx/>
                        <a:buFont typeface="Wingdings" panose="05000000000000000000" pitchFamily="2" charset="2"/>
                        <a:buNone/>
                      </a:pPr>
                      <a:r>
                        <a:rPr kumimoji="0" lang="en-US" altLang="zh-CN" sz="2000" b="1" i="0" u="none" strike="noStrike" cap="none" normalizeH="0" baseline="0" dirty="0">
                          <a:ln>
                            <a:noFill/>
                          </a:ln>
                          <a:solidFill>
                            <a:srgbClr val="259325"/>
                          </a:solidFill>
                          <a:effectLst/>
                          <a:latin typeface="Vani" pitchFamily="34" charset="0"/>
                          <a:ea typeface="宋体" pitchFamily="2" charset="-122"/>
                          <a:cs typeface="Vani" pitchFamily="34" charset="0"/>
                        </a:rPr>
                        <a:t>6</a:t>
                      </a:r>
                      <a:endParaRPr kumimoji="0" lang="en-US" altLang="zh-CN" sz="2000" b="1" i="0" u="none" strike="noStrike" cap="none" normalizeH="0" baseline="0" dirty="0">
                        <a:ln>
                          <a:noFill/>
                        </a:ln>
                        <a:solidFill>
                          <a:srgbClr val="259325"/>
                        </a:solidFill>
                        <a:effectLst/>
                        <a:latin typeface="Vani" pitchFamily="34" charset="0"/>
                        <a:ea typeface="宋体" pitchFamily="2" charset="-122"/>
                        <a:cs typeface="Vani" pitchFamily="34" charset="0"/>
                      </a:endParaRPr>
                    </a:p>
                  </a:txBody>
                  <a:tcPr anchor="ctr" horzOverflow="overflow">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lnTlToBr>
                      <a:noFill/>
                    </a:lnTlToBr>
                    <a:lnBlToTr>
                      <a:noFill/>
                    </a:lnBlToTr>
                    <a:noFill/>
                  </a:tcPr>
                </a:tc>
              </a:tr>
              <a:tr h="463550">
                <a:tc>
                  <a:txBody>
                    <a:bodyPr/>
                    <a:lstStyle/>
                    <a:p>
                      <a:pPr marL="0" marR="0" lvl="0" indent="0" algn="ctr" defTabSz="914400" rtl="0" eaLnBrk="1" fontAlgn="base" latinLnBrk="1" hangingPunct="1">
                        <a:lnSpc>
                          <a:spcPct val="100000"/>
                        </a:lnSpc>
                        <a:spcBef>
                          <a:spcPts val="0"/>
                        </a:spcBef>
                        <a:spcAft>
                          <a:spcPct val="0"/>
                        </a:spcAft>
                        <a:buClr>
                          <a:srgbClr val="33CCFF"/>
                        </a:buClr>
                        <a:buSzTx/>
                        <a:buFont typeface="Wingdings" panose="05000000000000000000" pitchFamily="2" charset="2"/>
                        <a:buNone/>
                      </a:pPr>
                      <a:r>
                        <a:rPr kumimoji="0" lang="en-US" altLang="zh-CN" sz="2000" b="1" i="0" u="none" strike="noStrike" cap="none" normalizeH="0" baseline="0">
                          <a:ln>
                            <a:noFill/>
                          </a:ln>
                          <a:solidFill>
                            <a:srgbClr val="FF6600"/>
                          </a:solidFill>
                          <a:effectLst/>
                          <a:latin typeface="Vani" pitchFamily="34" charset="0"/>
                          <a:ea typeface="楷体_GB2312" charset="-122"/>
                          <a:cs typeface="Vani" pitchFamily="34" charset="0"/>
                        </a:rPr>
                        <a:t>3</a:t>
                      </a:r>
                      <a:endParaRPr kumimoji="0" lang="en-US" altLang="zh-CN" sz="2000" b="1" i="0" u="none" strike="noStrike" cap="none" normalizeH="0" baseline="0">
                        <a:ln>
                          <a:noFill/>
                        </a:ln>
                        <a:solidFill>
                          <a:srgbClr val="FF6600"/>
                        </a:solidFill>
                        <a:effectLst/>
                        <a:latin typeface="Vani" pitchFamily="34" charset="0"/>
                        <a:ea typeface="楷体_GB2312" charset="-122"/>
                        <a:cs typeface="Vani" pitchFamily="34" charset="0"/>
                      </a:endParaRPr>
                    </a:p>
                  </a:txBody>
                  <a:tcPr anchor="ctr" horzOverflow="overflow">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ts val="0"/>
                        </a:spcBef>
                        <a:spcAft>
                          <a:spcPct val="0"/>
                        </a:spcAft>
                        <a:buClr>
                          <a:srgbClr val="33CCFF"/>
                        </a:buClr>
                        <a:buSzTx/>
                        <a:buFont typeface="Wingdings" panose="05000000000000000000" pitchFamily="2" charset="2"/>
                        <a:buNone/>
                      </a:pPr>
                      <a:r>
                        <a:rPr kumimoji="0" lang="en-US" altLang="zh-CN" sz="2000" b="1" i="0" u="none" strike="noStrike" cap="none" normalizeH="0" baseline="0" dirty="0">
                          <a:ln>
                            <a:noFill/>
                          </a:ln>
                          <a:solidFill>
                            <a:srgbClr val="259325"/>
                          </a:solidFill>
                          <a:effectLst/>
                          <a:latin typeface="Vani" pitchFamily="34" charset="0"/>
                          <a:ea typeface="宋体" pitchFamily="2" charset="-122"/>
                          <a:cs typeface="Vani" pitchFamily="34" charset="0"/>
                        </a:rPr>
                        <a:t>8</a:t>
                      </a:r>
                      <a:endParaRPr kumimoji="0" lang="en-US" altLang="zh-CN" sz="2000" b="1" i="0" u="none" strike="noStrike" cap="none" normalizeH="0" baseline="0" dirty="0">
                        <a:ln>
                          <a:noFill/>
                        </a:ln>
                        <a:solidFill>
                          <a:srgbClr val="259325"/>
                        </a:solidFill>
                        <a:effectLst/>
                        <a:latin typeface="Vani" pitchFamily="34" charset="0"/>
                        <a:ea typeface="宋体" pitchFamily="2" charset="-122"/>
                        <a:cs typeface="Vani" pitchFamily="34" charset="0"/>
                      </a:endParaRPr>
                    </a:p>
                  </a:txBody>
                  <a:tcPr anchor="ctr" horzOverflow="overflow">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lnTlToBr>
                      <a:noFill/>
                    </a:lnTlToBr>
                    <a:lnBlToTr>
                      <a:noFill/>
                    </a:lnBlToTr>
                    <a:noFill/>
                  </a:tcPr>
                </a:tc>
              </a:tr>
              <a:tr h="490538">
                <a:tc>
                  <a:txBody>
                    <a:bodyPr/>
                    <a:lstStyle/>
                    <a:p>
                      <a:pPr marL="0" marR="0" lvl="0" indent="0" algn="ctr" defTabSz="914400" rtl="0" eaLnBrk="1" fontAlgn="base" latinLnBrk="1" hangingPunct="1">
                        <a:lnSpc>
                          <a:spcPct val="100000"/>
                        </a:lnSpc>
                        <a:spcBef>
                          <a:spcPts val="0"/>
                        </a:spcBef>
                        <a:spcAft>
                          <a:spcPct val="0"/>
                        </a:spcAft>
                        <a:buClr>
                          <a:srgbClr val="33CCFF"/>
                        </a:buClr>
                        <a:buSzTx/>
                        <a:buFont typeface="Wingdings" panose="05000000000000000000" pitchFamily="2" charset="2"/>
                        <a:buNone/>
                      </a:pPr>
                      <a:r>
                        <a:rPr kumimoji="0" lang="en-US" altLang="zh-CN" sz="2000" b="1" i="0" u="none" strike="noStrike" cap="none" normalizeH="0" baseline="0">
                          <a:ln>
                            <a:noFill/>
                          </a:ln>
                          <a:solidFill>
                            <a:srgbClr val="FF6600"/>
                          </a:solidFill>
                          <a:effectLst/>
                          <a:latin typeface="Vani" pitchFamily="34" charset="0"/>
                          <a:ea typeface="楷体_GB2312" charset="-122"/>
                          <a:cs typeface="Vani" pitchFamily="34" charset="0"/>
                        </a:rPr>
                        <a:t>4</a:t>
                      </a:r>
                      <a:endParaRPr kumimoji="0" lang="en-US" altLang="zh-CN" sz="2000" b="1" i="0" u="none" strike="noStrike" cap="none" normalizeH="0" baseline="0">
                        <a:ln>
                          <a:noFill/>
                        </a:ln>
                        <a:solidFill>
                          <a:srgbClr val="FF6600"/>
                        </a:solidFill>
                        <a:effectLst/>
                        <a:latin typeface="Vani" pitchFamily="34" charset="0"/>
                        <a:ea typeface="楷体_GB2312" charset="-122"/>
                        <a:cs typeface="Vani" pitchFamily="34" charset="0"/>
                      </a:endParaRPr>
                    </a:p>
                  </a:txBody>
                  <a:tcPr anchor="ctr" horzOverflow="overflow">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ts val="0"/>
                        </a:spcBef>
                        <a:spcAft>
                          <a:spcPct val="0"/>
                        </a:spcAft>
                        <a:buClr>
                          <a:srgbClr val="33CCFF"/>
                        </a:buClr>
                        <a:buSzTx/>
                        <a:buFont typeface="Wingdings" panose="05000000000000000000" pitchFamily="2" charset="2"/>
                        <a:buNone/>
                      </a:pPr>
                      <a:r>
                        <a:rPr kumimoji="0" lang="en-US" altLang="zh-CN" sz="2000" b="1" i="0" u="none" strike="noStrike" cap="none" normalizeH="0" baseline="0" dirty="0">
                          <a:ln>
                            <a:noFill/>
                          </a:ln>
                          <a:solidFill>
                            <a:srgbClr val="259325"/>
                          </a:solidFill>
                          <a:effectLst/>
                          <a:latin typeface="Vani" pitchFamily="34" charset="0"/>
                          <a:ea typeface="宋体" pitchFamily="2" charset="-122"/>
                          <a:cs typeface="Vani" pitchFamily="34" charset="0"/>
                        </a:rPr>
                        <a:t>9</a:t>
                      </a:r>
                      <a:endParaRPr kumimoji="0" lang="en-US" altLang="zh-CN" sz="2000" b="1" i="0" u="none" strike="noStrike" cap="none" normalizeH="0" baseline="0" dirty="0">
                        <a:ln>
                          <a:noFill/>
                        </a:ln>
                        <a:solidFill>
                          <a:srgbClr val="259325"/>
                        </a:solidFill>
                        <a:effectLst/>
                        <a:latin typeface="Vani" pitchFamily="34" charset="0"/>
                        <a:ea typeface="宋体" pitchFamily="2" charset="-122"/>
                        <a:cs typeface="Vani" pitchFamily="34" charset="0"/>
                      </a:endParaRPr>
                    </a:p>
                  </a:txBody>
                  <a:tcPr anchor="ctr" horzOverflow="overflow">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lnTlToBr>
                      <a:noFill/>
                    </a:lnTlToBr>
                    <a:lnBlToTr>
                      <a:noFill/>
                    </a:lnBlToTr>
                    <a:noFill/>
                  </a:tcPr>
                </a:tc>
              </a:tr>
              <a:tr h="463550">
                <a:tc>
                  <a:txBody>
                    <a:bodyPr/>
                    <a:lstStyle/>
                    <a:p>
                      <a:pPr marL="0" marR="0" lvl="0" indent="0" algn="ctr" defTabSz="914400" rtl="0" eaLnBrk="1" fontAlgn="base" latinLnBrk="1" hangingPunct="1">
                        <a:lnSpc>
                          <a:spcPct val="100000"/>
                        </a:lnSpc>
                        <a:spcBef>
                          <a:spcPts val="0"/>
                        </a:spcBef>
                        <a:spcAft>
                          <a:spcPct val="0"/>
                        </a:spcAft>
                        <a:buClr>
                          <a:srgbClr val="33CCFF"/>
                        </a:buClr>
                        <a:buSzTx/>
                        <a:buFont typeface="Wingdings" panose="05000000000000000000" pitchFamily="2" charset="2"/>
                        <a:buNone/>
                      </a:pPr>
                      <a:r>
                        <a:rPr kumimoji="0" lang="en-US" altLang="zh-CN" sz="2000" b="1" i="0" u="none" strike="noStrike" cap="none" normalizeH="0" baseline="0">
                          <a:ln>
                            <a:noFill/>
                          </a:ln>
                          <a:solidFill>
                            <a:srgbClr val="FF6600"/>
                          </a:solidFill>
                          <a:effectLst/>
                          <a:latin typeface="Vani" pitchFamily="34" charset="0"/>
                          <a:ea typeface="楷体_GB2312" charset="-122"/>
                          <a:cs typeface="Vani" pitchFamily="34" charset="0"/>
                        </a:rPr>
                        <a:t>5</a:t>
                      </a:r>
                      <a:endParaRPr kumimoji="0" lang="en-US" altLang="zh-CN" sz="2000" b="1" i="0" u="none" strike="noStrike" cap="none" normalizeH="0" baseline="0">
                        <a:ln>
                          <a:noFill/>
                        </a:ln>
                        <a:solidFill>
                          <a:srgbClr val="FF6600"/>
                        </a:solidFill>
                        <a:effectLst/>
                        <a:latin typeface="Vani" pitchFamily="34" charset="0"/>
                        <a:ea typeface="楷体_GB2312" charset="-122"/>
                        <a:cs typeface="Vani" pitchFamily="34" charset="0"/>
                      </a:endParaRPr>
                    </a:p>
                  </a:txBody>
                  <a:tcPr anchor="ctr" horzOverflow="overflow">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ts val="0"/>
                        </a:spcBef>
                        <a:spcAft>
                          <a:spcPct val="0"/>
                        </a:spcAft>
                        <a:buClr>
                          <a:srgbClr val="33CCFF"/>
                        </a:buClr>
                        <a:buSzTx/>
                        <a:buFont typeface="Wingdings" panose="05000000000000000000" pitchFamily="2" charset="2"/>
                        <a:buNone/>
                      </a:pPr>
                      <a:endParaRPr kumimoji="0" lang="zh-CN" sz="2000" b="1" i="0" u="none" strike="noStrike" cap="none" normalizeH="0" baseline="0" dirty="0">
                        <a:ln>
                          <a:noFill/>
                        </a:ln>
                        <a:solidFill>
                          <a:srgbClr val="259325"/>
                        </a:solidFill>
                        <a:effectLst/>
                        <a:latin typeface="Vani" pitchFamily="34" charset="0"/>
                        <a:ea typeface="宋体" pitchFamily="2" charset="-122"/>
                        <a:cs typeface="Vani" pitchFamily="34" charset="0"/>
                      </a:endParaRPr>
                    </a:p>
                  </a:txBody>
                  <a:tcPr anchor="ctr" horzOverflow="overflow">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lnTlToBr>
                      <a:noFill/>
                    </a:lnTlToBr>
                    <a:lnBlToTr>
                      <a:noFill/>
                    </a:lnBlToTr>
                    <a:noFill/>
                  </a:tcPr>
                </a:tc>
              </a:tr>
              <a:tr h="463550">
                <a:tc>
                  <a:txBody>
                    <a:bodyPr/>
                    <a:lstStyle/>
                    <a:p>
                      <a:pPr marL="0" marR="0" lvl="0" indent="0" algn="ctr" defTabSz="914400" rtl="0" eaLnBrk="1" fontAlgn="base" latinLnBrk="1" hangingPunct="1">
                        <a:lnSpc>
                          <a:spcPct val="100000"/>
                        </a:lnSpc>
                        <a:spcBef>
                          <a:spcPts val="0"/>
                        </a:spcBef>
                        <a:spcAft>
                          <a:spcPct val="0"/>
                        </a:spcAft>
                        <a:buClr>
                          <a:srgbClr val="33CCFF"/>
                        </a:buClr>
                        <a:buSzTx/>
                        <a:buFont typeface="Wingdings" panose="05000000000000000000" pitchFamily="2" charset="2"/>
                        <a:buNone/>
                      </a:pPr>
                      <a:endParaRPr kumimoji="0" lang="zh-CN" altLang="en-US" sz="2000" b="1" i="0" u="none" strike="noStrike" cap="none" normalizeH="0" baseline="0">
                        <a:ln>
                          <a:noFill/>
                        </a:ln>
                        <a:solidFill>
                          <a:srgbClr val="FF6600"/>
                        </a:solidFill>
                        <a:effectLst/>
                        <a:latin typeface="Vani" pitchFamily="34" charset="0"/>
                        <a:ea typeface="楷体_GB2312" charset="-122"/>
                        <a:cs typeface="Vani" pitchFamily="34" charset="0"/>
                      </a:endParaRPr>
                    </a:p>
                  </a:txBody>
                  <a:tcPr anchor="ctr" horzOverflow="overflow">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ts val="0"/>
                        </a:spcBef>
                        <a:spcAft>
                          <a:spcPct val="0"/>
                        </a:spcAft>
                        <a:buClr>
                          <a:srgbClr val="33CCFF"/>
                        </a:buClr>
                        <a:buSzTx/>
                        <a:buFont typeface="Wingdings" panose="05000000000000000000" pitchFamily="2" charset="2"/>
                        <a:buNone/>
                      </a:pPr>
                      <a:endParaRPr kumimoji="0" lang="zh-CN" sz="2000" b="1" i="0" u="none" strike="noStrike" cap="none" normalizeH="0" baseline="0" dirty="0">
                        <a:ln>
                          <a:noFill/>
                        </a:ln>
                        <a:solidFill>
                          <a:srgbClr val="259325"/>
                        </a:solidFill>
                        <a:effectLst/>
                        <a:latin typeface="Vani" pitchFamily="34" charset="0"/>
                        <a:ea typeface="宋体" pitchFamily="2" charset="-122"/>
                        <a:cs typeface="Vani" pitchFamily="34" charset="0"/>
                      </a:endParaRPr>
                    </a:p>
                  </a:txBody>
                  <a:tcPr anchor="ctr" horzOverflow="overflow">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lnTlToBr>
                      <a:noFill/>
                    </a:lnTlToBr>
                    <a:lnBlToTr>
                      <a:noFill/>
                    </a:lnBlToTr>
                    <a:noFill/>
                  </a:tcPr>
                </a:tc>
              </a:tr>
            </a:tbl>
          </a:graphicData>
        </a:graphic>
      </p:graphicFrame>
      <p:graphicFrame>
        <p:nvGraphicFramePr>
          <p:cNvPr id="9" name="Group 49"/>
          <p:cNvGraphicFramePr/>
          <p:nvPr/>
        </p:nvGraphicFramePr>
        <p:xfrm>
          <a:off x="7793495" y="1930313"/>
          <a:ext cx="737870" cy="4684395"/>
        </p:xfrm>
        <a:graphic>
          <a:graphicData uri="http://schemas.openxmlformats.org/drawingml/2006/table">
            <a:tbl>
              <a:tblPr/>
              <a:tblGrid>
                <a:gridCol w="737870"/>
              </a:tblGrid>
              <a:tr h="423545">
                <a:tc>
                  <a:txBody>
                    <a:body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000" b="1" i="0" u="none" strike="noStrike" cap="none" normalizeH="0" baseline="0" dirty="0">
                          <a:ln>
                            <a:noFill/>
                          </a:ln>
                          <a:solidFill>
                            <a:srgbClr val="259325"/>
                          </a:solidFill>
                          <a:effectLst/>
                          <a:latin typeface="黑体" panose="02010609060101010101" pitchFamily="49" charset="-122"/>
                          <a:ea typeface="宋体" pitchFamily="2" charset="-122"/>
                        </a:rPr>
                        <a:t>0</a:t>
                      </a:r>
                      <a:endParaRPr kumimoji="0" lang="en-US" altLang="zh-CN" sz="2000" b="1" i="0" u="none" strike="noStrike" cap="none" normalizeH="0" baseline="0" dirty="0">
                        <a:ln>
                          <a:noFill/>
                        </a:ln>
                        <a:solidFill>
                          <a:srgbClr val="259325"/>
                        </a:solidFill>
                        <a:effectLst/>
                        <a:latin typeface="黑体" panose="02010609060101010101" pitchFamily="49" charset="-122"/>
                        <a:ea typeface="宋体" pitchFamily="2" charset="-122"/>
                      </a:endParaRPr>
                    </a:p>
                  </a:txBody>
                  <a:tcPr horzOverflow="overflow">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lnTlToBr>
                      <a:noFill/>
                    </a:lnTlToBr>
                    <a:lnBlToTr>
                      <a:noFill/>
                    </a:lnBlToTr>
                    <a:noFill/>
                  </a:tcPr>
                </a:tc>
              </a:tr>
              <a:tr h="424180">
                <a:tc>
                  <a:txBody>
                    <a:body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000" b="1" i="0" u="none" strike="noStrike" cap="none" normalizeH="0" baseline="0">
                          <a:ln>
                            <a:noFill/>
                          </a:ln>
                          <a:solidFill>
                            <a:srgbClr val="259325"/>
                          </a:solidFill>
                          <a:effectLst/>
                          <a:latin typeface="黑体" panose="02010609060101010101" pitchFamily="49" charset="-122"/>
                          <a:ea typeface="宋体" pitchFamily="2" charset="-122"/>
                        </a:rPr>
                        <a:t>1</a:t>
                      </a:r>
                      <a:endParaRPr kumimoji="0" lang="en-US" altLang="zh-CN" sz="2000" b="1" i="0" u="none" strike="noStrike" cap="none" normalizeH="0" baseline="0">
                        <a:ln>
                          <a:noFill/>
                        </a:ln>
                        <a:solidFill>
                          <a:srgbClr val="259325"/>
                        </a:solidFill>
                        <a:effectLst/>
                        <a:latin typeface="黑体" panose="02010609060101010101" pitchFamily="49" charset="-122"/>
                        <a:ea typeface="宋体" pitchFamily="2" charset="-122"/>
                      </a:endParaRPr>
                    </a:p>
                  </a:txBody>
                  <a:tcPr horzOverflow="overflow">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lnTlToBr>
                      <a:noFill/>
                    </a:lnTlToBr>
                    <a:lnBlToTr>
                      <a:noFill/>
                    </a:lnBlToTr>
                    <a:noFill/>
                  </a:tcPr>
                </a:tc>
              </a:tr>
              <a:tr h="423545">
                <a:tc>
                  <a:txBody>
                    <a:body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000" b="1" i="0" u="none" strike="noStrike" cap="none" normalizeH="0" baseline="0">
                          <a:ln>
                            <a:noFill/>
                          </a:ln>
                          <a:solidFill>
                            <a:srgbClr val="259325"/>
                          </a:solidFill>
                          <a:effectLst/>
                          <a:latin typeface="黑体" panose="02010609060101010101" pitchFamily="49" charset="-122"/>
                          <a:ea typeface="宋体" pitchFamily="2" charset="-122"/>
                        </a:rPr>
                        <a:t>2</a:t>
                      </a:r>
                      <a:endParaRPr kumimoji="0" lang="en-US" altLang="zh-CN" sz="2000" b="1" i="0" u="none" strike="noStrike" cap="none" normalizeH="0" baseline="0">
                        <a:ln>
                          <a:noFill/>
                        </a:ln>
                        <a:solidFill>
                          <a:srgbClr val="259325"/>
                        </a:solidFill>
                        <a:effectLst/>
                        <a:latin typeface="黑体" panose="02010609060101010101" pitchFamily="49" charset="-122"/>
                        <a:ea typeface="宋体" pitchFamily="2" charset="-122"/>
                      </a:endParaRPr>
                    </a:p>
                  </a:txBody>
                  <a:tcPr horzOverflow="overflow">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lnTlToBr>
                      <a:noFill/>
                    </a:lnTlToBr>
                    <a:lnBlToTr>
                      <a:noFill/>
                    </a:lnBlToTr>
                    <a:noFill/>
                  </a:tcPr>
                </a:tc>
              </a:tr>
              <a:tr h="423545">
                <a:tc>
                  <a:txBody>
                    <a:body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000" b="1" i="0" u="none" strike="noStrike" cap="none" normalizeH="0" baseline="0">
                          <a:ln>
                            <a:noFill/>
                          </a:ln>
                          <a:solidFill>
                            <a:srgbClr val="259325"/>
                          </a:solidFill>
                          <a:effectLst/>
                          <a:latin typeface="黑体" panose="02010609060101010101" pitchFamily="49" charset="-122"/>
                          <a:ea typeface="宋体" pitchFamily="2" charset="-122"/>
                        </a:rPr>
                        <a:t>3</a:t>
                      </a:r>
                      <a:endParaRPr kumimoji="0" lang="en-US" altLang="zh-CN" sz="2000" b="1" i="0" u="none" strike="noStrike" cap="none" normalizeH="0" baseline="0">
                        <a:ln>
                          <a:noFill/>
                        </a:ln>
                        <a:solidFill>
                          <a:srgbClr val="259325"/>
                        </a:solidFill>
                        <a:effectLst/>
                        <a:latin typeface="黑体" panose="02010609060101010101" pitchFamily="49" charset="-122"/>
                        <a:ea typeface="宋体" pitchFamily="2" charset="-122"/>
                      </a:endParaRPr>
                    </a:p>
                  </a:txBody>
                  <a:tcPr horzOverflow="overflow">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lnTlToBr>
                      <a:noFill/>
                    </a:lnTlToBr>
                    <a:lnBlToTr>
                      <a:noFill/>
                    </a:lnBlToTr>
                    <a:noFill/>
                  </a:tcPr>
                </a:tc>
              </a:tr>
              <a:tr h="424180">
                <a:tc>
                  <a:txBody>
                    <a:body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000" b="1" i="0" u="none" strike="noStrike" cap="none" normalizeH="0" baseline="0">
                          <a:ln>
                            <a:noFill/>
                          </a:ln>
                          <a:solidFill>
                            <a:srgbClr val="259325"/>
                          </a:solidFill>
                          <a:effectLst/>
                          <a:latin typeface="黑体" panose="02010609060101010101" pitchFamily="49" charset="-122"/>
                          <a:ea typeface="宋体" pitchFamily="2" charset="-122"/>
                        </a:rPr>
                        <a:t>4</a:t>
                      </a:r>
                      <a:endParaRPr kumimoji="0" lang="en-US" altLang="zh-CN" sz="2000" b="1" i="0" u="none" strike="noStrike" cap="none" normalizeH="0" baseline="0">
                        <a:ln>
                          <a:noFill/>
                        </a:ln>
                        <a:solidFill>
                          <a:srgbClr val="259325"/>
                        </a:solidFill>
                        <a:effectLst/>
                        <a:latin typeface="黑体" panose="02010609060101010101" pitchFamily="49" charset="-122"/>
                        <a:ea typeface="宋体" pitchFamily="2" charset="-122"/>
                      </a:endParaRPr>
                    </a:p>
                  </a:txBody>
                  <a:tcPr horzOverflow="overflow">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lnTlToBr>
                      <a:noFill/>
                    </a:lnTlToBr>
                    <a:lnBlToTr>
                      <a:noFill/>
                    </a:lnBlToTr>
                    <a:noFill/>
                  </a:tcPr>
                </a:tc>
              </a:tr>
              <a:tr h="422910">
                <a:tc>
                  <a:txBody>
                    <a:body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000" b="1" i="0" u="none" strike="noStrike" cap="none" normalizeH="0" baseline="0">
                          <a:ln>
                            <a:noFill/>
                          </a:ln>
                          <a:solidFill>
                            <a:srgbClr val="259325"/>
                          </a:solidFill>
                          <a:effectLst/>
                          <a:latin typeface="黑体" panose="02010609060101010101" pitchFamily="49" charset="-122"/>
                          <a:ea typeface="宋体" pitchFamily="2" charset="-122"/>
                        </a:rPr>
                        <a:t>5</a:t>
                      </a:r>
                      <a:endParaRPr kumimoji="0" lang="en-US" altLang="zh-CN" sz="2000" b="1" i="0" u="none" strike="noStrike" cap="none" normalizeH="0" baseline="0">
                        <a:ln>
                          <a:noFill/>
                        </a:ln>
                        <a:solidFill>
                          <a:srgbClr val="259325"/>
                        </a:solidFill>
                        <a:effectLst/>
                        <a:latin typeface="黑体" panose="02010609060101010101" pitchFamily="49" charset="-122"/>
                        <a:ea typeface="宋体" pitchFamily="2" charset="-122"/>
                      </a:endParaRPr>
                    </a:p>
                  </a:txBody>
                  <a:tcPr horzOverflow="overflow">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lnTlToBr>
                      <a:noFill/>
                    </a:lnTlToBr>
                    <a:lnBlToTr>
                      <a:noFill/>
                    </a:lnBlToTr>
                    <a:noFill/>
                  </a:tcPr>
                </a:tc>
              </a:tr>
              <a:tr h="423545">
                <a:tc>
                  <a:txBody>
                    <a:body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000" b="1" i="0" u="none" strike="noStrike" cap="none" normalizeH="0" baseline="0">
                          <a:ln>
                            <a:noFill/>
                          </a:ln>
                          <a:solidFill>
                            <a:srgbClr val="259325"/>
                          </a:solidFill>
                          <a:effectLst/>
                          <a:latin typeface="黑体" panose="02010609060101010101" pitchFamily="49" charset="-122"/>
                          <a:ea typeface="宋体" pitchFamily="2" charset="-122"/>
                        </a:rPr>
                        <a:t>6</a:t>
                      </a:r>
                      <a:endParaRPr kumimoji="0" lang="en-US" altLang="zh-CN" sz="2000" b="1" i="0" u="none" strike="noStrike" cap="none" normalizeH="0" baseline="0">
                        <a:ln>
                          <a:noFill/>
                        </a:ln>
                        <a:solidFill>
                          <a:srgbClr val="259325"/>
                        </a:solidFill>
                        <a:effectLst/>
                        <a:latin typeface="黑体" panose="02010609060101010101" pitchFamily="49" charset="-122"/>
                        <a:ea typeface="宋体" pitchFamily="2" charset="-122"/>
                      </a:endParaRPr>
                    </a:p>
                  </a:txBody>
                  <a:tcPr horzOverflow="overflow">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lnTlToBr>
                      <a:noFill/>
                    </a:lnTlToBr>
                    <a:lnBlToTr>
                      <a:noFill/>
                    </a:lnBlToTr>
                    <a:noFill/>
                  </a:tcPr>
                </a:tc>
              </a:tr>
              <a:tr h="424180">
                <a:tc>
                  <a:txBody>
                    <a:body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000" b="1" i="0" u="none" strike="noStrike" cap="none" normalizeH="0" baseline="0">
                          <a:ln>
                            <a:noFill/>
                          </a:ln>
                          <a:solidFill>
                            <a:srgbClr val="259325"/>
                          </a:solidFill>
                          <a:effectLst/>
                          <a:latin typeface="黑体" panose="02010609060101010101" pitchFamily="49" charset="-122"/>
                          <a:ea typeface="宋体" pitchFamily="2" charset="-122"/>
                        </a:rPr>
                        <a:t>7</a:t>
                      </a:r>
                      <a:endParaRPr kumimoji="0" lang="en-US" altLang="zh-CN" sz="2000" b="1" i="0" u="none" strike="noStrike" cap="none" normalizeH="0" baseline="0">
                        <a:ln>
                          <a:noFill/>
                        </a:ln>
                        <a:solidFill>
                          <a:srgbClr val="259325"/>
                        </a:solidFill>
                        <a:effectLst/>
                        <a:latin typeface="黑体" panose="02010609060101010101" pitchFamily="49" charset="-122"/>
                        <a:ea typeface="宋体" pitchFamily="2" charset="-122"/>
                      </a:endParaRPr>
                    </a:p>
                  </a:txBody>
                  <a:tcPr horzOverflow="overflow">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lnTlToBr>
                      <a:noFill/>
                    </a:lnTlToBr>
                    <a:lnBlToTr>
                      <a:noFill/>
                    </a:lnBlToTr>
                    <a:noFill/>
                  </a:tcPr>
                </a:tc>
              </a:tr>
              <a:tr h="423545">
                <a:tc>
                  <a:txBody>
                    <a:body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000" b="1" i="0" u="none" strike="noStrike" cap="none" normalizeH="0" baseline="0">
                          <a:ln>
                            <a:noFill/>
                          </a:ln>
                          <a:solidFill>
                            <a:srgbClr val="259325"/>
                          </a:solidFill>
                          <a:effectLst/>
                          <a:latin typeface="黑体" panose="02010609060101010101" pitchFamily="49" charset="-122"/>
                          <a:ea typeface="宋体" pitchFamily="2" charset="-122"/>
                        </a:rPr>
                        <a:t>8</a:t>
                      </a:r>
                      <a:endParaRPr kumimoji="0" lang="en-US" altLang="zh-CN" sz="2000" b="1" i="0" u="none" strike="noStrike" cap="none" normalizeH="0" baseline="0">
                        <a:ln>
                          <a:noFill/>
                        </a:ln>
                        <a:solidFill>
                          <a:srgbClr val="259325"/>
                        </a:solidFill>
                        <a:effectLst/>
                        <a:latin typeface="黑体" panose="02010609060101010101" pitchFamily="49" charset="-122"/>
                        <a:ea typeface="宋体" pitchFamily="2" charset="-122"/>
                      </a:endParaRPr>
                    </a:p>
                  </a:txBody>
                  <a:tcPr horzOverflow="overflow">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lnTlToBr>
                      <a:noFill/>
                    </a:lnTlToBr>
                    <a:lnBlToTr>
                      <a:noFill/>
                    </a:lnBlToTr>
                    <a:noFill/>
                  </a:tcPr>
                </a:tc>
              </a:tr>
              <a:tr h="447675">
                <a:tc>
                  <a:txBody>
                    <a:body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000" b="1" i="0" u="none" strike="noStrike" cap="none" normalizeH="0" baseline="0">
                          <a:ln>
                            <a:noFill/>
                          </a:ln>
                          <a:solidFill>
                            <a:srgbClr val="259325"/>
                          </a:solidFill>
                          <a:effectLst/>
                          <a:latin typeface="黑体" panose="02010609060101010101" pitchFamily="49" charset="-122"/>
                          <a:ea typeface="宋体" pitchFamily="2" charset="-122"/>
                        </a:rPr>
                        <a:t>9</a:t>
                      </a:r>
                      <a:endParaRPr kumimoji="0" lang="en-US" altLang="zh-CN" sz="2000" b="1" i="0" u="none" strike="noStrike" cap="none" normalizeH="0" baseline="0">
                        <a:ln>
                          <a:noFill/>
                        </a:ln>
                        <a:solidFill>
                          <a:srgbClr val="259325"/>
                        </a:solidFill>
                        <a:effectLst/>
                        <a:latin typeface="黑体" panose="02010609060101010101" pitchFamily="49" charset="-122"/>
                        <a:ea typeface="宋体" pitchFamily="2" charset="-122"/>
                      </a:endParaRPr>
                    </a:p>
                  </a:txBody>
                  <a:tcPr horzOverflow="overflow">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lnTlToBr>
                      <a:noFill/>
                    </a:lnTlToBr>
                    <a:lnBlToTr>
                      <a:noFill/>
                    </a:lnBlToTr>
                    <a:noFill/>
                  </a:tcPr>
                </a:tc>
              </a:tr>
              <a:tr h="423545">
                <a:tc>
                  <a:txBody>
                    <a:body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endParaRPr kumimoji="0" lang="zh-CN" sz="2000" b="1" i="0" u="none" strike="noStrike" cap="none" normalizeH="0" baseline="0" dirty="0">
                        <a:ln>
                          <a:noFill/>
                        </a:ln>
                        <a:solidFill>
                          <a:srgbClr val="259325"/>
                        </a:solidFill>
                        <a:effectLst/>
                        <a:latin typeface="黑体" panose="02010609060101010101" pitchFamily="49" charset="-122"/>
                        <a:ea typeface="宋体" pitchFamily="2" charset="-122"/>
                      </a:endParaRPr>
                    </a:p>
                  </a:txBody>
                  <a:tcPr horzOverflow="overflow">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lnTlToBr>
                      <a:noFill/>
                    </a:lnTlToBr>
                    <a:lnBlToTr>
                      <a:noFill/>
                    </a:lnBlToTr>
                    <a:noFill/>
                  </a:tcPr>
                </a:tc>
              </a:tr>
            </a:tbl>
          </a:graphicData>
        </a:graphic>
      </p:graphicFrame>
      <p:sp>
        <p:nvSpPr>
          <p:cNvPr id="10" name="Text Box 75"/>
          <p:cNvSpPr txBox="1">
            <a:spLocks noChangeArrowheads="1"/>
          </p:cNvSpPr>
          <p:nvPr/>
        </p:nvSpPr>
        <p:spPr bwMode="auto">
          <a:xfrm>
            <a:off x="2866592" y="1809888"/>
            <a:ext cx="1402080" cy="460375"/>
          </a:xfrm>
          <a:prstGeom prst="rect">
            <a:avLst/>
          </a:prstGeom>
          <a:noFill/>
          <a:ln w="9525">
            <a:noFill/>
            <a:miter lim="800000"/>
          </a:ln>
          <a:effectLst/>
        </p:spPr>
        <p:txBody>
          <a:bodyPr wrap="none">
            <a:spAutoFit/>
          </a:bodyPr>
          <a:lstStyle/>
          <a:p>
            <a:pPr>
              <a:spcBef>
                <a:spcPct val="0"/>
              </a:spcBef>
              <a:buFontTx/>
              <a:buNone/>
            </a:pPr>
            <a:r>
              <a:rPr lang="zh-CN" sz="2400" b="1" dirty="0">
                <a:solidFill>
                  <a:srgbClr val="004080"/>
                </a:solidFill>
                <a:latin typeface="Times New Roman" panose="02020503050405090304" pitchFamily="18" charset="0"/>
                <a:ea typeface="微软雅黑" panose="020B0503020204020204" pitchFamily="34" charset="-122"/>
                <a:cs typeface="Times New Roman" panose="02020503050405090304" pitchFamily="18" charset="0"/>
              </a:rPr>
              <a:t>用户程序</a:t>
            </a:r>
            <a:endParaRPr lang="zh-CN" sz="2400" b="1" dirty="0">
              <a:solidFill>
                <a:srgbClr val="004080"/>
              </a:solidFill>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11" name="Text Box 77"/>
          <p:cNvSpPr txBox="1">
            <a:spLocks noChangeArrowheads="1"/>
          </p:cNvSpPr>
          <p:nvPr/>
        </p:nvSpPr>
        <p:spPr bwMode="auto">
          <a:xfrm>
            <a:off x="5142233" y="1803766"/>
            <a:ext cx="792480" cy="460375"/>
          </a:xfrm>
          <a:prstGeom prst="rect">
            <a:avLst/>
          </a:prstGeom>
          <a:noFill/>
          <a:ln w="9525">
            <a:noFill/>
            <a:miter lim="800000"/>
          </a:ln>
          <a:effectLst/>
        </p:spPr>
        <p:txBody>
          <a:bodyPr wrap="none">
            <a:spAutoFit/>
          </a:bodyPr>
          <a:lstStyle/>
          <a:p>
            <a:pPr>
              <a:spcBef>
                <a:spcPct val="0"/>
              </a:spcBef>
              <a:buFontTx/>
              <a:buNone/>
            </a:pPr>
            <a:r>
              <a:rPr lang="zh-CN" sz="2400" b="1" dirty="0">
                <a:solidFill>
                  <a:srgbClr val="004080"/>
                </a:solidFill>
                <a:latin typeface="Times New Roman" panose="02020503050405090304" pitchFamily="18" charset="0"/>
                <a:ea typeface="微软雅黑" panose="020B0503020204020204" pitchFamily="34" charset="-122"/>
                <a:cs typeface="Times New Roman" panose="02020503050405090304" pitchFamily="18" charset="0"/>
              </a:rPr>
              <a:t>页表</a:t>
            </a:r>
            <a:endParaRPr lang="zh-CN" sz="2400" b="1" dirty="0">
              <a:solidFill>
                <a:srgbClr val="004080"/>
              </a:solidFill>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12" name="Text Box 78"/>
          <p:cNvSpPr txBox="1">
            <a:spLocks noChangeArrowheads="1"/>
          </p:cNvSpPr>
          <p:nvPr/>
        </p:nvSpPr>
        <p:spPr bwMode="auto">
          <a:xfrm>
            <a:off x="4775108" y="2474157"/>
            <a:ext cx="741680" cy="429895"/>
          </a:xfrm>
          <a:prstGeom prst="rect">
            <a:avLst/>
          </a:prstGeom>
          <a:noFill/>
          <a:ln w="9525">
            <a:noFill/>
            <a:miter lim="800000"/>
          </a:ln>
          <a:effectLst/>
        </p:spPr>
        <p:txBody>
          <a:bodyPr wrap="none">
            <a:spAutoFit/>
          </a:bodyPr>
          <a:lstStyle/>
          <a:p>
            <a:pPr>
              <a:spcBef>
                <a:spcPct val="0"/>
              </a:spcBef>
              <a:buFontTx/>
              <a:buNone/>
            </a:pPr>
            <a:r>
              <a:rPr lang="zh-CN" sz="22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页号</a:t>
            </a:r>
            <a:endParaRPr lang="zh-CN" sz="22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13" name="Text Box 79"/>
          <p:cNvSpPr txBox="1">
            <a:spLocks noChangeArrowheads="1"/>
          </p:cNvSpPr>
          <p:nvPr/>
        </p:nvSpPr>
        <p:spPr bwMode="auto">
          <a:xfrm>
            <a:off x="5659346" y="2474157"/>
            <a:ext cx="741680" cy="429895"/>
          </a:xfrm>
          <a:prstGeom prst="rect">
            <a:avLst/>
          </a:prstGeom>
          <a:noFill/>
          <a:ln w="9525">
            <a:noFill/>
            <a:miter lim="800000"/>
          </a:ln>
          <a:effectLst/>
        </p:spPr>
        <p:txBody>
          <a:bodyPr wrap="none">
            <a:spAutoFit/>
          </a:bodyPr>
          <a:lstStyle/>
          <a:p>
            <a:pPr>
              <a:spcBef>
                <a:spcPct val="0"/>
              </a:spcBef>
              <a:buFontTx/>
              <a:buNone/>
            </a:pPr>
            <a:r>
              <a:rPr lang="zh-CN" sz="2200" b="1">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块号</a:t>
            </a:r>
            <a:endParaRPr lang="zh-CN" sz="2200" b="1">
              <a:solidFill>
                <a:srgbClr val="C00000"/>
              </a:solidFill>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14" name="Text Box 80"/>
          <p:cNvSpPr txBox="1">
            <a:spLocks noChangeArrowheads="1"/>
          </p:cNvSpPr>
          <p:nvPr/>
        </p:nvSpPr>
        <p:spPr bwMode="auto">
          <a:xfrm>
            <a:off x="7614285" y="1462405"/>
            <a:ext cx="1096645" cy="460375"/>
          </a:xfrm>
          <a:prstGeom prst="rect">
            <a:avLst/>
          </a:prstGeom>
          <a:noFill/>
          <a:ln w="9525">
            <a:noFill/>
            <a:miter lim="800000"/>
          </a:ln>
          <a:effectLst/>
        </p:spPr>
        <p:txBody>
          <a:bodyPr wrap="square">
            <a:spAutoFit/>
          </a:bodyPr>
          <a:lstStyle/>
          <a:p>
            <a:pPr algn="ctr">
              <a:spcBef>
                <a:spcPct val="0"/>
              </a:spcBef>
              <a:buFontTx/>
              <a:buNone/>
            </a:pPr>
            <a:r>
              <a:rPr lang="zh-CN" sz="2400" b="1" dirty="0">
                <a:solidFill>
                  <a:srgbClr val="004080"/>
                </a:solidFill>
                <a:latin typeface="Times New Roman" panose="02020503050405090304" pitchFamily="18" charset="0"/>
                <a:ea typeface="微软雅黑" panose="020B0503020204020204" pitchFamily="34" charset="-122"/>
                <a:cs typeface="Times New Roman" panose="02020503050405090304" pitchFamily="18" charset="0"/>
              </a:rPr>
              <a:t>内存</a:t>
            </a:r>
            <a:endParaRPr lang="zh-CN" sz="2400" b="1" dirty="0">
              <a:solidFill>
                <a:srgbClr val="004080"/>
              </a:solidFill>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15" name="Line 82"/>
          <p:cNvSpPr>
            <a:spLocks noChangeShapeType="1"/>
          </p:cNvSpPr>
          <p:nvPr/>
        </p:nvSpPr>
        <p:spPr bwMode="auto">
          <a:xfrm flipV="1">
            <a:off x="6371075" y="2930445"/>
            <a:ext cx="1422420" cy="212726"/>
          </a:xfrm>
          <a:prstGeom prst="line">
            <a:avLst/>
          </a:prstGeom>
          <a:noFill/>
          <a:ln w="28575">
            <a:solidFill>
              <a:srgbClr val="004080"/>
            </a:solidFill>
            <a:round/>
            <a:headEnd type="none" w="med" len="med"/>
            <a:tailEnd type="triangle" w="med" len="med"/>
          </a:ln>
          <a:effectLst/>
        </p:spPr>
        <p:txBody>
          <a:bodyPr wrap="none"/>
          <a:lstStyle/>
          <a:p>
            <a:endParaRPr lang="zh-CN" altLang="en-US">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16" name="Line 83"/>
          <p:cNvSpPr>
            <a:spLocks noChangeShapeType="1"/>
          </p:cNvSpPr>
          <p:nvPr/>
        </p:nvSpPr>
        <p:spPr bwMode="auto">
          <a:xfrm flipV="1">
            <a:off x="6371075" y="3359073"/>
            <a:ext cx="1422420" cy="360360"/>
          </a:xfrm>
          <a:prstGeom prst="line">
            <a:avLst/>
          </a:prstGeom>
          <a:noFill/>
          <a:ln w="28575">
            <a:solidFill>
              <a:srgbClr val="004080"/>
            </a:solidFill>
            <a:round/>
            <a:headEnd type="none" w="med" len="med"/>
            <a:tailEnd type="triangle" w="med" len="med"/>
          </a:ln>
          <a:effectLst/>
        </p:spPr>
        <p:txBody>
          <a:bodyPr wrap="none"/>
          <a:lstStyle/>
          <a:p>
            <a:endParaRPr lang="zh-CN" altLang="en-US">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17" name="Line 84"/>
          <p:cNvSpPr>
            <a:spLocks noChangeShapeType="1"/>
          </p:cNvSpPr>
          <p:nvPr/>
        </p:nvSpPr>
        <p:spPr bwMode="auto">
          <a:xfrm>
            <a:off x="6371075" y="4151234"/>
            <a:ext cx="1422420" cy="493724"/>
          </a:xfrm>
          <a:prstGeom prst="line">
            <a:avLst/>
          </a:prstGeom>
          <a:noFill/>
          <a:ln w="28575">
            <a:solidFill>
              <a:srgbClr val="004080"/>
            </a:solidFill>
            <a:round/>
            <a:headEnd type="none" w="med" len="med"/>
            <a:tailEnd type="triangle" w="med" len="med"/>
          </a:ln>
          <a:effectLst/>
        </p:spPr>
        <p:txBody>
          <a:bodyPr wrap="none"/>
          <a:lstStyle/>
          <a:p>
            <a:endParaRPr lang="zh-CN" altLang="en-US">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18" name="Line 85"/>
          <p:cNvSpPr>
            <a:spLocks noChangeShapeType="1"/>
          </p:cNvSpPr>
          <p:nvPr/>
        </p:nvSpPr>
        <p:spPr bwMode="auto">
          <a:xfrm>
            <a:off x="6371075" y="4656058"/>
            <a:ext cx="1439862" cy="863600"/>
          </a:xfrm>
          <a:prstGeom prst="line">
            <a:avLst/>
          </a:prstGeom>
          <a:noFill/>
          <a:ln w="28575">
            <a:solidFill>
              <a:srgbClr val="004080"/>
            </a:solidFill>
            <a:round/>
            <a:headEnd type="none" w="med" len="med"/>
            <a:tailEnd type="triangle" w="med" len="med"/>
          </a:ln>
          <a:effectLst/>
        </p:spPr>
        <p:txBody>
          <a:bodyPr wrap="none"/>
          <a:lstStyle/>
          <a:p>
            <a:endParaRPr lang="zh-CN" altLang="en-US">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19" name="Line 86"/>
          <p:cNvSpPr>
            <a:spLocks noChangeShapeType="1"/>
          </p:cNvSpPr>
          <p:nvPr/>
        </p:nvSpPr>
        <p:spPr bwMode="auto">
          <a:xfrm>
            <a:off x="6371075" y="5087858"/>
            <a:ext cx="1422420" cy="985859"/>
          </a:xfrm>
          <a:prstGeom prst="line">
            <a:avLst/>
          </a:prstGeom>
          <a:noFill/>
          <a:ln w="28575">
            <a:solidFill>
              <a:srgbClr val="004080"/>
            </a:solidFill>
            <a:round/>
            <a:headEnd type="none" w="med" len="med"/>
            <a:tailEnd type="triangle" w="med" len="med"/>
          </a:ln>
          <a:effectLst/>
        </p:spPr>
        <p:txBody>
          <a:bodyPr wrap="none"/>
          <a:lstStyle/>
          <a:p>
            <a:endParaRPr lang="zh-CN" altLang="en-US">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20" name="Line 87"/>
          <p:cNvSpPr>
            <a:spLocks noChangeShapeType="1"/>
          </p:cNvSpPr>
          <p:nvPr/>
        </p:nvSpPr>
        <p:spPr bwMode="auto">
          <a:xfrm>
            <a:off x="5232837" y="5911771"/>
            <a:ext cx="0" cy="215900"/>
          </a:xfrm>
          <a:prstGeom prst="line">
            <a:avLst/>
          </a:prstGeom>
          <a:noFill/>
          <a:ln w="28575">
            <a:solidFill>
              <a:schemeClr val="tx1"/>
            </a:solidFill>
            <a:prstDash val="sysDot"/>
            <a:round/>
          </a:ln>
          <a:effectLst/>
        </p:spPr>
        <p:txBody>
          <a:bodyPr wrap="none"/>
          <a:lstStyle/>
          <a:p>
            <a:endParaRPr lang="zh-CN" altLang="en-US">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21" name="Line 88"/>
          <p:cNvSpPr>
            <a:spLocks noChangeShapeType="1"/>
          </p:cNvSpPr>
          <p:nvPr/>
        </p:nvSpPr>
        <p:spPr bwMode="auto">
          <a:xfrm>
            <a:off x="5967850" y="5911771"/>
            <a:ext cx="0" cy="215900"/>
          </a:xfrm>
          <a:prstGeom prst="line">
            <a:avLst/>
          </a:prstGeom>
          <a:noFill/>
          <a:ln w="28575">
            <a:solidFill>
              <a:schemeClr val="tx1"/>
            </a:solidFill>
            <a:prstDash val="sysDot"/>
            <a:round/>
          </a:ln>
          <a:effectLst/>
        </p:spPr>
        <p:txBody>
          <a:bodyPr wrap="none"/>
          <a:lstStyle/>
          <a:p>
            <a:endParaRPr lang="zh-CN" altLang="en-US">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22" name="Line 88"/>
          <p:cNvSpPr>
            <a:spLocks noChangeShapeType="1"/>
          </p:cNvSpPr>
          <p:nvPr/>
        </p:nvSpPr>
        <p:spPr bwMode="auto">
          <a:xfrm>
            <a:off x="8150685" y="6337018"/>
            <a:ext cx="0" cy="215900"/>
          </a:xfrm>
          <a:prstGeom prst="line">
            <a:avLst/>
          </a:prstGeom>
          <a:noFill/>
          <a:ln w="28575">
            <a:solidFill>
              <a:schemeClr val="tx1"/>
            </a:solidFill>
            <a:prstDash val="sysDot"/>
            <a:round/>
          </a:ln>
          <a:effectLst/>
        </p:spPr>
        <p:txBody>
          <a:bodyPr wrap="none"/>
          <a:lstStyle/>
          <a:p>
            <a:endParaRPr lang="zh-CN" altLang="en-US">
              <a:latin typeface="Times New Roman" panose="02020503050405090304" pitchFamily="18" charset="0"/>
              <a:ea typeface="微软雅黑" panose="020B0503020204020204" pitchFamily="34" charset="-122"/>
              <a:cs typeface="Times New Roman" panose="02020503050405090304" pitchFamily="18" charset="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8" name="Rectangle 3"/>
          <p:cNvSpPr>
            <a:spLocks noGrp="1"/>
          </p:cNvSpPr>
          <p:nvPr>
            <p:ph idx="1"/>
          </p:nvPr>
        </p:nvSpPr>
        <p:spPr>
          <a:xfrm>
            <a:off x="497205" y="959485"/>
            <a:ext cx="10728325" cy="4354830"/>
          </a:xfrm>
        </p:spPr>
        <p:txBody>
          <a:bodyPr vert="horz" wrap="square" lIns="91440" tIns="45720" rIns="91440" bIns="45720" anchor="t" anchorCtr="0">
            <a:normAutofit/>
          </a:bodyPr>
          <a:lstStyle/>
          <a:p>
            <a:pPr marL="457200" lvl="1" indent="-457200">
              <a:lnSpc>
                <a:spcPct val="150000"/>
              </a:lnSpc>
              <a:spcBef>
                <a:spcPts val="1000"/>
              </a:spcBef>
              <a:buClr>
                <a:srgbClr val="0000FF"/>
              </a:buClr>
              <a:buFont typeface="Wingdings" panose="05000000000000000000" pitchFamily="2" charset="2"/>
              <a:buChar char="n"/>
            </a:pPr>
            <a:r>
              <a:rPr lang="zh-CN" altLang="en-US"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地址变换机构</a:t>
            </a:r>
            <a:endParaRPr lang="en-US" altLang="zh-CN"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endParaRPr>
          </a:p>
          <a:p>
            <a:pPr marL="914400" lvl="2" indent="-457200">
              <a:lnSpc>
                <a:spcPct val="150000"/>
              </a:lnSpc>
              <a:spcBef>
                <a:spcPts val="1000"/>
              </a:spcBef>
              <a:buClr>
                <a:srgbClr val="0000FF"/>
              </a:buClr>
              <a:buFont typeface="Wingdings" panose="05000000000000000000" pitchFamily="2" charset="2"/>
              <a:buChar char="Ø"/>
            </a:pP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将用户地址空间中的</a:t>
            </a:r>
            <a:r>
              <a:rPr lang="zh-CN" altLang="en-US"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逻辑地址变换为内存空间中的物理地址</a:t>
            </a:r>
            <a:endParaRPr lang="en-US" altLang="zh-CN"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endParaRPr>
          </a:p>
          <a:p>
            <a:pPr marL="914400" lvl="2" indent="-457200">
              <a:lnSpc>
                <a:spcPct val="150000"/>
              </a:lnSpc>
              <a:spcBef>
                <a:spcPts val="1000"/>
              </a:spcBef>
              <a:buClr>
                <a:srgbClr val="0000FF"/>
              </a:buClr>
              <a:buFont typeface="Wingdings" panose="05000000000000000000" pitchFamily="2" charset="2"/>
              <a:buChar char="Ø"/>
            </a:pPr>
            <a:r>
              <a:rPr lang="zh-CN" altLang="en-US"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页内地址和物理地址是一一对应</a:t>
            </a: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的</a:t>
            </a:r>
            <a:r>
              <a:rPr lang="en-US" altLang="zh-CN" b="1" dirty="0">
                <a:latin typeface="Times New Roman" panose="02020503050405090304" pitchFamily="18" charset="0"/>
                <a:ea typeface="微软雅黑" panose="020B0503020204020204" pitchFamily="34" charset="-122"/>
                <a:cs typeface="Times New Roman" panose="02020503050405090304" pitchFamily="18" charset="0"/>
              </a:rPr>
              <a:t>(</a:t>
            </a: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例如，对于页面大小是 </a:t>
            </a:r>
            <a:r>
              <a:rPr lang="en-US" altLang="zh-CN" b="1" dirty="0">
                <a:latin typeface="Times New Roman" panose="02020503050405090304" pitchFamily="18" charset="0"/>
                <a:ea typeface="微软雅黑" panose="020B0503020204020204" pitchFamily="34" charset="-122"/>
                <a:cs typeface="Times New Roman" panose="02020503050405090304" pitchFamily="18" charset="0"/>
              </a:rPr>
              <a:t>1 KB </a:t>
            </a: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的页内地址是 </a:t>
            </a:r>
            <a:r>
              <a:rPr lang="en-US" altLang="zh-CN" b="1" dirty="0">
                <a:latin typeface="Times New Roman" panose="02020503050405090304" pitchFamily="18" charset="0"/>
                <a:ea typeface="微软雅黑" panose="020B0503020204020204" pitchFamily="34" charset="-122"/>
                <a:cs typeface="Times New Roman" panose="02020503050405090304" pitchFamily="18" charset="0"/>
              </a:rPr>
              <a:t>0</a:t>
            </a: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a:t>
            </a:r>
            <a:r>
              <a:rPr lang="en-US" altLang="zh-CN" b="1" dirty="0">
                <a:latin typeface="Times New Roman" panose="02020503050405090304" pitchFamily="18" charset="0"/>
                <a:ea typeface="微软雅黑" panose="020B0503020204020204" pitchFamily="34" charset="-122"/>
                <a:cs typeface="Times New Roman" panose="02020503050405090304" pitchFamily="18" charset="0"/>
              </a:rPr>
              <a:t>1023</a:t>
            </a: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，其相应的物理块内的地址也是 </a:t>
            </a:r>
            <a:r>
              <a:rPr lang="en-US" altLang="zh-CN" b="1" dirty="0">
                <a:latin typeface="Times New Roman" panose="02020503050405090304" pitchFamily="18" charset="0"/>
                <a:ea typeface="微软雅黑" panose="020B0503020204020204" pitchFamily="34" charset="-122"/>
                <a:cs typeface="Times New Roman" panose="02020503050405090304" pitchFamily="18" charset="0"/>
              </a:rPr>
              <a:t>0</a:t>
            </a: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a:t>
            </a:r>
            <a:r>
              <a:rPr lang="en-US" altLang="zh-CN" b="1" dirty="0">
                <a:latin typeface="Times New Roman" panose="02020503050405090304" pitchFamily="18" charset="0"/>
                <a:ea typeface="微软雅黑" panose="020B0503020204020204" pitchFamily="34" charset="-122"/>
                <a:cs typeface="Times New Roman" panose="02020503050405090304" pitchFamily="18" charset="0"/>
              </a:rPr>
              <a:t>1023</a:t>
            </a: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，无须再进行转换</a:t>
            </a:r>
            <a:r>
              <a:rPr lang="en-US" altLang="zh-CN" b="1" dirty="0">
                <a:latin typeface="Times New Roman" panose="02020503050405090304" pitchFamily="18" charset="0"/>
                <a:ea typeface="微软雅黑" panose="020B0503020204020204" pitchFamily="34" charset="-122"/>
                <a:cs typeface="Times New Roman" panose="02020503050405090304" pitchFamily="18" charset="0"/>
              </a:rPr>
              <a:t>)</a:t>
            </a:r>
            <a:endParaRPr lang="en-US" altLang="zh-CN" b="1" dirty="0">
              <a:latin typeface="Times New Roman" panose="02020503050405090304" pitchFamily="18" charset="0"/>
              <a:ea typeface="微软雅黑" panose="020B0503020204020204" pitchFamily="34" charset="-122"/>
              <a:cs typeface="Times New Roman" panose="02020503050405090304" pitchFamily="18" charset="0"/>
            </a:endParaRPr>
          </a:p>
          <a:p>
            <a:pPr marL="914400" lvl="2" indent="-457200">
              <a:lnSpc>
                <a:spcPct val="150000"/>
              </a:lnSpc>
              <a:spcBef>
                <a:spcPts val="1000"/>
              </a:spcBef>
              <a:buClr>
                <a:srgbClr val="0000FF"/>
              </a:buClr>
              <a:buFont typeface="Wingdings" panose="05000000000000000000" pitchFamily="2" charset="2"/>
              <a:buChar char="Ø"/>
            </a:pP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地址变换机构的任务：将逻辑地址中的</a:t>
            </a:r>
            <a:r>
              <a:rPr lang="zh-CN" altLang="en-US"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页号</a:t>
            </a: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，转换为内存中的物理</a:t>
            </a:r>
            <a:r>
              <a:rPr lang="zh-CN" altLang="en-US"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块号</a:t>
            </a: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a:t>
            </a:r>
            <a:endParaRPr lang="en-US" altLang="zh-CN" b="1" dirty="0">
              <a:latin typeface="Times New Roman" panose="02020503050405090304" pitchFamily="18" charset="0"/>
              <a:ea typeface="微软雅黑" panose="020B0503020204020204" pitchFamily="34" charset="-122"/>
              <a:cs typeface="Times New Roman" panose="02020503050405090304" pitchFamily="18" charset="0"/>
            </a:endParaRPr>
          </a:p>
          <a:p>
            <a:pPr marL="914400" lvl="2" indent="-457200">
              <a:lnSpc>
                <a:spcPct val="150000"/>
              </a:lnSpc>
              <a:spcBef>
                <a:spcPts val="1000"/>
              </a:spcBef>
              <a:buClr>
                <a:srgbClr val="0000FF"/>
              </a:buClr>
              <a:buFont typeface="Wingdings" panose="05000000000000000000" pitchFamily="2" charset="2"/>
              <a:buChar char="Ø"/>
            </a:pP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页面映射表的作用就是用于实现从页号到物理块号的变换，因此，地址变换任务是借助于</a:t>
            </a:r>
            <a:r>
              <a:rPr lang="zh-CN" altLang="en-US"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页表</a:t>
            </a: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来完成的。</a:t>
            </a:r>
            <a:endParaRPr lang="zh-CN" altLang="en-US" b="1" dirty="0">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5" name="标题 1"/>
          <p:cNvSpPr txBox="1"/>
          <p:nvPr/>
        </p:nvSpPr>
        <p:spPr>
          <a:xfrm>
            <a:off x="157480" y="33655"/>
            <a:ext cx="10883265" cy="108140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eaLnBrk="1" hangingPunct="1"/>
            <a:r>
              <a:rPr lang="en-US" altLang="zh-CN" sz="3900" b="1" dirty="0">
                <a:latin typeface="微软雅黑" panose="020B0503020204020204" pitchFamily="34" charset="-122"/>
                <a:ea typeface="微软雅黑" panose="020B0503020204020204" pitchFamily="34" charset="-122"/>
              </a:rPr>
              <a:t>4.5.2 </a:t>
            </a:r>
            <a:r>
              <a:rPr lang="zh-CN" altLang="en-US" sz="3900" b="1" dirty="0">
                <a:latin typeface="微软雅黑" panose="020B0503020204020204" pitchFamily="34" charset="-122"/>
                <a:ea typeface="微软雅黑" panose="020B0503020204020204" pitchFamily="34" charset="-122"/>
              </a:rPr>
              <a:t>地址变换机构</a:t>
            </a:r>
            <a:endParaRPr lang="zh-CN" altLang="en-US" sz="3900" b="1" dirty="0">
              <a:latin typeface="微软雅黑" panose="020B0503020204020204" pitchFamily="34" charset="-122"/>
              <a:ea typeface="微软雅黑" panose="020B0503020204020204" pitchFamily="34" charset="-122"/>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8" name="Rectangle 3"/>
          <p:cNvSpPr>
            <a:spLocks noGrp="1"/>
          </p:cNvSpPr>
          <p:nvPr>
            <p:ph idx="1"/>
          </p:nvPr>
        </p:nvSpPr>
        <p:spPr>
          <a:xfrm>
            <a:off x="405765" y="959485"/>
            <a:ext cx="11136630" cy="3968750"/>
          </a:xfrm>
        </p:spPr>
        <p:txBody>
          <a:bodyPr vert="horz" wrap="square" lIns="91440" tIns="45720" rIns="91440" bIns="45720" anchor="t" anchorCtr="0">
            <a:normAutofit/>
          </a:bodyPr>
          <a:lstStyle/>
          <a:p>
            <a:pPr marL="457200" lvl="1" indent="-457200">
              <a:lnSpc>
                <a:spcPct val="150000"/>
              </a:lnSpc>
              <a:spcBef>
                <a:spcPts val="1000"/>
              </a:spcBef>
              <a:buClr>
                <a:srgbClr val="0000FF"/>
              </a:buClr>
              <a:buFont typeface="Wingdings" panose="05000000000000000000" pitchFamily="2" charset="2"/>
              <a:buChar char="n"/>
            </a:pPr>
            <a:r>
              <a:rPr lang="zh-CN" altLang="en-US"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基本的地址变换机构</a:t>
            </a:r>
            <a:endParaRPr lang="en-US" altLang="zh-CN"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endParaRPr>
          </a:p>
          <a:p>
            <a:pPr marL="914400" lvl="2" indent="-457200">
              <a:lnSpc>
                <a:spcPct val="150000"/>
              </a:lnSpc>
              <a:spcBef>
                <a:spcPts val="1000"/>
              </a:spcBef>
              <a:buClr>
                <a:srgbClr val="0000FF"/>
              </a:buClr>
              <a:buFont typeface="Wingdings" panose="05000000000000000000" pitchFamily="2" charset="2"/>
              <a:buChar char="Ø"/>
            </a:pP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页表的功能可以由一组专门的</a:t>
            </a:r>
            <a:r>
              <a:rPr lang="zh-CN" altLang="en-US"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寄存器</a:t>
            </a: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来实现，</a:t>
            </a:r>
            <a:r>
              <a:rPr lang="zh-CN" altLang="en-US"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一个页表项用一个寄存器。</a:t>
            </a: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页表大多驻留在</a:t>
            </a:r>
            <a:r>
              <a:rPr lang="zh-CN" altLang="en-US"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内存</a:t>
            </a: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中，在系统中只设置一个</a:t>
            </a:r>
            <a:r>
              <a:rPr lang="zh-CN" altLang="en-US"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页表寄存器 </a:t>
            </a:r>
            <a:r>
              <a:rPr lang="en-US" altLang="zh-CN"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PTR</a:t>
            </a:r>
            <a:r>
              <a:rPr lang="en-US" altLang="zh-CN" b="1" dirty="0">
                <a:latin typeface="Times New Roman" panose="02020503050405090304" pitchFamily="18" charset="0"/>
                <a:ea typeface="微软雅黑" panose="020B0503020204020204" pitchFamily="34" charset="-122"/>
                <a:cs typeface="Times New Roman" panose="02020503050405090304" pitchFamily="18" charset="0"/>
              </a:rPr>
              <a:t>(Page-Table Register)</a:t>
            </a: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，在其中存放页表在内存的</a:t>
            </a:r>
            <a:r>
              <a:rPr lang="zh-CN" altLang="en-US"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始址</a:t>
            </a: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和页表的</a:t>
            </a:r>
            <a:r>
              <a:rPr lang="zh-CN" altLang="en-US"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长度</a:t>
            </a: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。当调度程序调度到某进程时，才将这两个数据装入页表寄存器中。在单处理机环境下，虽然系统中可以运行多个进程，但只需一个页表寄存器。</a:t>
            </a:r>
            <a:endParaRPr lang="zh-CN" altLang="en-US" b="1" dirty="0">
              <a:latin typeface="Times New Roman" panose="02020503050405090304" pitchFamily="18" charset="0"/>
              <a:ea typeface="微软雅黑" panose="020B0503020204020204" pitchFamily="34" charset="-122"/>
              <a:cs typeface="Times New Roman" panose="02020503050405090304" pitchFamily="18" charset="0"/>
            </a:endParaRPr>
          </a:p>
          <a:p>
            <a:pPr marL="914400" lvl="2" indent="-457200">
              <a:lnSpc>
                <a:spcPct val="150000"/>
              </a:lnSpc>
              <a:spcBef>
                <a:spcPts val="1000"/>
              </a:spcBef>
              <a:buClr>
                <a:srgbClr val="0000FF"/>
              </a:buClr>
              <a:buFont typeface="Wingdings" panose="05000000000000000000" pitchFamily="2" charset="2"/>
              <a:buChar char="Ø"/>
            </a:pPr>
            <a:r>
              <a:rPr lang="zh-CN" altLang="en-US"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越界保护：</a:t>
            </a: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在执行检索之前，先将</a:t>
            </a:r>
            <a:r>
              <a:rPr lang="zh-CN" altLang="en-US"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页号与页表</a:t>
            </a: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长度进行比较，如果页号大于或等于页表长度，则表示本次所访问的地址已超越进程的地址空间，产生地址</a:t>
            </a:r>
            <a:r>
              <a:rPr lang="zh-CN" altLang="en-US"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越界中断</a:t>
            </a: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a:t>
            </a:r>
            <a:endParaRPr lang="en-US" altLang="zh-CN" b="1" dirty="0">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5" name="标题 1"/>
          <p:cNvSpPr txBox="1"/>
          <p:nvPr/>
        </p:nvSpPr>
        <p:spPr>
          <a:xfrm>
            <a:off x="164465" y="33655"/>
            <a:ext cx="10876280" cy="108140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eaLnBrk="1" hangingPunct="1"/>
            <a:r>
              <a:rPr lang="en-US" altLang="zh-CN" sz="3900" b="1" dirty="0">
                <a:latin typeface="微软雅黑" panose="020B0503020204020204" pitchFamily="34" charset="-122"/>
                <a:ea typeface="微软雅黑" panose="020B0503020204020204" pitchFamily="34" charset="-122"/>
              </a:rPr>
              <a:t>4.5.2 </a:t>
            </a:r>
            <a:r>
              <a:rPr lang="zh-CN" altLang="en-US" sz="3900" b="1" dirty="0">
                <a:latin typeface="微软雅黑" panose="020B0503020204020204" pitchFamily="34" charset="-122"/>
                <a:ea typeface="微软雅黑" panose="020B0503020204020204" pitchFamily="34" charset="-122"/>
              </a:rPr>
              <a:t>地址变换机构</a:t>
            </a:r>
            <a:endParaRPr lang="zh-CN" altLang="en-US" sz="3900" b="1" dirty="0">
              <a:latin typeface="微软雅黑" panose="020B0503020204020204" pitchFamily="34" charset="-122"/>
              <a:ea typeface="微软雅黑" panose="020B0503020204020204" pitchFamily="34" charset="-122"/>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8" name="Rectangle 3"/>
          <p:cNvSpPr>
            <a:spLocks noGrp="1"/>
          </p:cNvSpPr>
          <p:nvPr>
            <p:ph idx="1"/>
          </p:nvPr>
        </p:nvSpPr>
        <p:spPr>
          <a:xfrm>
            <a:off x="721360" y="959485"/>
            <a:ext cx="10637520" cy="5596890"/>
          </a:xfrm>
        </p:spPr>
        <p:txBody>
          <a:bodyPr vert="horz" wrap="square" lIns="91440" tIns="45720" rIns="91440" bIns="45720" anchor="t" anchorCtr="0">
            <a:normAutofit/>
          </a:bodyPr>
          <a:lstStyle/>
          <a:p>
            <a:pPr marL="457200" lvl="1" indent="-457200">
              <a:lnSpc>
                <a:spcPct val="150000"/>
              </a:lnSpc>
              <a:spcBef>
                <a:spcPts val="1000"/>
              </a:spcBef>
              <a:buClr>
                <a:srgbClr val="0000FF"/>
              </a:buClr>
              <a:buFont typeface="Wingdings" panose="05000000000000000000" pitchFamily="2" charset="2"/>
              <a:buChar char="n"/>
            </a:pPr>
            <a:r>
              <a:rPr lang="zh-CN" altLang="en-US"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基本的地址变换机构</a:t>
            </a:r>
            <a:endParaRPr lang="en-US" altLang="zh-CN"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5" name="标题 1"/>
          <p:cNvSpPr txBox="1"/>
          <p:nvPr/>
        </p:nvSpPr>
        <p:spPr>
          <a:xfrm>
            <a:off x="276225" y="33655"/>
            <a:ext cx="10764520" cy="108140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eaLnBrk="1" hangingPunct="1"/>
            <a:r>
              <a:rPr lang="en-US" altLang="zh-CN" sz="3900" b="1" dirty="0">
                <a:latin typeface="微软雅黑" panose="020B0503020204020204" pitchFamily="34" charset="-122"/>
                <a:ea typeface="微软雅黑" panose="020B0503020204020204" pitchFamily="34" charset="-122"/>
              </a:rPr>
              <a:t>4.5.2 </a:t>
            </a:r>
            <a:r>
              <a:rPr lang="zh-CN" altLang="en-US" sz="3900" b="1" dirty="0">
                <a:latin typeface="微软雅黑" panose="020B0503020204020204" pitchFamily="34" charset="-122"/>
                <a:ea typeface="微软雅黑" panose="020B0503020204020204" pitchFamily="34" charset="-122"/>
              </a:rPr>
              <a:t>地址变换机构</a:t>
            </a:r>
            <a:endParaRPr lang="zh-CN" altLang="en-US" sz="3900" b="1" dirty="0">
              <a:latin typeface="微软雅黑" panose="020B0503020204020204" pitchFamily="34" charset="-122"/>
              <a:ea typeface="微软雅黑" panose="020B0503020204020204" pitchFamily="34" charset="-122"/>
            </a:endParaRPr>
          </a:p>
        </p:txBody>
      </p:sp>
      <p:graphicFrame>
        <p:nvGraphicFramePr>
          <p:cNvPr id="4" name="Object 3"/>
          <p:cNvGraphicFramePr>
            <a:graphicFrameLocks noChangeAspect="1"/>
          </p:cNvGraphicFramePr>
          <p:nvPr/>
        </p:nvGraphicFramePr>
        <p:xfrm>
          <a:off x="1964690" y="1481455"/>
          <a:ext cx="8150860" cy="5333365"/>
        </p:xfrm>
        <a:graphic>
          <a:graphicData uri="http://schemas.openxmlformats.org/presentationml/2006/ole">
            <mc:AlternateContent xmlns:mc="http://schemas.openxmlformats.org/markup-compatibility/2006">
              <mc:Choice xmlns:v="urn:schemas-microsoft-com:vml" Requires="v">
                <p:oleObj spid="_x0000_s24587" name="Visio" r:id="rId1" imgW="5994400" imgH="3924300" progId="Visio.Drawing.11">
                  <p:embed/>
                </p:oleObj>
              </mc:Choice>
              <mc:Fallback>
                <p:oleObj name="Visio" r:id="rId1" imgW="5994400" imgH="3924300" progId="Visio.Drawing.11">
                  <p:embed/>
                  <p:pic>
                    <p:nvPicPr>
                      <p:cNvPr id="0" name="Object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64690" y="1481455"/>
                        <a:ext cx="8150860" cy="5333365"/>
                      </a:xfrm>
                      <a:prstGeom prst="rect">
                        <a:avLst/>
                      </a:prstGeom>
                      <a:noFill/>
                      <a:effectLst/>
                    </p:spPr>
                  </p:pic>
                </p:oleObj>
              </mc:Fallback>
            </mc:AlternateContent>
          </a:graphicData>
        </a:graphic>
      </p:graphicFrame>
      <p:sp>
        <p:nvSpPr>
          <p:cNvPr id="2" name="文本框 1"/>
          <p:cNvSpPr txBox="1"/>
          <p:nvPr/>
        </p:nvSpPr>
        <p:spPr>
          <a:xfrm>
            <a:off x="7757160" y="5252085"/>
            <a:ext cx="803910" cy="337185"/>
          </a:xfrm>
          <a:prstGeom prst="rect">
            <a:avLst/>
          </a:prstGeom>
          <a:noFill/>
        </p:spPr>
        <p:txBody>
          <a:bodyPr wrap="square" rtlCol="0" anchor="t">
            <a:spAutoFit/>
          </a:bodyPr>
          <a:p>
            <a:r>
              <a:rPr lang="zh-CN" altLang="en-US" sz="1600"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sym typeface="+mn-ea"/>
              </a:rPr>
              <a:t>块号</a:t>
            </a:r>
            <a:r>
              <a:rPr lang="en-US" altLang="zh-CN" sz="1600"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sym typeface="+mn-ea"/>
              </a:rPr>
              <a:t>b</a:t>
            </a:r>
            <a:endParaRPr lang="en-US" altLang="zh-CN" sz="1600"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sym typeface="+mn-ea"/>
            </a:endParaRPr>
          </a:p>
        </p:txBody>
      </p:sp>
      <p:sp>
        <p:nvSpPr>
          <p:cNvPr id="3" name="文本框 2"/>
          <p:cNvSpPr txBox="1"/>
          <p:nvPr/>
        </p:nvSpPr>
        <p:spPr>
          <a:xfrm>
            <a:off x="8712835" y="5252085"/>
            <a:ext cx="1343660" cy="337185"/>
          </a:xfrm>
          <a:prstGeom prst="rect">
            <a:avLst/>
          </a:prstGeom>
          <a:noFill/>
        </p:spPr>
        <p:txBody>
          <a:bodyPr wrap="square" rtlCol="0" anchor="t">
            <a:spAutoFit/>
          </a:bodyPr>
          <a:p>
            <a:pPr algn="ctr"/>
            <a:r>
              <a:rPr lang="zh-CN" altLang="en-US" sz="1600"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sym typeface="+mn-ea"/>
              </a:rPr>
              <a:t>页内</a:t>
            </a:r>
            <a:r>
              <a:rPr lang="zh-CN" altLang="en-US" sz="1600"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sym typeface="+mn-ea"/>
              </a:rPr>
              <a:t>地址</a:t>
            </a:r>
            <a:endParaRPr lang="zh-CN" altLang="en-US" sz="1600"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sym typeface="+mn-ea"/>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8" name="Rectangle 3"/>
          <p:cNvSpPr>
            <a:spLocks noGrp="1"/>
          </p:cNvSpPr>
          <p:nvPr>
            <p:ph idx="1"/>
          </p:nvPr>
        </p:nvSpPr>
        <p:spPr>
          <a:xfrm>
            <a:off x="497840" y="902970"/>
            <a:ext cx="9479280" cy="5898515"/>
          </a:xfrm>
        </p:spPr>
        <p:txBody>
          <a:bodyPr vert="horz" wrap="square" lIns="91440" tIns="45720" rIns="91440" bIns="45720" anchor="t" anchorCtr="0">
            <a:normAutofit/>
          </a:bodyPr>
          <a:lstStyle/>
          <a:p>
            <a:pPr marL="457200" lvl="1" indent="-457200">
              <a:lnSpc>
                <a:spcPct val="150000"/>
              </a:lnSpc>
              <a:spcBef>
                <a:spcPts val="1000"/>
              </a:spcBef>
              <a:buClr>
                <a:srgbClr val="0000FF"/>
              </a:buClr>
              <a:buFont typeface="Wingdings" panose="05000000000000000000" pitchFamily="2" charset="2"/>
              <a:buChar char="n"/>
            </a:pPr>
            <a:r>
              <a:rPr lang="zh-CN" altLang="en-US"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访问内存</a:t>
            </a:r>
            <a:r>
              <a:rPr lang="en-US" altLang="zh-CN"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11987</a:t>
            </a:r>
            <a:r>
              <a:rPr lang="zh-CN" altLang="en-US"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单元，得到需要的数据</a:t>
            </a:r>
            <a:r>
              <a:rPr lang="en-US" altLang="zh-CN"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365</a:t>
            </a:r>
            <a:endParaRPr lang="en-US" altLang="zh-CN"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5" name="标题 1"/>
          <p:cNvSpPr txBox="1"/>
          <p:nvPr/>
        </p:nvSpPr>
        <p:spPr>
          <a:xfrm>
            <a:off x="184785" y="33655"/>
            <a:ext cx="10855960" cy="108140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eaLnBrk="1" hangingPunct="1"/>
            <a:r>
              <a:rPr lang="en-US" altLang="zh-CN" sz="3900" b="1" dirty="0">
                <a:latin typeface="微软雅黑" panose="020B0503020204020204" pitchFamily="34" charset="-122"/>
                <a:ea typeface="微软雅黑" panose="020B0503020204020204" pitchFamily="34" charset="-122"/>
              </a:rPr>
              <a:t>4.5.2 </a:t>
            </a:r>
            <a:r>
              <a:rPr lang="zh-CN" altLang="en-US" sz="3900" b="1" dirty="0">
                <a:latin typeface="微软雅黑" panose="020B0503020204020204" pitchFamily="34" charset="-122"/>
                <a:ea typeface="微软雅黑" panose="020B0503020204020204" pitchFamily="34" charset="-122"/>
              </a:rPr>
              <a:t>地址变换机构</a:t>
            </a:r>
            <a:endParaRPr lang="zh-CN" altLang="en-US" sz="3900" b="1" dirty="0">
              <a:latin typeface="微软雅黑" panose="020B0503020204020204" pitchFamily="34" charset="-122"/>
              <a:ea typeface="微软雅黑" panose="020B0503020204020204" pitchFamily="34" charset="-122"/>
            </a:endParaRPr>
          </a:p>
        </p:txBody>
      </p:sp>
      <p:graphicFrame>
        <p:nvGraphicFramePr>
          <p:cNvPr id="6" name="Object 3"/>
          <p:cNvGraphicFramePr>
            <a:graphicFrameLocks noChangeAspect="1"/>
          </p:cNvGraphicFramePr>
          <p:nvPr/>
        </p:nvGraphicFramePr>
        <p:xfrm>
          <a:off x="2286799" y="1635035"/>
          <a:ext cx="7376783" cy="4898325"/>
        </p:xfrm>
        <a:graphic>
          <a:graphicData uri="http://schemas.openxmlformats.org/presentationml/2006/ole">
            <mc:AlternateContent xmlns:mc="http://schemas.openxmlformats.org/markup-compatibility/2006">
              <mc:Choice xmlns:v="urn:schemas-microsoft-com:vml" Requires="v">
                <p:oleObj spid="_x0000_s23565" name="" r:id="rId1" imgW="4538345" imgH="3014345" progId="Visio.Drawing.11">
                  <p:embed/>
                </p:oleObj>
              </mc:Choice>
              <mc:Fallback>
                <p:oleObj name="" r:id="rId1" imgW="4538345" imgH="3014345" progId="Visio.Drawing.11">
                  <p:embed/>
                  <p:pic>
                    <p:nvPicPr>
                      <p:cNvPr id="0" name="Object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799" y="1635035"/>
                        <a:ext cx="7376783" cy="4898325"/>
                      </a:xfrm>
                      <a:prstGeom prst="rect">
                        <a:avLst/>
                      </a:prstGeom>
                      <a:solidFill>
                        <a:srgbClr val="FFFFCC"/>
                      </a:solidFill>
                      <a:effectLst/>
                    </p:spPr>
                  </p:pic>
                </p:oleObj>
              </mc:Fallback>
            </mc:AlternateContent>
          </a:graphicData>
        </a:graphic>
      </p:graphicFrame>
      <p:sp>
        <p:nvSpPr>
          <p:cNvPr id="2" name="文本框 1"/>
          <p:cNvSpPr txBox="1"/>
          <p:nvPr/>
        </p:nvSpPr>
        <p:spPr>
          <a:xfrm>
            <a:off x="8486140" y="1862455"/>
            <a:ext cx="2152650" cy="368300"/>
          </a:xfrm>
          <a:prstGeom prst="rect">
            <a:avLst/>
          </a:prstGeom>
          <a:noFill/>
        </p:spPr>
        <p:txBody>
          <a:bodyPr wrap="square" rtlCol="0" anchor="t">
            <a:spAutoFit/>
          </a:bodyPr>
          <a:p>
            <a:r>
              <a:rPr lang="zh-CN" altLang="en-US" b="1" dirty="0">
                <a:solidFill>
                  <a:srgbClr val="FF0000"/>
                </a:solidFill>
                <a:latin typeface="Times New Roman" panose="02020503050405090304" pitchFamily="18" charset="0"/>
                <a:ea typeface="微软雅黑" panose="020B0503020204020204" pitchFamily="34" charset="-122"/>
                <a:cs typeface="Times New Roman" panose="02020503050405090304" pitchFamily="18" charset="0"/>
                <a:sym typeface="+mn-ea"/>
              </a:rPr>
              <a:t>页面大小为</a:t>
            </a:r>
            <a:r>
              <a:rPr lang="en-US" altLang="zh-CN" b="1" dirty="0">
                <a:solidFill>
                  <a:srgbClr val="FF0000"/>
                </a:solidFill>
                <a:latin typeface="Times New Roman" panose="02020503050405090304" pitchFamily="18" charset="0"/>
                <a:ea typeface="微软雅黑" panose="020B0503020204020204" pitchFamily="34" charset="-122"/>
                <a:cs typeface="Times New Roman" panose="02020503050405090304" pitchFamily="18" charset="0"/>
                <a:sym typeface="+mn-ea"/>
              </a:rPr>
              <a:t>1KB</a:t>
            </a:r>
            <a:endParaRPr lang="en-US" altLang="zh-CN" b="1" dirty="0">
              <a:solidFill>
                <a:srgbClr val="FF0000"/>
              </a:solidFill>
              <a:latin typeface="Times New Roman" panose="02020503050405090304" pitchFamily="18" charset="0"/>
              <a:ea typeface="微软雅黑" panose="020B0503020204020204" pitchFamily="34" charset="-122"/>
              <a:cs typeface="Times New Roman" panose="02020503050405090304" pitchFamily="18" charset="0"/>
              <a:sym typeface="+mn-ea"/>
            </a:endParaRPr>
          </a:p>
        </p:txBody>
      </p:sp>
      <p:sp>
        <p:nvSpPr>
          <p:cNvPr id="3" name="文本框 2"/>
          <p:cNvSpPr txBox="1"/>
          <p:nvPr/>
        </p:nvSpPr>
        <p:spPr>
          <a:xfrm>
            <a:off x="9663430" y="3484245"/>
            <a:ext cx="2152650" cy="645160"/>
          </a:xfrm>
          <a:prstGeom prst="rect">
            <a:avLst/>
          </a:prstGeom>
          <a:noFill/>
        </p:spPr>
        <p:txBody>
          <a:bodyPr wrap="square" rtlCol="0" anchor="t">
            <a:spAutoFit/>
          </a:bodyPr>
          <a:p>
            <a:r>
              <a:rPr lang="zh-CN" altLang="en-US" b="1" dirty="0">
                <a:solidFill>
                  <a:srgbClr val="FF0000"/>
                </a:solidFill>
                <a:latin typeface="Times New Roman" panose="02020503050405090304" pitchFamily="18" charset="0"/>
                <a:ea typeface="微软雅黑" panose="020B0503020204020204" pitchFamily="34" charset="-122"/>
                <a:cs typeface="Times New Roman" panose="02020503050405090304" pitchFamily="18" charset="0"/>
                <a:sym typeface="+mn-ea"/>
              </a:rPr>
              <a:t>页面大小和物理块大小均为</a:t>
            </a:r>
            <a:r>
              <a:rPr lang="en-US" altLang="zh-CN" b="1" dirty="0">
                <a:solidFill>
                  <a:srgbClr val="FF0000"/>
                </a:solidFill>
                <a:latin typeface="Times New Roman" panose="02020503050405090304" pitchFamily="18" charset="0"/>
                <a:ea typeface="微软雅黑" panose="020B0503020204020204" pitchFamily="34" charset="-122"/>
                <a:cs typeface="Times New Roman" panose="02020503050405090304" pitchFamily="18" charset="0"/>
                <a:sym typeface="+mn-ea"/>
              </a:rPr>
              <a:t>1KB</a:t>
            </a:r>
            <a:endParaRPr lang="en-US" altLang="zh-CN" b="1" dirty="0">
              <a:solidFill>
                <a:srgbClr val="FF0000"/>
              </a:solidFill>
              <a:latin typeface="Times New Roman" panose="02020503050405090304" pitchFamily="18" charset="0"/>
              <a:ea typeface="微软雅黑" panose="020B0503020204020204" pitchFamily="34" charset="-122"/>
              <a:cs typeface="Times New Roman" panose="02020503050405090304" pitchFamily="18" charset="0"/>
              <a:sym typeface="+mn-ea"/>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8" name="Rectangle 3"/>
          <p:cNvSpPr>
            <a:spLocks noGrp="1"/>
          </p:cNvSpPr>
          <p:nvPr>
            <p:ph idx="1"/>
          </p:nvPr>
        </p:nvSpPr>
        <p:spPr>
          <a:xfrm>
            <a:off x="1774192" y="959373"/>
            <a:ext cx="8406128" cy="5898627"/>
          </a:xfrm>
        </p:spPr>
        <p:txBody>
          <a:bodyPr vert="horz" wrap="square" lIns="91440" tIns="45720" rIns="91440" bIns="45720" anchor="t" anchorCtr="0">
            <a:normAutofit/>
          </a:bodyPr>
          <a:lstStyle/>
          <a:p>
            <a:pPr marL="457200" lvl="1" indent="-457200">
              <a:lnSpc>
                <a:spcPct val="150000"/>
              </a:lnSpc>
              <a:spcBef>
                <a:spcPts val="1000"/>
              </a:spcBef>
              <a:buClr>
                <a:srgbClr val="0000FF"/>
              </a:buClr>
              <a:buFont typeface="Wingdings" panose="05000000000000000000" pitchFamily="2" charset="2"/>
              <a:buChar char="n"/>
            </a:pPr>
            <a:endParaRPr lang="en-US" altLang="zh-CN"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endParaRPr>
          </a:p>
          <a:p>
            <a:pPr marL="457200" lvl="2" indent="0">
              <a:lnSpc>
                <a:spcPct val="150000"/>
              </a:lnSpc>
              <a:spcBef>
                <a:spcPts val="1000"/>
              </a:spcBef>
              <a:buClr>
                <a:srgbClr val="0000FF"/>
              </a:buClr>
              <a:buNone/>
            </a:pPr>
            <a:endParaRPr lang="en-US" altLang="zh-CN" b="1" dirty="0">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5" name="标题 1"/>
          <p:cNvSpPr txBox="1"/>
          <p:nvPr/>
        </p:nvSpPr>
        <p:spPr>
          <a:xfrm>
            <a:off x="339725" y="33655"/>
            <a:ext cx="10701020" cy="108140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eaLnBrk="1" hangingPunct="1"/>
            <a:r>
              <a:rPr lang="en-US" altLang="zh-CN" sz="3900" b="1" dirty="0">
                <a:latin typeface="微软雅黑" panose="020B0503020204020204" pitchFamily="34" charset="-122"/>
                <a:ea typeface="微软雅黑" panose="020B0503020204020204" pitchFamily="34" charset="-122"/>
              </a:rPr>
              <a:t>4.5 </a:t>
            </a:r>
            <a:r>
              <a:rPr lang="zh-CN" altLang="en-US" sz="3900" b="1" dirty="0">
                <a:latin typeface="微软雅黑" panose="020B0503020204020204" pitchFamily="34" charset="-122"/>
                <a:ea typeface="微软雅黑" panose="020B0503020204020204" pitchFamily="34" charset="-122"/>
              </a:rPr>
              <a:t>分页式存储管理</a:t>
            </a:r>
            <a:r>
              <a:rPr lang="en-US" altLang="zh-CN" sz="3900" b="1" dirty="0">
                <a:solidFill>
                  <a:srgbClr val="FF0000"/>
                </a:solidFill>
                <a:latin typeface="微软雅黑" panose="020B0503020204020204" pitchFamily="34" charset="-122"/>
                <a:ea typeface="微软雅黑" panose="020B0503020204020204" pitchFamily="34" charset="-122"/>
              </a:rPr>
              <a:t>-</a:t>
            </a:r>
            <a:r>
              <a:rPr lang="zh-CN" altLang="en-US" sz="3900" b="1" dirty="0">
                <a:solidFill>
                  <a:srgbClr val="FF0000"/>
                </a:solidFill>
                <a:latin typeface="微软雅黑" panose="020B0503020204020204" pitchFamily="34" charset="-122"/>
                <a:ea typeface="微软雅黑" panose="020B0503020204020204" pitchFamily="34" charset="-122"/>
              </a:rPr>
              <a:t>练习</a:t>
            </a:r>
            <a:endParaRPr lang="zh-CN" altLang="en-US" sz="3900" b="1" dirty="0">
              <a:solidFill>
                <a:srgbClr val="FF0000"/>
              </a:solidFill>
              <a:latin typeface="微软雅黑" panose="020B0503020204020204" pitchFamily="34" charset="-122"/>
              <a:ea typeface="微软雅黑" panose="020B0503020204020204" pitchFamily="34" charset="-122"/>
            </a:endParaRPr>
          </a:p>
        </p:txBody>
      </p:sp>
      <p:sp>
        <p:nvSpPr>
          <p:cNvPr id="6" name="Rectangle 3"/>
          <p:cNvSpPr txBox="1">
            <a:spLocks noChangeArrowheads="1"/>
          </p:cNvSpPr>
          <p:nvPr/>
        </p:nvSpPr>
        <p:spPr>
          <a:xfrm>
            <a:off x="741045" y="1499870"/>
            <a:ext cx="10777220" cy="4286250"/>
          </a:xfrm>
          <a:prstGeom prst="rect">
            <a:avLst/>
          </a:prstGeom>
        </p:spPr>
        <p:txBody>
          <a:bodyPr/>
          <a:lstStyle/>
          <a:p>
            <a:pPr marL="342900" lvl="1" indent="-342900" algn="l" eaLnBrk="0" hangingPunct="0">
              <a:lnSpc>
                <a:spcPts val="3700"/>
              </a:lnSpc>
              <a:spcBef>
                <a:spcPts val="1800"/>
              </a:spcBef>
              <a:buClr>
                <a:srgbClr val="C00000"/>
              </a:buClr>
              <a:buSzPct val="70000"/>
              <a:buFont typeface="Wingdings" panose="05000000000000000000" pitchFamily="2" charset="2"/>
              <a:buChar char="n"/>
            </a:pPr>
            <a:r>
              <a:rPr lang="zh-CN" altLang="en-US" sz="2400" b="1" kern="0" dirty="0">
                <a:latin typeface="微软雅黑" panose="020B0503020204020204" pitchFamily="34" charset="-122"/>
                <a:ea typeface="微软雅黑" panose="020B0503020204020204" pitchFamily="34" charset="-122"/>
              </a:rPr>
              <a:t>某虚拟存储器的用户编程空间共</a:t>
            </a:r>
            <a:r>
              <a:rPr lang="en-US" altLang="zh-CN" sz="2400" b="1" kern="0" dirty="0">
                <a:latin typeface="微软雅黑" panose="020B0503020204020204" pitchFamily="34" charset="-122"/>
                <a:ea typeface="微软雅黑" panose="020B0503020204020204" pitchFamily="34" charset="-122"/>
              </a:rPr>
              <a:t>32</a:t>
            </a:r>
            <a:r>
              <a:rPr lang="zh-CN" altLang="en-US" sz="2400" b="1" kern="0" dirty="0">
                <a:latin typeface="微软雅黑" panose="020B0503020204020204" pitchFamily="34" charset="-122"/>
                <a:ea typeface="微软雅黑" panose="020B0503020204020204" pitchFamily="34" charset="-122"/>
              </a:rPr>
              <a:t>个页面，每页为</a:t>
            </a:r>
            <a:r>
              <a:rPr lang="en-US" altLang="zh-CN" sz="2400" b="1" kern="0" dirty="0">
                <a:latin typeface="微软雅黑" panose="020B0503020204020204" pitchFamily="34" charset="-122"/>
                <a:ea typeface="微软雅黑" panose="020B0503020204020204" pitchFamily="34" charset="-122"/>
              </a:rPr>
              <a:t>1KB</a:t>
            </a:r>
            <a:r>
              <a:rPr lang="zh-CN" altLang="en-US" sz="2400" b="1" kern="0" dirty="0">
                <a:latin typeface="微软雅黑" panose="020B0503020204020204" pitchFamily="34" charset="-122"/>
                <a:ea typeface="微软雅黑" panose="020B0503020204020204" pitchFamily="34" charset="-122"/>
              </a:rPr>
              <a:t>，内存为</a:t>
            </a:r>
            <a:r>
              <a:rPr lang="en-US" altLang="zh-CN" sz="2400" b="1" kern="0" dirty="0">
                <a:latin typeface="微软雅黑" panose="020B0503020204020204" pitchFamily="34" charset="-122"/>
                <a:ea typeface="微软雅黑" panose="020B0503020204020204" pitchFamily="34" charset="-122"/>
              </a:rPr>
              <a:t>16KB</a:t>
            </a:r>
            <a:r>
              <a:rPr lang="zh-CN" altLang="en-US" sz="2400" b="1" kern="0" dirty="0">
                <a:latin typeface="微软雅黑" panose="020B0503020204020204" pitchFamily="34" charset="-122"/>
                <a:ea typeface="微软雅黑" panose="020B0503020204020204" pitchFamily="34" charset="-122"/>
              </a:rPr>
              <a:t>。假定某时刻一用户页表中已调入内存的页面对应的物理块号如下表：</a:t>
            </a:r>
            <a:endParaRPr lang="en-US" altLang="zh-CN" sz="2400" b="1" kern="0" dirty="0">
              <a:solidFill>
                <a:srgbClr val="004080"/>
              </a:solidFill>
              <a:latin typeface="微软雅黑" panose="020B0503020204020204" pitchFamily="34" charset="-122"/>
              <a:ea typeface="微软雅黑" panose="020B0503020204020204" pitchFamily="34" charset="-122"/>
            </a:endParaRPr>
          </a:p>
        </p:txBody>
      </p:sp>
      <p:graphicFrame>
        <p:nvGraphicFramePr>
          <p:cNvPr id="7" name="Group 4"/>
          <p:cNvGraphicFramePr/>
          <p:nvPr/>
        </p:nvGraphicFramePr>
        <p:xfrm>
          <a:off x="6638613" y="3097848"/>
          <a:ext cx="2857500" cy="2314576"/>
        </p:xfrm>
        <a:graphic>
          <a:graphicData uri="http://schemas.openxmlformats.org/drawingml/2006/table">
            <a:tbl>
              <a:tblPr/>
              <a:tblGrid>
                <a:gridCol w="1071880"/>
                <a:gridCol w="1785620"/>
              </a:tblGrid>
              <a:tr h="463550">
                <a:tc>
                  <a:txBody>
                    <a:bodyPr/>
                    <a:lstStyle/>
                    <a:p>
                      <a:pPr marL="0" marR="0" lvl="0" indent="0" algn="ctr" defTabSz="914400" rtl="0" eaLnBrk="1" fontAlgn="base" latinLnBrk="1" hangingPunct="1">
                        <a:lnSpc>
                          <a:spcPct val="100000"/>
                        </a:lnSpc>
                        <a:spcBef>
                          <a:spcPct val="0"/>
                        </a:spcBef>
                        <a:spcAft>
                          <a:spcPct val="0"/>
                        </a:spcAft>
                        <a:buClrTx/>
                        <a:buSzTx/>
                        <a:buFontTx/>
                        <a:buNone/>
                      </a:pPr>
                      <a:r>
                        <a:rPr kumimoji="0" lang="zh-CN" sz="2400" b="1" i="0" u="none" strike="noStrike" cap="none" normalizeH="0" baseline="0" dirty="0">
                          <a:ln>
                            <a:noFill/>
                          </a:ln>
                          <a:solidFill>
                            <a:schemeClr val="bg1"/>
                          </a:solidFill>
                          <a:effectLst/>
                          <a:latin typeface="华文楷体" panose="02010600040101010101" charset="-122"/>
                          <a:ea typeface="华文楷体" panose="02010600040101010101" charset="-122"/>
                          <a:cs typeface="Times New Roman" panose="02020503050405090304" pitchFamily="18" charset="0"/>
                        </a:rPr>
                        <a:t>页号</a:t>
                      </a:r>
                      <a:endParaRPr kumimoji="0" lang="zh-CN" sz="2400" b="1" i="0" u="none" strike="noStrike" cap="none" normalizeH="0" baseline="0" dirty="0">
                        <a:ln>
                          <a:noFill/>
                        </a:ln>
                        <a:solidFill>
                          <a:schemeClr val="bg1"/>
                        </a:solidFill>
                        <a:effectLst/>
                        <a:latin typeface="华文楷体" panose="02010600040101010101" charset="-122"/>
                        <a:ea typeface="华文楷体" panose="02010600040101010101" charset="-122"/>
                        <a:cs typeface="Times New Roman" panose="02020503050405090304" pitchFamily="18" charset="0"/>
                      </a:endParaRPr>
                    </a:p>
                  </a:txBody>
                  <a:tcPr horzOverflow="overflow">
                    <a:lnL w="28575" cap="flat" cmpd="sng" algn="ctr">
                      <a:solidFill>
                        <a:srgbClr val="FF6600"/>
                      </a:solidFill>
                      <a:prstDash val="solid"/>
                      <a:round/>
                      <a:headEnd type="none" w="med" len="med"/>
                      <a:tailEnd type="none" w="med" len="med"/>
                    </a:lnL>
                    <a:lnR w="28575" cap="flat" cmpd="sng" algn="ctr">
                      <a:solidFill>
                        <a:srgbClr val="FF6600"/>
                      </a:solidFill>
                      <a:prstDash val="solid"/>
                      <a:round/>
                      <a:headEnd type="none" w="med" len="med"/>
                      <a:tailEnd type="none" w="med" len="med"/>
                    </a:lnR>
                    <a:lnT w="28575" cap="flat" cmpd="sng" algn="ctr">
                      <a:solidFill>
                        <a:srgbClr val="FF6600"/>
                      </a:solidFill>
                      <a:prstDash val="solid"/>
                      <a:round/>
                      <a:headEnd type="none" w="med" len="med"/>
                      <a:tailEnd type="none" w="med" len="med"/>
                    </a:lnT>
                    <a:lnB w="28575" cap="flat" cmpd="sng" algn="ctr">
                      <a:solidFill>
                        <a:srgbClr val="FF6600"/>
                      </a:solidFill>
                      <a:prstDash val="solid"/>
                      <a:round/>
                      <a:headEnd type="none" w="med" len="med"/>
                      <a:tailEnd type="none" w="med" len="med"/>
                    </a:lnB>
                    <a:lnTlToBr>
                      <a:noFill/>
                    </a:lnTlToBr>
                    <a:lnBlToTr>
                      <a:noFill/>
                    </a:lnBlToTr>
                    <a:solidFill>
                      <a:srgbClr val="004080"/>
                    </a:solidFill>
                  </a:tcPr>
                </a:tc>
                <a:tc>
                  <a:txBody>
                    <a:bodyPr/>
                    <a:lstStyle/>
                    <a:p>
                      <a:pPr marL="0" marR="0" lvl="0" indent="0" algn="ctr" defTabSz="914400" rtl="0" eaLnBrk="1" fontAlgn="base" latinLnBrk="1" hangingPunct="1">
                        <a:lnSpc>
                          <a:spcPct val="100000"/>
                        </a:lnSpc>
                        <a:spcBef>
                          <a:spcPct val="0"/>
                        </a:spcBef>
                        <a:spcAft>
                          <a:spcPct val="0"/>
                        </a:spcAft>
                        <a:buClrTx/>
                        <a:buSzTx/>
                        <a:buFontTx/>
                        <a:buNone/>
                      </a:pPr>
                      <a:r>
                        <a:rPr kumimoji="0" lang="zh-CN" sz="2400" b="1" i="0" u="none" strike="noStrike" cap="none" normalizeH="0" baseline="0">
                          <a:ln>
                            <a:noFill/>
                          </a:ln>
                          <a:solidFill>
                            <a:schemeClr val="bg1"/>
                          </a:solidFill>
                          <a:effectLst/>
                          <a:latin typeface="华文楷体" panose="02010600040101010101" charset="-122"/>
                          <a:ea typeface="华文楷体" panose="02010600040101010101" charset="-122"/>
                          <a:cs typeface="Times New Roman" panose="02020503050405090304" pitchFamily="18" charset="0"/>
                        </a:rPr>
                        <a:t>物理块号</a:t>
                      </a:r>
                      <a:endParaRPr kumimoji="0" lang="zh-CN" sz="2400" b="1" i="0" u="none" strike="noStrike" cap="none" normalizeH="0" baseline="0">
                        <a:ln>
                          <a:noFill/>
                        </a:ln>
                        <a:solidFill>
                          <a:schemeClr val="bg1"/>
                        </a:solidFill>
                        <a:effectLst/>
                        <a:latin typeface="华文楷体" panose="02010600040101010101" charset="-122"/>
                        <a:ea typeface="华文楷体" panose="02010600040101010101" charset="-122"/>
                        <a:cs typeface="Times New Roman" panose="02020503050405090304" pitchFamily="18" charset="0"/>
                      </a:endParaRPr>
                    </a:p>
                  </a:txBody>
                  <a:tcPr horzOverflow="overflow">
                    <a:lnL w="28575" cap="flat" cmpd="sng" algn="ctr">
                      <a:solidFill>
                        <a:srgbClr val="FF6600"/>
                      </a:solidFill>
                      <a:prstDash val="solid"/>
                      <a:round/>
                      <a:headEnd type="none" w="med" len="med"/>
                      <a:tailEnd type="none" w="med" len="med"/>
                    </a:lnL>
                    <a:lnR w="28575" cap="flat" cmpd="sng" algn="ctr">
                      <a:solidFill>
                        <a:srgbClr val="FF6600"/>
                      </a:solidFill>
                      <a:prstDash val="solid"/>
                      <a:round/>
                      <a:headEnd type="none" w="med" len="med"/>
                      <a:tailEnd type="none" w="med" len="med"/>
                    </a:lnR>
                    <a:lnT w="28575" cap="flat" cmpd="sng" algn="ctr">
                      <a:solidFill>
                        <a:srgbClr val="FF6600"/>
                      </a:solidFill>
                      <a:prstDash val="solid"/>
                      <a:round/>
                      <a:headEnd type="none" w="med" len="med"/>
                      <a:tailEnd type="none" w="med" len="med"/>
                    </a:lnT>
                    <a:lnB w="28575" cap="flat" cmpd="sng" algn="ctr">
                      <a:solidFill>
                        <a:srgbClr val="FF6600"/>
                      </a:solidFill>
                      <a:prstDash val="solid"/>
                      <a:round/>
                      <a:headEnd type="none" w="med" len="med"/>
                      <a:tailEnd type="none" w="med" len="med"/>
                    </a:lnB>
                    <a:lnTlToBr>
                      <a:noFill/>
                    </a:lnTlToBr>
                    <a:lnBlToTr>
                      <a:noFill/>
                    </a:lnBlToTr>
                    <a:solidFill>
                      <a:srgbClr val="004080"/>
                    </a:solidFill>
                  </a:tcPr>
                </a:tc>
              </a:tr>
              <a:tr h="461963">
                <a:tc>
                  <a:txBody>
                    <a:bodyPr/>
                    <a:lstStyle/>
                    <a:p>
                      <a:pPr marL="0" marR="0" lvl="0" indent="0" algn="ctr" defTabSz="914400" rtl="0" eaLnBrk="1" fontAlgn="base" latinLnBrk="1" hangingPunct="1">
                        <a:lnSpc>
                          <a:spcPct val="100000"/>
                        </a:lnSpc>
                        <a:spcBef>
                          <a:spcPct val="0"/>
                        </a:spcBef>
                        <a:spcAft>
                          <a:spcPct val="0"/>
                        </a:spcAft>
                        <a:buClrTx/>
                        <a:buSzTx/>
                        <a:buFontTx/>
                        <a:buNone/>
                      </a:pPr>
                      <a:r>
                        <a:rPr kumimoji="0" lang="en-US" altLang="zh-CN" sz="2400" b="1" i="0" u="none" strike="noStrike" cap="none" normalizeH="0" baseline="0">
                          <a:ln>
                            <a:noFill/>
                          </a:ln>
                          <a:solidFill>
                            <a:schemeClr val="bg1"/>
                          </a:solidFill>
                          <a:effectLst/>
                          <a:latin typeface="华文楷体" panose="02010600040101010101" charset="-122"/>
                          <a:ea typeface="华文楷体" panose="02010600040101010101" charset="-122"/>
                          <a:cs typeface="Times New Roman" panose="02020503050405090304" pitchFamily="18" charset="0"/>
                        </a:rPr>
                        <a:t>0</a:t>
                      </a:r>
                      <a:endParaRPr kumimoji="0" lang="en-US" altLang="zh-CN" sz="2400" b="1" i="0" u="none" strike="noStrike" cap="none" normalizeH="0" baseline="0">
                        <a:ln>
                          <a:noFill/>
                        </a:ln>
                        <a:solidFill>
                          <a:schemeClr val="bg1"/>
                        </a:solidFill>
                        <a:effectLst/>
                        <a:latin typeface="华文楷体" panose="02010600040101010101" charset="-122"/>
                        <a:ea typeface="华文楷体" panose="02010600040101010101" charset="-122"/>
                        <a:cs typeface="Times New Roman" panose="02020503050405090304" pitchFamily="18" charset="0"/>
                      </a:endParaRPr>
                    </a:p>
                  </a:txBody>
                  <a:tcPr horzOverflow="overflow">
                    <a:lnL w="28575" cap="flat" cmpd="sng" algn="ctr">
                      <a:solidFill>
                        <a:srgbClr val="FF6600"/>
                      </a:solidFill>
                      <a:prstDash val="solid"/>
                      <a:round/>
                      <a:headEnd type="none" w="med" len="med"/>
                      <a:tailEnd type="none" w="med" len="med"/>
                    </a:lnL>
                    <a:lnR w="28575" cap="flat" cmpd="sng" algn="ctr">
                      <a:solidFill>
                        <a:srgbClr val="FF6600"/>
                      </a:solidFill>
                      <a:prstDash val="solid"/>
                      <a:round/>
                      <a:headEnd type="none" w="med" len="med"/>
                      <a:tailEnd type="none" w="med" len="med"/>
                    </a:lnR>
                    <a:lnT w="28575" cap="flat" cmpd="sng" algn="ctr">
                      <a:solidFill>
                        <a:srgbClr val="FF6600"/>
                      </a:solidFill>
                      <a:prstDash val="solid"/>
                      <a:round/>
                      <a:headEnd type="none" w="med" len="med"/>
                      <a:tailEnd type="none" w="med" len="med"/>
                    </a:lnT>
                    <a:lnB w="28575" cap="flat" cmpd="sng" algn="ctr">
                      <a:solidFill>
                        <a:srgbClr val="FF6600"/>
                      </a:solidFill>
                      <a:prstDash val="solid"/>
                      <a:round/>
                      <a:headEnd type="none" w="med" len="med"/>
                      <a:tailEnd type="none" w="med" len="med"/>
                    </a:lnB>
                    <a:lnTlToBr>
                      <a:noFill/>
                    </a:lnTlToBr>
                    <a:lnBlToTr>
                      <a:noFill/>
                    </a:lnBlToTr>
                    <a:solidFill>
                      <a:srgbClr val="004080"/>
                    </a:solidFill>
                  </a:tcPr>
                </a:tc>
                <a:tc>
                  <a:txBody>
                    <a:bodyPr/>
                    <a:lstStyle/>
                    <a:p>
                      <a:pPr marL="0" marR="0" lvl="0" indent="0" algn="ctr" defTabSz="914400" rtl="0" eaLnBrk="1" fontAlgn="base" latinLnBrk="1" hangingPunct="1">
                        <a:lnSpc>
                          <a:spcPct val="100000"/>
                        </a:lnSpc>
                        <a:spcBef>
                          <a:spcPct val="0"/>
                        </a:spcBef>
                        <a:spcAft>
                          <a:spcPct val="0"/>
                        </a:spcAft>
                        <a:buClrTx/>
                        <a:buSzTx/>
                        <a:buFontTx/>
                        <a:buNone/>
                      </a:pPr>
                      <a:r>
                        <a:rPr kumimoji="0" lang="en-US" altLang="zh-CN" sz="2400" b="1" i="0" u="none" strike="noStrike" cap="none" normalizeH="0" baseline="0" dirty="0">
                          <a:ln>
                            <a:noFill/>
                          </a:ln>
                          <a:solidFill>
                            <a:schemeClr val="bg1"/>
                          </a:solidFill>
                          <a:effectLst/>
                          <a:latin typeface="华文楷体" panose="02010600040101010101" charset="-122"/>
                          <a:ea typeface="华文楷体" panose="02010600040101010101" charset="-122"/>
                          <a:cs typeface="Times New Roman" panose="02020503050405090304" pitchFamily="18" charset="0"/>
                        </a:rPr>
                        <a:t>5</a:t>
                      </a:r>
                      <a:endParaRPr kumimoji="0" lang="en-US" altLang="zh-CN" sz="2400" b="1" i="0" u="none" strike="noStrike" cap="none" normalizeH="0" baseline="0" dirty="0">
                        <a:ln>
                          <a:noFill/>
                        </a:ln>
                        <a:solidFill>
                          <a:schemeClr val="bg1"/>
                        </a:solidFill>
                        <a:effectLst/>
                        <a:latin typeface="华文楷体" panose="02010600040101010101" charset="-122"/>
                        <a:ea typeface="华文楷体" panose="02010600040101010101" charset="-122"/>
                        <a:cs typeface="Times New Roman" panose="02020503050405090304" pitchFamily="18" charset="0"/>
                      </a:endParaRPr>
                    </a:p>
                  </a:txBody>
                  <a:tcPr horzOverflow="overflow">
                    <a:lnL w="28575" cap="flat" cmpd="sng" algn="ctr">
                      <a:solidFill>
                        <a:srgbClr val="FF6600"/>
                      </a:solidFill>
                      <a:prstDash val="solid"/>
                      <a:round/>
                      <a:headEnd type="none" w="med" len="med"/>
                      <a:tailEnd type="none" w="med" len="med"/>
                    </a:lnL>
                    <a:lnR w="28575" cap="flat" cmpd="sng" algn="ctr">
                      <a:solidFill>
                        <a:srgbClr val="FF6600"/>
                      </a:solidFill>
                      <a:prstDash val="solid"/>
                      <a:round/>
                      <a:headEnd type="none" w="med" len="med"/>
                      <a:tailEnd type="none" w="med" len="med"/>
                    </a:lnR>
                    <a:lnT w="28575" cap="flat" cmpd="sng" algn="ctr">
                      <a:solidFill>
                        <a:srgbClr val="FF6600"/>
                      </a:solidFill>
                      <a:prstDash val="solid"/>
                      <a:round/>
                      <a:headEnd type="none" w="med" len="med"/>
                      <a:tailEnd type="none" w="med" len="med"/>
                    </a:lnT>
                    <a:lnB w="28575" cap="flat" cmpd="sng" algn="ctr">
                      <a:solidFill>
                        <a:srgbClr val="FF6600"/>
                      </a:solidFill>
                      <a:prstDash val="solid"/>
                      <a:round/>
                      <a:headEnd type="none" w="med" len="med"/>
                      <a:tailEnd type="none" w="med" len="med"/>
                    </a:lnB>
                    <a:lnTlToBr>
                      <a:noFill/>
                    </a:lnTlToBr>
                    <a:lnBlToTr>
                      <a:noFill/>
                    </a:lnBlToTr>
                    <a:solidFill>
                      <a:srgbClr val="004080"/>
                    </a:solidFill>
                  </a:tcPr>
                </a:tc>
              </a:tr>
              <a:tr h="463550">
                <a:tc>
                  <a:txBody>
                    <a:bodyPr/>
                    <a:lstStyle/>
                    <a:p>
                      <a:pPr marL="0" marR="0" lvl="0" indent="0" algn="ctr" defTabSz="914400" rtl="0" eaLnBrk="1" fontAlgn="base" latinLnBrk="1" hangingPunct="1">
                        <a:lnSpc>
                          <a:spcPct val="100000"/>
                        </a:lnSpc>
                        <a:spcBef>
                          <a:spcPct val="0"/>
                        </a:spcBef>
                        <a:spcAft>
                          <a:spcPct val="0"/>
                        </a:spcAft>
                        <a:buClrTx/>
                        <a:buSzTx/>
                        <a:buFontTx/>
                        <a:buNone/>
                      </a:pPr>
                      <a:r>
                        <a:rPr kumimoji="0" lang="en-US" altLang="zh-CN" sz="2400" b="1" i="0" u="none" strike="noStrike" cap="none" normalizeH="0" baseline="0">
                          <a:ln>
                            <a:noFill/>
                          </a:ln>
                          <a:solidFill>
                            <a:schemeClr val="bg1"/>
                          </a:solidFill>
                          <a:effectLst/>
                          <a:latin typeface="华文楷体" panose="02010600040101010101" charset="-122"/>
                          <a:ea typeface="华文楷体" panose="02010600040101010101" charset="-122"/>
                          <a:cs typeface="Times New Roman" panose="02020503050405090304" pitchFamily="18" charset="0"/>
                        </a:rPr>
                        <a:t>1</a:t>
                      </a:r>
                      <a:endParaRPr kumimoji="0" lang="en-US" altLang="zh-CN" sz="2400" b="1" i="0" u="none" strike="noStrike" cap="none" normalizeH="0" baseline="0">
                        <a:ln>
                          <a:noFill/>
                        </a:ln>
                        <a:solidFill>
                          <a:schemeClr val="bg1"/>
                        </a:solidFill>
                        <a:effectLst/>
                        <a:latin typeface="华文楷体" panose="02010600040101010101" charset="-122"/>
                        <a:ea typeface="华文楷体" panose="02010600040101010101" charset="-122"/>
                        <a:cs typeface="Times New Roman" panose="02020503050405090304" pitchFamily="18" charset="0"/>
                      </a:endParaRPr>
                    </a:p>
                  </a:txBody>
                  <a:tcPr horzOverflow="overflow">
                    <a:lnL w="28575" cap="flat" cmpd="sng" algn="ctr">
                      <a:solidFill>
                        <a:srgbClr val="FF6600"/>
                      </a:solidFill>
                      <a:prstDash val="solid"/>
                      <a:round/>
                      <a:headEnd type="none" w="med" len="med"/>
                      <a:tailEnd type="none" w="med" len="med"/>
                    </a:lnL>
                    <a:lnR w="28575" cap="flat" cmpd="sng" algn="ctr">
                      <a:solidFill>
                        <a:srgbClr val="FF6600"/>
                      </a:solidFill>
                      <a:prstDash val="solid"/>
                      <a:round/>
                      <a:headEnd type="none" w="med" len="med"/>
                      <a:tailEnd type="none" w="med" len="med"/>
                    </a:lnR>
                    <a:lnT w="28575" cap="flat" cmpd="sng" algn="ctr">
                      <a:solidFill>
                        <a:srgbClr val="FF6600"/>
                      </a:solidFill>
                      <a:prstDash val="solid"/>
                      <a:round/>
                      <a:headEnd type="none" w="med" len="med"/>
                      <a:tailEnd type="none" w="med" len="med"/>
                    </a:lnT>
                    <a:lnB w="28575" cap="flat" cmpd="sng" algn="ctr">
                      <a:solidFill>
                        <a:srgbClr val="FF6600"/>
                      </a:solidFill>
                      <a:prstDash val="solid"/>
                      <a:round/>
                      <a:headEnd type="none" w="med" len="med"/>
                      <a:tailEnd type="none" w="med" len="med"/>
                    </a:lnB>
                    <a:lnTlToBr>
                      <a:noFill/>
                    </a:lnTlToBr>
                    <a:lnBlToTr>
                      <a:noFill/>
                    </a:lnBlToTr>
                    <a:solidFill>
                      <a:srgbClr val="004080"/>
                    </a:solidFill>
                  </a:tcPr>
                </a:tc>
                <a:tc>
                  <a:txBody>
                    <a:bodyPr/>
                    <a:lstStyle/>
                    <a:p>
                      <a:pPr marL="0" marR="0" lvl="0" indent="0" algn="ctr" defTabSz="914400" rtl="0" eaLnBrk="1" fontAlgn="base" latinLnBrk="1" hangingPunct="1">
                        <a:lnSpc>
                          <a:spcPct val="100000"/>
                        </a:lnSpc>
                        <a:spcBef>
                          <a:spcPct val="0"/>
                        </a:spcBef>
                        <a:spcAft>
                          <a:spcPct val="0"/>
                        </a:spcAft>
                        <a:buClrTx/>
                        <a:buSzTx/>
                        <a:buFontTx/>
                        <a:buNone/>
                      </a:pPr>
                      <a:r>
                        <a:rPr kumimoji="0" lang="en-US" altLang="zh-CN" sz="2400" b="1" i="0" u="none" strike="noStrike" cap="none" normalizeH="0" baseline="0" dirty="0">
                          <a:ln>
                            <a:noFill/>
                          </a:ln>
                          <a:solidFill>
                            <a:schemeClr val="bg1"/>
                          </a:solidFill>
                          <a:effectLst/>
                          <a:latin typeface="华文楷体" panose="02010600040101010101" charset="-122"/>
                          <a:ea typeface="华文楷体" panose="02010600040101010101" charset="-122"/>
                          <a:cs typeface="Times New Roman" panose="02020503050405090304" pitchFamily="18" charset="0"/>
                        </a:rPr>
                        <a:t>10</a:t>
                      </a:r>
                      <a:endParaRPr kumimoji="0" lang="en-US" altLang="zh-CN" sz="2400" b="1" i="0" u="none" strike="noStrike" cap="none" normalizeH="0" baseline="0" dirty="0">
                        <a:ln>
                          <a:noFill/>
                        </a:ln>
                        <a:solidFill>
                          <a:schemeClr val="bg1"/>
                        </a:solidFill>
                        <a:effectLst/>
                        <a:latin typeface="华文楷体" panose="02010600040101010101" charset="-122"/>
                        <a:ea typeface="华文楷体" panose="02010600040101010101" charset="-122"/>
                        <a:cs typeface="Times New Roman" panose="02020503050405090304" pitchFamily="18" charset="0"/>
                      </a:endParaRPr>
                    </a:p>
                  </a:txBody>
                  <a:tcPr horzOverflow="overflow">
                    <a:lnL w="28575" cap="flat" cmpd="sng" algn="ctr">
                      <a:solidFill>
                        <a:srgbClr val="FF6600"/>
                      </a:solidFill>
                      <a:prstDash val="solid"/>
                      <a:round/>
                      <a:headEnd type="none" w="med" len="med"/>
                      <a:tailEnd type="none" w="med" len="med"/>
                    </a:lnL>
                    <a:lnR w="28575" cap="flat" cmpd="sng" algn="ctr">
                      <a:solidFill>
                        <a:srgbClr val="FF6600"/>
                      </a:solidFill>
                      <a:prstDash val="solid"/>
                      <a:round/>
                      <a:headEnd type="none" w="med" len="med"/>
                      <a:tailEnd type="none" w="med" len="med"/>
                    </a:lnR>
                    <a:lnT w="28575" cap="flat" cmpd="sng" algn="ctr">
                      <a:solidFill>
                        <a:srgbClr val="FF6600"/>
                      </a:solidFill>
                      <a:prstDash val="solid"/>
                      <a:round/>
                      <a:headEnd type="none" w="med" len="med"/>
                      <a:tailEnd type="none" w="med" len="med"/>
                    </a:lnT>
                    <a:lnB w="28575" cap="flat" cmpd="sng" algn="ctr">
                      <a:solidFill>
                        <a:srgbClr val="FF6600"/>
                      </a:solidFill>
                      <a:prstDash val="solid"/>
                      <a:round/>
                      <a:headEnd type="none" w="med" len="med"/>
                      <a:tailEnd type="none" w="med" len="med"/>
                    </a:lnB>
                    <a:lnTlToBr>
                      <a:noFill/>
                    </a:lnTlToBr>
                    <a:lnBlToTr>
                      <a:noFill/>
                    </a:lnBlToTr>
                    <a:solidFill>
                      <a:srgbClr val="004080"/>
                    </a:solidFill>
                  </a:tcPr>
                </a:tc>
              </a:tr>
              <a:tr h="461963">
                <a:tc>
                  <a:txBody>
                    <a:bodyPr/>
                    <a:lstStyle/>
                    <a:p>
                      <a:pPr marL="0" marR="0" lvl="0" indent="0" algn="ctr" defTabSz="914400" rtl="0" eaLnBrk="1" fontAlgn="base" latinLnBrk="1" hangingPunct="1">
                        <a:lnSpc>
                          <a:spcPct val="100000"/>
                        </a:lnSpc>
                        <a:spcBef>
                          <a:spcPct val="0"/>
                        </a:spcBef>
                        <a:spcAft>
                          <a:spcPct val="0"/>
                        </a:spcAft>
                        <a:buClrTx/>
                        <a:buSzTx/>
                        <a:buFontTx/>
                        <a:buNone/>
                      </a:pPr>
                      <a:r>
                        <a:rPr kumimoji="0" lang="en-US" altLang="zh-CN" sz="2400" b="1" i="0" u="none" strike="noStrike" cap="none" normalizeH="0" baseline="0">
                          <a:ln>
                            <a:noFill/>
                          </a:ln>
                          <a:solidFill>
                            <a:schemeClr val="bg1"/>
                          </a:solidFill>
                          <a:effectLst/>
                          <a:latin typeface="华文楷体" panose="02010600040101010101" charset="-122"/>
                          <a:ea typeface="华文楷体" panose="02010600040101010101" charset="-122"/>
                          <a:cs typeface="Times New Roman" panose="02020503050405090304" pitchFamily="18" charset="0"/>
                        </a:rPr>
                        <a:t>2</a:t>
                      </a:r>
                      <a:endParaRPr kumimoji="0" lang="en-US" altLang="zh-CN" sz="2400" b="1" i="0" u="none" strike="noStrike" cap="none" normalizeH="0" baseline="0">
                        <a:ln>
                          <a:noFill/>
                        </a:ln>
                        <a:solidFill>
                          <a:schemeClr val="bg1"/>
                        </a:solidFill>
                        <a:effectLst/>
                        <a:latin typeface="华文楷体" panose="02010600040101010101" charset="-122"/>
                        <a:ea typeface="华文楷体" panose="02010600040101010101" charset="-122"/>
                        <a:cs typeface="Times New Roman" panose="02020503050405090304" pitchFamily="18" charset="0"/>
                      </a:endParaRPr>
                    </a:p>
                  </a:txBody>
                  <a:tcPr horzOverflow="overflow">
                    <a:lnL w="28575" cap="flat" cmpd="sng" algn="ctr">
                      <a:solidFill>
                        <a:srgbClr val="FF6600"/>
                      </a:solidFill>
                      <a:prstDash val="solid"/>
                      <a:round/>
                      <a:headEnd type="none" w="med" len="med"/>
                      <a:tailEnd type="none" w="med" len="med"/>
                    </a:lnL>
                    <a:lnR w="28575" cap="flat" cmpd="sng" algn="ctr">
                      <a:solidFill>
                        <a:srgbClr val="FF6600"/>
                      </a:solidFill>
                      <a:prstDash val="solid"/>
                      <a:round/>
                      <a:headEnd type="none" w="med" len="med"/>
                      <a:tailEnd type="none" w="med" len="med"/>
                    </a:lnR>
                    <a:lnT w="28575" cap="flat" cmpd="sng" algn="ctr">
                      <a:solidFill>
                        <a:srgbClr val="FF6600"/>
                      </a:solidFill>
                      <a:prstDash val="solid"/>
                      <a:round/>
                      <a:headEnd type="none" w="med" len="med"/>
                      <a:tailEnd type="none" w="med" len="med"/>
                    </a:lnT>
                    <a:lnB w="28575" cap="flat" cmpd="sng" algn="ctr">
                      <a:solidFill>
                        <a:srgbClr val="FF6600"/>
                      </a:solidFill>
                      <a:prstDash val="solid"/>
                      <a:round/>
                      <a:headEnd type="none" w="med" len="med"/>
                      <a:tailEnd type="none" w="med" len="med"/>
                    </a:lnB>
                    <a:lnTlToBr>
                      <a:noFill/>
                    </a:lnTlToBr>
                    <a:lnBlToTr>
                      <a:noFill/>
                    </a:lnBlToTr>
                    <a:solidFill>
                      <a:srgbClr val="004080"/>
                    </a:solidFill>
                  </a:tcPr>
                </a:tc>
                <a:tc>
                  <a:txBody>
                    <a:bodyPr/>
                    <a:lstStyle/>
                    <a:p>
                      <a:pPr marL="0" marR="0" lvl="0" indent="0" algn="ctr" defTabSz="914400" rtl="0" eaLnBrk="1" fontAlgn="base" latinLnBrk="1" hangingPunct="1">
                        <a:lnSpc>
                          <a:spcPct val="100000"/>
                        </a:lnSpc>
                        <a:spcBef>
                          <a:spcPct val="0"/>
                        </a:spcBef>
                        <a:spcAft>
                          <a:spcPct val="0"/>
                        </a:spcAft>
                        <a:buClrTx/>
                        <a:buSzTx/>
                        <a:buFontTx/>
                        <a:buNone/>
                      </a:pPr>
                      <a:r>
                        <a:rPr kumimoji="0" lang="en-US" altLang="zh-CN" sz="2400" b="1" i="0" u="none" strike="noStrike" cap="none" normalizeH="0" baseline="0" dirty="0">
                          <a:ln>
                            <a:noFill/>
                          </a:ln>
                          <a:solidFill>
                            <a:schemeClr val="bg1"/>
                          </a:solidFill>
                          <a:effectLst/>
                          <a:latin typeface="华文楷体" panose="02010600040101010101" charset="-122"/>
                          <a:ea typeface="华文楷体" panose="02010600040101010101" charset="-122"/>
                          <a:cs typeface="Times New Roman" panose="02020503050405090304" pitchFamily="18" charset="0"/>
                        </a:rPr>
                        <a:t>4</a:t>
                      </a:r>
                      <a:endParaRPr kumimoji="0" lang="en-US" altLang="zh-CN" sz="2400" b="1" i="0" u="none" strike="noStrike" cap="none" normalizeH="0" baseline="0" dirty="0">
                        <a:ln>
                          <a:noFill/>
                        </a:ln>
                        <a:solidFill>
                          <a:schemeClr val="bg1"/>
                        </a:solidFill>
                        <a:effectLst/>
                        <a:latin typeface="华文楷体" panose="02010600040101010101" charset="-122"/>
                        <a:ea typeface="华文楷体" panose="02010600040101010101" charset="-122"/>
                        <a:cs typeface="Times New Roman" panose="02020503050405090304" pitchFamily="18" charset="0"/>
                      </a:endParaRPr>
                    </a:p>
                  </a:txBody>
                  <a:tcPr horzOverflow="overflow">
                    <a:lnL w="28575" cap="flat" cmpd="sng" algn="ctr">
                      <a:solidFill>
                        <a:srgbClr val="FF6600"/>
                      </a:solidFill>
                      <a:prstDash val="solid"/>
                      <a:round/>
                      <a:headEnd type="none" w="med" len="med"/>
                      <a:tailEnd type="none" w="med" len="med"/>
                    </a:lnL>
                    <a:lnR w="28575" cap="flat" cmpd="sng" algn="ctr">
                      <a:solidFill>
                        <a:srgbClr val="FF6600"/>
                      </a:solidFill>
                      <a:prstDash val="solid"/>
                      <a:round/>
                      <a:headEnd type="none" w="med" len="med"/>
                      <a:tailEnd type="none" w="med" len="med"/>
                    </a:lnR>
                    <a:lnT w="28575" cap="flat" cmpd="sng" algn="ctr">
                      <a:solidFill>
                        <a:srgbClr val="FF6600"/>
                      </a:solidFill>
                      <a:prstDash val="solid"/>
                      <a:round/>
                      <a:headEnd type="none" w="med" len="med"/>
                      <a:tailEnd type="none" w="med" len="med"/>
                    </a:lnT>
                    <a:lnB w="28575" cap="flat" cmpd="sng" algn="ctr">
                      <a:solidFill>
                        <a:srgbClr val="FF6600"/>
                      </a:solidFill>
                      <a:prstDash val="solid"/>
                      <a:round/>
                      <a:headEnd type="none" w="med" len="med"/>
                      <a:tailEnd type="none" w="med" len="med"/>
                    </a:lnB>
                    <a:lnTlToBr>
                      <a:noFill/>
                    </a:lnTlToBr>
                    <a:lnBlToTr>
                      <a:noFill/>
                    </a:lnBlToTr>
                    <a:solidFill>
                      <a:srgbClr val="004080"/>
                    </a:solidFill>
                  </a:tcPr>
                </a:tc>
              </a:tr>
              <a:tr h="463550">
                <a:tc>
                  <a:txBody>
                    <a:bodyPr/>
                    <a:lstStyle/>
                    <a:p>
                      <a:pPr marL="0" marR="0" lvl="0" indent="0" algn="ctr" defTabSz="914400" rtl="0" eaLnBrk="1" fontAlgn="base" latinLnBrk="1" hangingPunct="1">
                        <a:lnSpc>
                          <a:spcPct val="100000"/>
                        </a:lnSpc>
                        <a:spcBef>
                          <a:spcPct val="0"/>
                        </a:spcBef>
                        <a:spcAft>
                          <a:spcPct val="0"/>
                        </a:spcAft>
                        <a:buClrTx/>
                        <a:buSzTx/>
                        <a:buFontTx/>
                        <a:buNone/>
                      </a:pPr>
                      <a:r>
                        <a:rPr kumimoji="0" lang="en-US" altLang="zh-CN" sz="2400" b="1" i="0" u="none" strike="noStrike" cap="none" normalizeH="0" baseline="0">
                          <a:ln>
                            <a:noFill/>
                          </a:ln>
                          <a:solidFill>
                            <a:schemeClr val="bg1"/>
                          </a:solidFill>
                          <a:effectLst/>
                          <a:latin typeface="华文楷体" panose="02010600040101010101" charset="-122"/>
                          <a:ea typeface="华文楷体" panose="02010600040101010101" charset="-122"/>
                          <a:cs typeface="Times New Roman" panose="02020503050405090304" pitchFamily="18" charset="0"/>
                        </a:rPr>
                        <a:t>3</a:t>
                      </a:r>
                      <a:endParaRPr kumimoji="0" lang="en-US" altLang="zh-CN" sz="2400" b="1" i="0" u="none" strike="noStrike" cap="none" normalizeH="0" baseline="0">
                        <a:ln>
                          <a:noFill/>
                        </a:ln>
                        <a:solidFill>
                          <a:schemeClr val="bg1"/>
                        </a:solidFill>
                        <a:effectLst/>
                        <a:latin typeface="华文楷体" panose="02010600040101010101" charset="-122"/>
                        <a:ea typeface="华文楷体" panose="02010600040101010101" charset="-122"/>
                        <a:cs typeface="Times New Roman" panose="02020503050405090304" pitchFamily="18" charset="0"/>
                      </a:endParaRPr>
                    </a:p>
                  </a:txBody>
                  <a:tcPr horzOverflow="overflow">
                    <a:lnL w="28575" cap="flat" cmpd="sng" algn="ctr">
                      <a:solidFill>
                        <a:srgbClr val="FF6600"/>
                      </a:solidFill>
                      <a:prstDash val="solid"/>
                      <a:round/>
                      <a:headEnd type="none" w="med" len="med"/>
                      <a:tailEnd type="none" w="med" len="med"/>
                    </a:lnL>
                    <a:lnR w="28575" cap="flat" cmpd="sng" algn="ctr">
                      <a:solidFill>
                        <a:srgbClr val="FF6600"/>
                      </a:solidFill>
                      <a:prstDash val="solid"/>
                      <a:round/>
                      <a:headEnd type="none" w="med" len="med"/>
                      <a:tailEnd type="none" w="med" len="med"/>
                    </a:lnR>
                    <a:lnT w="28575" cap="flat" cmpd="sng" algn="ctr">
                      <a:solidFill>
                        <a:srgbClr val="FF6600"/>
                      </a:solidFill>
                      <a:prstDash val="solid"/>
                      <a:round/>
                      <a:headEnd type="none" w="med" len="med"/>
                      <a:tailEnd type="none" w="med" len="med"/>
                    </a:lnT>
                    <a:lnB w="28575" cap="flat" cmpd="sng" algn="ctr">
                      <a:solidFill>
                        <a:srgbClr val="FF6600"/>
                      </a:solidFill>
                      <a:prstDash val="solid"/>
                      <a:round/>
                      <a:headEnd type="none" w="med" len="med"/>
                      <a:tailEnd type="none" w="med" len="med"/>
                    </a:lnB>
                    <a:lnTlToBr>
                      <a:noFill/>
                    </a:lnTlToBr>
                    <a:lnBlToTr>
                      <a:noFill/>
                    </a:lnBlToTr>
                    <a:solidFill>
                      <a:srgbClr val="004080"/>
                    </a:solidFill>
                  </a:tcPr>
                </a:tc>
                <a:tc>
                  <a:txBody>
                    <a:bodyPr/>
                    <a:lstStyle/>
                    <a:p>
                      <a:pPr marL="0" marR="0" lvl="0" indent="0" algn="ctr" defTabSz="914400" rtl="0" eaLnBrk="1" fontAlgn="base" latinLnBrk="1" hangingPunct="1">
                        <a:lnSpc>
                          <a:spcPct val="100000"/>
                        </a:lnSpc>
                        <a:spcBef>
                          <a:spcPct val="0"/>
                        </a:spcBef>
                        <a:spcAft>
                          <a:spcPct val="0"/>
                        </a:spcAft>
                        <a:buClrTx/>
                        <a:buSzTx/>
                        <a:buFontTx/>
                        <a:buNone/>
                      </a:pPr>
                      <a:r>
                        <a:rPr kumimoji="0" lang="en-US" altLang="zh-CN" sz="2400" b="1" i="0" u="none" strike="noStrike" cap="none" normalizeH="0" baseline="0" dirty="0">
                          <a:ln>
                            <a:noFill/>
                          </a:ln>
                          <a:solidFill>
                            <a:schemeClr val="bg1"/>
                          </a:solidFill>
                          <a:effectLst/>
                          <a:latin typeface="华文楷体" panose="02010600040101010101" charset="-122"/>
                          <a:ea typeface="华文楷体" panose="02010600040101010101" charset="-122"/>
                          <a:cs typeface="Times New Roman" panose="02020503050405090304" pitchFamily="18" charset="0"/>
                        </a:rPr>
                        <a:t>7</a:t>
                      </a:r>
                      <a:endParaRPr kumimoji="0" lang="en-US" altLang="zh-CN" sz="2400" b="1" i="0" u="none" strike="noStrike" cap="none" normalizeH="0" baseline="0" dirty="0">
                        <a:ln>
                          <a:noFill/>
                        </a:ln>
                        <a:solidFill>
                          <a:schemeClr val="bg1"/>
                        </a:solidFill>
                        <a:effectLst/>
                        <a:latin typeface="华文楷体" panose="02010600040101010101" charset="-122"/>
                        <a:ea typeface="华文楷体" panose="02010600040101010101" charset="-122"/>
                        <a:cs typeface="Times New Roman" panose="02020503050405090304" pitchFamily="18" charset="0"/>
                      </a:endParaRPr>
                    </a:p>
                  </a:txBody>
                  <a:tcPr horzOverflow="overflow">
                    <a:lnL w="28575" cap="flat" cmpd="sng" algn="ctr">
                      <a:solidFill>
                        <a:srgbClr val="FF6600"/>
                      </a:solidFill>
                      <a:prstDash val="solid"/>
                      <a:round/>
                      <a:headEnd type="none" w="med" len="med"/>
                      <a:tailEnd type="none" w="med" len="med"/>
                    </a:lnL>
                    <a:lnR w="28575" cap="flat" cmpd="sng" algn="ctr">
                      <a:solidFill>
                        <a:srgbClr val="FF6600"/>
                      </a:solidFill>
                      <a:prstDash val="solid"/>
                      <a:round/>
                      <a:headEnd type="none" w="med" len="med"/>
                      <a:tailEnd type="none" w="med" len="med"/>
                    </a:lnR>
                    <a:lnT w="28575" cap="flat" cmpd="sng" algn="ctr">
                      <a:solidFill>
                        <a:srgbClr val="FF6600"/>
                      </a:solidFill>
                      <a:prstDash val="solid"/>
                      <a:round/>
                      <a:headEnd type="none" w="med" len="med"/>
                      <a:tailEnd type="none" w="med" len="med"/>
                    </a:lnT>
                    <a:lnB w="28575" cap="flat" cmpd="sng" algn="ctr">
                      <a:solidFill>
                        <a:srgbClr val="FF6600"/>
                      </a:solidFill>
                      <a:prstDash val="solid"/>
                      <a:round/>
                      <a:headEnd type="none" w="med" len="med"/>
                      <a:tailEnd type="none" w="med" len="med"/>
                    </a:lnB>
                    <a:lnTlToBr>
                      <a:noFill/>
                    </a:lnTlToBr>
                    <a:lnBlToTr>
                      <a:noFill/>
                    </a:lnBlToTr>
                    <a:solidFill>
                      <a:srgbClr val="004080"/>
                    </a:solidFill>
                  </a:tcPr>
                </a:tc>
              </a:tr>
            </a:tbl>
          </a:graphicData>
        </a:graphic>
      </p:graphicFrame>
      <p:sp>
        <p:nvSpPr>
          <p:cNvPr id="8" name="Text Box 24"/>
          <p:cNvSpPr txBox="1">
            <a:spLocks noChangeArrowheads="1"/>
          </p:cNvSpPr>
          <p:nvPr/>
        </p:nvSpPr>
        <p:spPr bwMode="auto">
          <a:xfrm>
            <a:off x="1680502" y="3586484"/>
            <a:ext cx="4214842" cy="1014730"/>
          </a:xfrm>
          <a:prstGeom prst="rect">
            <a:avLst/>
          </a:prstGeom>
          <a:noFill/>
          <a:ln w="9525">
            <a:noFill/>
            <a:miter lim="800000"/>
          </a:ln>
          <a:effectLst/>
        </p:spPr>
        <p:txBody>
          <a:bodyPr wrap="square">
            <a:spAutoFit/>
          </a:bodyPr>
          <a:lstStyle/>
          <a:p>
            <a:pPr algn="l">
              <a:lnSpc>
                <a:spcPct val="125000"/>
              </a:lnSpc>
              <a:buClr>
                <a:srgbClr val="33CCFF"/>
              </a:buClr>
              <a:buFont typeface="Wingdings" panose="05000000000000000000" pitchFamily="2" charset="2"/>
              <a:buNone/>
            </a:pPr>
            <a:r>
              <a:rPr lang="zh-CN" altLang="en-US" sz="2400" b="1" dirty="0">
                <a:solidFill>
                  <a:srgbClr val="000066"/>
                </a:solidFill>
                <a:latin typeface="微软雅黑" panose="020B0503020204020204" pitchFamily="34" charset="-122"/>
                <a:ea typeface="微软雅黑" panose="020B0503020204020204" pitchFamily="34" charset="-122"/>
                <a:cs typeface="Vani" pitchFamily="34" charset="0"/>
              </a:rPr>
              <a:t>问题：</a:t>
            </a:r>
            <a:r>
              <a:rPr lang="zh-CN" sz="2400" b="1" dirty="0">
                <a:solidFill>
                  <a:srgbClr val="000066"/>
                </a:solidFill>
                <a:latin typeface="微软雅黑" panose="020B0503020204020204" pitchFamily="34" charset="-122"/>
                <a:ea typeface="微软雅黑" panose="020B0503020204020204" pitchFamily="34" charset="-122"/>
                <a:cs typeface="Vani" pitchFamily="34" charset="0"/>
              </a:rPr>
              <a:t>逻辑地址</a:t>
            </a:r>
            <a:r>
              <a:rPr lang="en-US" altLang="zh-CN" sz="2400" b="1" dirty="0">
                <a:solidFill>
                  <a:srgbClr val="000066"/>
                </a:solidFill>
                <a:latin typeface="微软雅黑" panose="020B0503020204020204" pitchFamily="34" charset="-122"/>
                <a:ea typeface="微软雅黑" panose="020B0503020204020204" pitchFamily="34" charset="-122"/>
                <a:cs typeface="Vani" pitchFamily="34" charset="0"/>
              </a:rPr>
              <a:t>0A5C</a:t>
            </a:r>
            <a:r>
              <a:rPr lang="zh-CN" sz="2400" b="1" dirty="0">
                <a:solidFill>
                  <a:srgbClr val="000066"/>
                </a:solidFill>
                <a:latin typeface="微软雅黑" panose="020B0503020204020204" pitchFamily="34" charset="-122"/>
                <a:ea typeface="微软雅黑" panose="020B0503020204020204" pitchFamily="34" charset="-122"/>
                <a:cs typeface="Vani" pitchFamily="34" charset="0"/>
              </a:rPr>
              <a:t>（</a:t>
            </a:r>
            <a:r>
              <a:rPr lang="en-US" altLang="zh-CN" sz="2400" b="1" dirty="0">
                <a:solidFill>
                  <a:srgbClr val="000066"/>
                </a:solidFill>
                <a:latin typeface="微软雅黑" panose="020B0503020204020204" pitchFamily="34" charset="-122"/>
                <a:ea typeface="微软雅黑" panose="020B0503020204020204" pitchFamily="34" charset="-122"/>
                <a:cs typeface="Vani" pitchFamily="34" charset="0"/>
              </a:rPr>
              <a:t>H</a:t>
            </a:r>
            <a:r>
              <a:rPr lang="zh-CN" sz="2400" b="1" dirty="0">
                <a:solidFill>
                  <a:srgbClr val="000066"/>
                </a:solidFill>
                <a:latin typeface="微软雅黑" panose="020B0503020204020204" pitchFamily="34" charset="-122"/>
                <a:ea typeface="微软雅黑" panose="020B0503020204020204" pitchFamily="34" charset="-122"/>
                <a:cs typeface="Vani" pitchFamily="34" charset="0"/>
              </a:rPr>
              <a:t>）所对应的物理地址为</a:t>
            </a:r>
            <a:r>
              <a:rPr lang="en-US" altLang="zh-CN" sz="2400" b="1" dirty="0">
                <a:solidFill>
                  <a:srgbClr val="000066"/>
                </a:solidFill>
                <a:latin typeface="微软雅黑" panose="020B0503020204020204" pitchFamily="34" charset="-122"/>
                <a:ea typeface="微软雅黑" panose="020B0503020204020204" pitchFamily="34" charset="-122"/>
                <a:cs typeface="Vani" pitchFamily="34" charset="0"/>
              </a:rPr>
              <a:t> </a:t>
            </a:r>
            <a:r>
              <a:rPr lang="en-US" altLang="zh-CN" sz="2400" b="1" u="sng" dirty="0">
                <a:solidFill>
                  <a:srgbClr val="000066"/>
                </a:solidFill>
                <a:latin typeface="微软雅黑" panose="020B0503020204020204" pitchFamily="34" charset="-122"/>
                <a:ea typeface="微软雅黑" panose="020B0503020204020204" pitchFamily="34" charset="-122"/>
                <a:cs typeface="Vani" pitchFamily="34" charset="0"/>
              </a:rPr>
              <a:t>          </a:t>
            </a:r>
            <a:r>
              <a:rPr lang="zh-CN" altLang="en-US" sz="2400" b="1" dirty="0">
                <a:solidFill>
                  <a:srgbClr val="000066"/>
                </a:solidFill>
                <a:latin typeface="微软雅黑" panose="020B0503020204020204" pitchFamily="34" charset="-122"/>
                <a:ea typeface="微软雅黑" panose="020B0503020204020204" pitchFamily="34" charset="-122"/>
                <a:cs typeface="Vani" pitchFamily="34" charset="0"/>
              </a:rPr>
              <a:t>？</a:t>
            </a:r>
            <a:endParaRPr lang="en-US" altLang="zh-CN" sz="2400" b="1" dirty="0">
              <a:solidFill>
                <a:srgbClr val="000066"/>
              </a:solidFill>
              <a:latin typeface="微软雅黑" panose="020B0503020204020204" pitchFamily="34" charset="-122"/>
              <a:ea typeface="微软雅黑" panose="020B0503020204020204" pitchFamily="34" charset="-122"/>
              <a:cs typeface="Vani" pitchFamily="34" charset="0"/>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8" name="Rectangle 3"/>
          <p:cNvSpPr>
            <a:spLocks noGrp="1"/>
          </p:cNvSpPr>
          <p:nvPr>
            <p:ph idx="1"/>
          </p:nvPr>
        </p:nvSpPr>
        <p:spPr>
          <a:xfrm>
            <a:off x="328930" y="959485"/>
            <a:ext cx="11528425" cy="4579620"/>
          </a:xfrm>
        </p:spPr>
        <p:txBody>
          <a:bodyPr vert="horz" wrap="square" lIns="91440" tIns="45720" rIns="91440" bIns="45720" anchor="t" anchorCtr="0">
            <a:normAutofit/>
          </a:bodyPr>
          <a:lstStyle/>
          <a:p>
            <a:pPr marL="457200" lvl="1" indent="-457200">
              <a:lnSpc>
                <a:spcPct val="150000"/>
              </a:lnSpc>
              <a:spcBef>
                <a:spcPts val="1000"/>
              </a:spcBef>
              <a:buClr>
                <a:srgbClr val="0000FF"/>
              </a:buClr>
              <a:buFont typeface="Wingdings" panose="05000000000000000000" pitchFamily="2" charset="2"/>
              <a:buChar char="n"/>
            </a:pPr>
            <a:r>
              <a:rPr lang="zh-CN" altLang="en-US"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具有快表的地址变换机构</a:t>
            </a:r>
            <a:endParaRPr lang="en-US" altLang="zh-CN"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endParaRPr>
          </a:p>
          <a:p>
            <a:pPr marL="914400" lvl="2" indent="-457200">
              <a:lnSpc>
                <a:spcPct val="100000"/>
              </a:lnSpc>
              <a:spcBef>
                <a:spcPts val="1000"/>
              </a:spcBef>
              <a:buClr>
                <a:srgbClr val="0000FF"/>
              </a:buClr>
              <a:buFont typeface="Wingdings" panose="05000000000000000000" pitchFamily="2" charset="2"/>
              <a:buChar char="Ø"/>
            </a:pP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由于页表是存放在内存中的，这使 </a:t>
            </a:r>
            <a:r>
              <a:rPr lang="en-US" altLang="zh-CN" b="1" dirty="0">
                <a:latin typeface="Times New Roman" panose="02020503050405090304" pitchFamily="18" charset="0"/>
                <a:ea typeface="微软雅黑" panose="020B0503020204020204" pitchFamily="34" charset="-122"/>
                <a:cs typeface="Times New Roman" panose="02020503050405090304" pitchFamily="18" charset="0"/>
              </a:rPr>
              <a:t>CPU </a:t>
            </a: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在每存取一个数据时，都要两次访问内存：第一次是访问页表从中找到指定页的物理块号，再将块号与页内偏移量 </a:t>
            </a:r>
            <a:r>
              <a:rPr lang="en-US" altLang="zh-CN" b="1" dirty="0">
                <a:latin typeface="Times New Roman" panose="02020503050405090304" pitchFamily="18" charset="0"/>
                <a:ea typeface="微软雅黑" panose="020B0503020204020204" pitchFamily="34" charset="-122"/>
                <a:cs typeface="Times New Roman" panose="02020503050405090304" pitchFamily="18" charset="0"/>
              </a:rPr>
              <a:t>W </a:t>
            </a: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拼接，以形成物理地址；第二次访问时，才是从第一次所得地址中获得所需数据</a:t>
            </a:r>
            <a:r>
              <a:rPr lang="en-US" altLang="zh-CN" b="1" dirty="0">
                <a:latin typeface="Times New Roman" panose="02020503050405090304" pitchFamily="18" charset="0"/>
                <a:ea typeface="微软雅黑" panose="020B0503020204020204" pitchFamily="34" charset="-122"/>
                <a:cs typeface="Times New Roman" panose="02020503050405090304" pitchFamily="18" charset="0"/>
              </a:rPr>
              <a:t>(</a:t>
            </a: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或向此地址中写入数据</a:t>
            </a:r>
            <a:r>
              <a:rPr lang="en-US" altLang="zh-CN" b="1" dirty="0">
                <a:latin typeface="Times New Roman" panose="02020503050405090304" pitchFamily="18" charset="0"/>
                <a:ea typeface="微软雅黑" panose="020B0503020204020204" pitchFamily="34" charset="-122"/>
                <a:cs typeface="Times New Roman" panose="02020503050405090304" pitchFamily="18" charset="0"/>
              </a:rPr>
              <a:t>)</a:t>
            </a: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a:t>
            </a:r>
            <a:endParaRPr lang="en-US" altLang="zh-CN" b="1" dirty="0">
              <a:latin typeface="Times New Roman" panose="02020503050405090304" pitchFamily="18" charset="0"/>
              <a:ea typeface="微软雅黑" panose="020B0503020204020204" pitchFamily="34" charset="-122"/>
              <a:cs typeface="Times New Roman" panose="02020503050405090304" pitchFamily="18" charset="0"/>
            </a:endParaRPr>
          </a:p>
          <a:p>
            <a:pPr marL="914400" lvl="2" indent="-457200">
              <a:lnSpc>
                <a:spcPct val="100000"/>
              </a:lnSpc>
              <a:spcBef>
                <a:spcPts val="1000"/>
              </a:spcBef>
              <a:buClr>
                <a:srgbClr val="0000FF"/>
              </a:buClr>
              <a:buFont typeface="Wingdings" panose="05000000000000000000" pitchFamily="2" charset="2"/>
              <a:buChar char="Ø"/>
            </a:pP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为了提高地址变换速度，可在地址变换机构中增设一个具有并行查寻能力的</a:t>
            </a:r>
            <a:r>
              <a:rPr lang="zh-CN" altLang="en-US"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特殊高速缓冲寄存器</a:t>
            </a: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，又称为</a:t>
            </a:r>
            <a:r>
              <a:rPr lang="zh-CN" altLang="en-US"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联想寄存器</a:t>
            </a:r>
            <a:r>
              <a:rPr lang="en-US" altLang="zh-CN"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a:t>
            </a:r>
            <a:r>
              <a:rPr lang="zh-CN" altLang="en-US"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快表</a:t>
            </a: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，用以存放当前访问的那些页表项</a:t>
            </a:r>
            <a:endParaRPr lang="en-US" altLang="zh-CN" b="1" dirty="0">
              <a:latin typeface="Times New Roman" panose="02020503050405090304" pitchFamily="18" charset="0"/>
              <a:ea typeface="微软雅黑" panose="020B0503020204020204" pitchFamily="34" charset="-122"/>
              <a:cs typeface="Times New Roman" panose="02020503050405090304" pitchFamily="18" charset="0"/>
            </a:endParaRPr>
          </a:p>
          <a:p>
            <a:pPr marL="914400" lvl="2" indent="-457200">
              <a:lnSpc>
                <a:spcPct val="100000"/>
              </a:lnSpc>
              <a:spcBef>
                <a:spcPts val="1000"/>
              </a:spcBef>
              <a:buClr>
                <a:srgbClr val="0000FF"/>
              </a:buClr>
              <a:buFont typeface="Wingdings" panose="05000000000000000000" pitchFamily="2" charset="2"/>
              <a:buChar char="Ø"/>
            </a:pP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如果没有快表，则需两次访问内存：第一次：访问页表</a:t>
            </a:r>
            <a:r>
              <a:rPr lang="en-US" altLang="zh-CN" b="1" dirty="0">
                <a:latin typeface="Times New Roman" panose="02020503050405090304" pitchFamily="18" charset="0"/>
                <a:ea typeface="微软雅黑" panose="020B0503020204020204" pitchFamily="34" charset="-122"/>
                <a:cs typeface="Times New Roman" panose="02020503050405090304" pitchFamily="18" charset="0"/>
              </a:rPr>
              <a:t>;</a:t>
            </a: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 第二次：得到绝对地址内容</a:t>
            </a:r>
            <a:endParaRPr lang="zh-CN" altLang="en-US" b="1" dirty="0">
              <a:latin typeface="Times New Roman" panose="02020503050405090304" pitchFamily="18" charset="0"/>
              <a:ea typeface="微软雅黑" panose="020B0503020204020204" pitchFamily="34" charset="-122"/>
              <a:cs typeface="Times New Roman" panose="02020503050405090304" pitchFamily="18" charset="0"/>
            </a:endParaRPr>
          </a:p>
          <a:p>
            <a:pPr marL="914400" lvl="2" indent="-457200">
              <a:lnSpc>
                <a:spcPct val="100000"/>
              </a:lnSpc>
              <a:spcBef>
                <a:spcPts val="1000"/>
              </a:spcBef>
              <a:buClr>
                <a:srgbClr val="0000FF"/>
              </a:buClr>
              <a:buFont typeface="Wingdings" panose="05000000000000000000" pitchFamily="2" charset="2"/>
              <a:buChar char="Ø"/>
            </a:pP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有快表，速度提高；快表贵，不能太多。</a:t>
            </a:r>
            <a:endParaRPr lang="zh-CN" altLang="en-US" b="1" dirty="0">
              <a:latin typeface="Times New Roman" panose="02020503050405090304" pitchFamily="18" charset="0"/>
              <a:ea typeface="微软雅黑" panose="020B0503020204020204" pitchFamily="34" charset="-122"/>
              <a:cs typeface="Times New Roman" panose="02020503050405090304" pitchFamily="18" charset="0"/>
            </a:endParaRPr>
          </a:p>
          <a:p>
            <a:pPr marL="914400" lvl="2" indent="-457200">
              <a:lnSpc>
                <a:spcPct val="150000"/>
              </a:lnSpc>
              <a:spcBef>
                <a:spcPts val="1000"/>
              </a:spcBef>
              <a:buClr>
                <a:srgbClr val="0000FF"/>
              </a:buClr>
              <a:buFont typeface="Wingdings" panose="05000000000000000000" pitchFamily="2" charset="2"/>
              <a:buChar char="Ø"/>
            </a:pPr>
            <a:endParaRPr lang="en-US" altLang="zh-CN" b="1" dirty="0">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5" name="标题 1"/>
          <p:cNvSpPr txBox="1"/>
          <p:nvPr/>
        </p:nvSpPr>
        <p:spPr>
          <a:xfrm>
            <a:off x="184785" y="33655"/>
            <a:ext cx="10855960" cy="108140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eaLnBrk="1" hangingPunct="1"/>
            <a:r>
              <a:rPr lang="en-US" altLang="zh-CN" sz="3900" b="1" dirty="0">
                <a:latin typeface="微软雅黑" panose="020B0503020204020204" pitchFamily="34" charset="-122"/>
                <a:ea typeface="微软雅黑" panose="020B0503020204020204" pitchFamily="34" charset="-122"/>
              </a:rPr>
              <a:t>4.5.2 </a:t>
            </a:r>
            <a:r>
              <a:rPr lang="zh-CN" altLang="en-US" sz="3900" b="1" dirty="0">
                <a:latin typeface="微软雅黑" panose="020B0503020204020204" pitchFamily="34" charset="-122"/>
                <a:ea typeface="微软雅黑" panose="020B0503020204020204" pitchFamily="34" charset="-122"/>
              </a:rPr>
              <a:t>地址变换机构</a:t>
            </a:r>
            <a:endParaRPr lang="zh-CN" altLang="en-US" sz="3900" b="1" dirty="0">
              <a:latin typeface="微软雅黑" panose="020B0503020204020204" pitchFamily="34" charset="-122"/>
              <a:ea typeface="微软雅黑" panose="020B0503020204020204" pitchFamily="34" charset="-122"/>
            </a:endParaRPr>
          </a:p>
        </p:txBody>
      </p:sp>
      <p:sp>
        <p:nvSpPr>
          <p:cNvPr id="14" name="梯形 13"/>
          <p:cNvSpPr/>
          <p:nvPr/>
        </p:nvSpPr>
        <p:spPr>
          <a:xfrm>
            <a:off x="5791248" y="4373792"/>
            <a:ext cx="1777181" cy="545691"/>
          </a:xfrm>
          <a:prstGeom prst="trapezoid">
            <a:avLst>
              <a:gd name="adj" fmla="val 49324"/>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1800" b="1" dirty="0">
                <a:latin typeface="微软雅黑" panose="020B0503020204020204" pitchFamily="34" charset="-122"/>
                <a:ea typeface="微软雅黑" panose="020B0503020204020204" pitchFamily="34" charset="-122"/>
                <a:cs typeface="Times New Roman" panose="02020503050405090304" pitchFamily="18" charset="0"/>
              </a:rPr>
              <a:t>寄存器</a:t>
            </a:r>
            <a:endParaRPr lang="zh-CN" altLang="en-US" b="1" dirty="0">
              <a:solidFill>
                <a:schemeClr val="dk1"/>
              </a:solidFill>
              <a:latin typeface="微软雅黑" panose="020B0503020204020204" pitchFamily="34" charset="-122"/>
              <a:ea typeface="微软雅黑" panose="020B0503020204020204" pitchFamily="34" charset="-122"/>
            </a:endParaRPr>
          </a:p>
        </p:txBody>
      </p:sp>
      <p:sp>
        <p:nvSpPr>
          <p:cNvPr id="15" name="梯形 14"/>
          <p:cNvSpPr/>
          <p:nvPr/>
        </p:nvSpPr>
        <p:spPr>
          <a:xfrm>
            <a:off x="5517173" y="4919483"/>
            <a:ext cx="2325330" cy="545691"/>
          </a:xfrm>
          <a:prstGeom prst="trapezoid">
            <a:avLst>
              <a:gd name="adj" fmla="val 49324"/>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zh-CN" altLang="en-US" sz="1800" b="1" dirty="0">
                <a:latin typeface="微软雅黑" panose="020B0503020204020204" pitchFamily="34" charset="-122"/>
                <a:ea typeface="微软雅黑" panose="020B0503020204020204" pitchFamily="34" charset="-122"/>
                <a:cs typeface="Times New Roman" panose="02020503050405090304" pitchFamily="18" charset="0"/>
              </a:rPr>
              <a:t>高速缓存</a:t>
            </a:r>
            <a:endParaRPr lang="zh-CN" altLang="en-US" b="1" dirty="0">
              <a:solidFill>
                <a:schemeClr val="dk1"/>
              </a:solidFill>
              <a:latin typeface="微软雅黑" panose="020B0503020204020204" pitchFamily="34" charset="-122"/>
              <a:ea typeface="微软雅黑" panose="020B0503020204020204" pitchFamily="34" charset="-122"/>
            </a:endParaRPr>
          </a:p>
        </p:txBody>
      </p:sp>
      <p:sp>
        <p:nvSpPr>
          <p:cNvPr id="16" name="梯形 15"/>
          <p:cNvSpPr/>
          <p:nvPr/>
        </p:nvSpPr>
        <p:spPr>
          <a:xfrm>
            <a:off x="5255389" y="5465174"/>
            <a:ext cx="2848898" cy="545691"/>
          </a:xfrm>
          <a:prstGeom prst="trapezoid">
            <a:avLst>
              <a:gd name="adj" fmla="val 49324"/>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zh-CN" altLang="en-US" sz="1800" b="1" dirty="0">
                <a:latin typeface="微软雅黑" panose="020B0503020204020204" pitchFamily="34" charset="-122"/>
                <a:ea typeface="微软雅黑" panose="020B0503020204020204" pitchFamily="34" charset="-122"/>
                <a:cs typeface="Times New Roman" panose="02020503050405090304" pitchFamily="18" charset="0"/>
              </a:rPr>
              <a:t>主存储器</a:t>
            </a:r>
            <a:endParaRPr lang="zh-CN" altLang="en-US" b="1" dirty="0">
              <a:solidFill>
                <a:schemeClr val="dk1"/>
              </a:solidFill>
              <a:latin typeface="微软雅黑" panose="020B0503020204020204" pitchFamily="34" charset="-122"/>
              <a:ea typeface="微软雅黑" panose="020B0503020204020204" pitchFamily="34" charset="-122"/>
            </a:endParaRPr>
          </a:p>
        </p:txBody>
      </p:sp>
      <p:sp>
        <p:nvSpPr>
          <p:cNvPr id="17" name="梯形 16"/>
          <p:cNvSpPr/>
          <p:nvPr/>
        </p:nvSpPr>
        <p:spPr>
          <a:xfrm>
            <a:off x="4989918" y="6010865"/>
            <a:ext cx="3379840" cy="545691"/>
          </a:xfrm>
          <a:prstGeom prst="trapezoid">
            <a:avLst>
              <a:gd name="adj" fmla="val 49324"/>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zh-CN" altLang="en-US" sz="1800" b="1">
                <a:latin typeface="微软雅黑" panose="020B0503020204020204" pitchFamily="34" charset="-122"/>
                <a:ea typeface="微软雅黑" panose="020B0503020204020204" pitchFamily="34" charset="-122"/>
                <a:cs typeface="Times New Roman" panose="02020503050405090304" pitchFamily="18" charset="0"/>
              </a:rPr>
              <a:t>磁盘缓存</a:t>
            </a:r>
            <a:endParaRPr lang="zh-CN" altLang="en-US" b="1">
              <a:solidFill>
                <a:schemeClr val="dk1"/>
              </a:solidFill>
              <a:latin typeface="微软雅黑" panose="020B0503020204020204" pitchFamily="34" charset="-122"/>
              <a:ea typeface="微软雅黑" panose="020B0503020204020204" pitchFamily="34" charset="-122"/>
            </a:endParaRPr>
          </a:p>
        </p:txBody>
      </p:sp>
      <p:cxnSp>
        <p:nvCxnSpPr>
          <p:cNvPr id="27" name="直接箭头连接符 26"/>
          <p:cNvCxnSpPr>
            <a:stCxn id="28" idx="3"/>
            <a:endCxn id="14" idx="1"/>
          </p:cNvCxnSpPr>
          <p:nvPr/>
        </p:nvCxnSpPr>
        <p:spPr>
          <a:xfrm flipV="1">
            <a:off x="5137562" y="4646885"/>
            <a:ext cx="788035" cy="353695"/>
          </a:xfrm>
          <a:prstGeom prst="straightConnector1">
            <a:avLst/>
          </a:prstGeom>
          <a:ln w="28575">
            <a:solidFill>
              <a:srgbClr val="2F5597"/>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28" name="文本框 27"/>
          <p:cNvSpPr txBox="1"/>
          <p:nvPr/>
        </p:nvSpPr>
        <p:spPr>
          <a:xfrm>
            <a:off x="4027144" y="4646637"/>
            <a:ext cx="1110418" cy="706755"/>
          </a:xfrm>
          <a:prstGeom prst="rect">
            <a:avLst/>
          </a:prstGeom>
          <a:solidFill>
            <a:schemeClr val="bg1"/>
          </a:solidFill>
        </p:spPr>
        <p:txBody>
          <a:bodyPr wrap="square">
            <a:spAutoFit/>
          </a:bodyPr>
          <a:lstStyle>
            <a:defPPr>
              <a:defRPr lang="zh-CN"/>
            </a:defPPr>
            <a:lvl1pPr>
              <a:defRPr sz="2000" b="1">
                <a:solidFill>
                  <a:srgbClr val="2F5597"/>
                </a:solidFill>
                <a:latin typeface="Times New Roman" panose="02020503050405090304" pitchFamily="18" charset="0"/>
                <a:ea typeface="微软雅黑" panose="020B0503020204020204" pitchFamily="34" charset="-122"/>
                <a:cs typeface="Times New Roman" panose="02020503050405090304" pitchFamily="18" charset="0"/>
              </a:defRPr>
            </a:lvl1pPr>
          </a:lstStyle>
          <a:p>
            <a:r>
              <a:rPr lang="zh-CN" altLang="en-US" dirty="0"/>
              <a:t>可执行存储器</a:t>
            </a:r>
            <a:endParaRPr lang="zh-CN" altLang="en-US" dirty="0"/>
          </a:p>
        </p:txBody>
      </p:sp>
      <p:cxnSp>
        <p:nvCxnSpPr>
          <p:cNvPr id="29" name="直接箭头连接符 28"/>
          <p:cNvCxnSpPr>
            <a:stCxn id="28" idx="3"/>
            <a:endCxn id="16" idx="1"/>
          </p:cNvCxnSpPr>
          <p:nvPr/>
        </p:nvCxnSpPr>
        <p:spPr>
          <a:xfrm>
            <a:off x="5137562" y="4999945"/>
            <a:ext cx="252095" cy="737870"/>
          </a:xfrm>
          <a:prstGeom prst="straightConnector1">
            <a:avLst/>
          </a:prstGeom>
          <a:ln w="28575">
            <a:solidFill>
              <a:srgbClr val="2F5597"/>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2" name="文本框 1"/>
          <p:cNvSpPr txBox="1"/>
          <p:nvPr/>
        </p:nvSpPr>
        <p:spPr>
          <a:xfrm>
            <a:off x="8772499" y="5538812"/>
            <a:ext cx="1110418" cy="398780"/>
          </a:xfrm>
          <a:prstGeom prst="rect">
            <a:avLst/>
          </a:prstGeom>
          <a:solidFill>
            <a:schemeClr val="bg1"/>
          </a:solidFill>
        </p:spPr>
        <p:txBody>
          <a:bodyPr wrap="square">
            <a:spAutoFit/>
          </a:bodyPr>
          <a:lstStyle>
            <a:defPPr>
              <a:defRPr lang="zh-CN"/>
            </a:defPPr>
            <a:lvl1pPr>
              <a:defRPr sz="2000" b="1">
                <a:solidFill>
                  <a:srgbClr val="2F5597"/>
                </a:solidFill>
                <a:latin typeface="Times New Roman" panose="02020503050405090304" pitchFamily="18" charset="0"/>
                <a:ea typeface="微软雅黑" panose="020B0503020204020204" pitchFamily="34" charset="-122"/>
                <a:cs typeface="Times New Roman" panose="02020503050405090304" pitchFamily="18" charset="0"/>
              </a:defRPr>
            </a:lvl1pPr>
          </a:lstStyle>
          <a:p>
            <a:r>
              <a:rPr lang="zh-CN" altLang="en-US" dirty="0"/>
              <a:t>内存</a:t>
            </a:r>
            <a:endParaRPr lang="zh-CN" altLang="en-US" dirty="0"/>
          </a:p>
        </p:txBody>
      </p:sp>
      <p:cxnSp>
        <p:nvCxnSpPr>
          <p:cNvPr id="3" name="直接箭头连接符 2"/>
          <p:cNvCxnSpPr>
            <a:stCxn id="2" idx="1"/>
            <a:endCxn id="15" idx="3"/>
          </p:cNvCxnSpPr>
          <p:nvPr/>
        </p:nvCxnSpPr>
        <p:spPr>
          <a:xfrm flipH="1" flipV="1">
            <a:off x="7708042" y="5192350"/>
            <a:ext cx="1064260" cy="546100"/>
          </a:xfrm>
          <a:prstGeom prst="straightConnector1">
            <a:avLst/>
          </a:prstGeom>
          <a:ln w="28575">
            <a:solidFill>
              <a:srgbClr val="2F5597"/>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4" name="直接箭头连接符 3"/>
          <p:cNvCxnSpPr>
            <a:stCxn id="2" idx="1"/>
            <a:endCxn id="16" idx="3"/>
          </p:cNvCxnSpPr>
          <p:nvPr/>
        </p:nvCxnSpPr>
        <p:spPr>
          <a:xfrm flipH="1" flipV="1">
            <a:off x="7969027" y="5737815"/>
            <a:ext cx="803275" cy="635"/>
          </a:xfrm>
          <a:prstGeom prst="straightConnector1">
            <a:avLst/>
          </a:prstGeom>
          <a:ln w="28575">
            <a:solidFill>
              <a:srgbClr val="2F5597"/>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6" name="直接箭头连接符 5"/>
          <p:cNvCxnSpPr>
            <a:endCxn id="17" idx="3"/>
          </p:cNvCxnSpPr>
          <p:nvPr/>
        </p:nvCxnSpPr>
        <p:spPr>
          <a:xfrm flipH="1">
            <a:off x="8235092" y="5754960"/>
            <a:ext cx="516255" cy="528320"/>
          </a:xfrm>
          <a:prstGeom prst="straightConnector1">
            <a:avLst/>
          </a:prstGeom>
          <a:ln w="28575">
            <a:solidFill>
              <a:srgbClr val="2F5597"/>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8" name="Rectangle 3"/>
          <p:cNvSpPr>
            <a:spLocks noGrp="1"/>
          </p:cNvSpPr>
          <p:nvPr>
            <p:ph idx="1"/>
          </p:nvPr>
        </p:nvSpPr>
        <p:spPr>
          <a:xfrm>
            <a:off x="911860" y="959485"/>
            <a:ext cx="10215245" cy="711835"/>
          </a:xfrm>
        </p:spPr>
        <p:txBody>
          <a:bodyPr vert="horz" wrap="square" lIns="91440" tIns="45720" rIns="91440" bIns="45720" anchor="t" anchorCtr="0">
            <a:normAutofit/>
          </a:bodyPr>
          <a:lstStyle/>
          <a:p>
            <a:pPr marL="457200" lvl="1" indent="-457200">
              <a:lnSpc>
                <a:spcPct val="150000"/>
              </a:lnSpc>
              <a:spcBef>
                <a:spcPts val="1000"/>
              </a:spcBef>
              <a:buClr>
                <a:srgbClr val="0000FF"/>
              </a:buClr>
              <a:buFont typeface="Wingdings" panose="05000000000000000000" pitchFamily="2" charset="2"/>
              <a:buChar char="n"/>
            </a:pPr>
            <a:r>
              <a:rPr lang="zh-CN" altLang="en-US"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具有快表的地址变换机构</a:t>
            </a:r>
            <a:endParaRPr lang="en-US" altLang="zh-CN"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5" name="标题 1"/>
          <p:cNvSpPr txBox="1"/>
          <p:nvPr/>
        </p:nvSpPr>
        <p:spPr>
          <a:xfrm>
            <a:off x="191770" y="33655"/>
            <a:ext cx="10848975" cy="108140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eaLnBrk="1" hangingPunct="1"/>
            <a:r>
              <a:rPr lang="en-US" altLang="zh-CN" sz="3900" b="1" dirty="0">
                <a:latin typeface="微软雅黑" panose="020B0503020204020204" pitchFamily="34" charset="-122"/>
                <a:ea typeface="微软雅黑" panose="020B0503020204020204" pitchFamily="34" charset="-122"/>
              </a:rPr>
              <a:t>4.5.2 </a:t>
            </a:r>
            <a:r>
              <a:rPr lang="zh-CN" altLang="en-US" sz="3900" b="1" dirty="0">
                <a:latin typeface="微软雅黑" panose="020B0503020204020204" pitchFamily="34" charset="-122"/>
                <a:ea typeface="微软雅黑" panose="020B0503020204020204" pitchFamily="34" charset="-122"/>
              </a:rPr>
              <a:t>地址变换机构</a:t>
            </a:r>
            <a:endParaRPr lang="zh-CN" altLang="en-US" sz="3900" b="1" dirty="0">
              <a:latin typeface="微软雅黑" panose="020B0503020204020204" pitchFamily="34" charset="-122"/>
              <a:ea typeface="微软雅黑" panose="020B0503020204020204" pitchFamily="34" charset="-122"/>
            </a:endParaRPr>
          </a:p>
        </p:txBody>
      </p:sp>
      <p:graphicFrame>
        <p:nvGraphicFramePr>
          <p:cNvPr id="4" name="Object 3"/>
          <p:cNvGraphicFramePr>
            <a:graphicFrameLocks noChangeAspect="1"/>
          </p:cNvGraphicFramePr>
          <p:nvPr/>
        </p:nvGraphicFramePr>
        <p:xfrm>
          <a:off x="1604543" y="1843166"/>
          <a:ext cx="9144000" cy="4892675"/>
        </p:xfrm>
        <a:graphic>
          <a:graphicData uri="http://schemas.openxmlformats.org/presentationml/2006/ole">
            <mc:AlternateContent xmlns:mc="http://schemas.openxmlformats.org/markup-compatibility/2006">
              <mc:Choice xmlns:v="urn:schemas-microsoft-com:vml" Requires="v">
                <p:oleObj spid="_x0000_s27659" name="" r:id="rId1" imgW="6830060" imgH="3352800" progId="Visio.Drawing.11">
                  <p:embed/>
                </p:oleObj>
              </mc:Choice>
              <mc:Fallback>
                <p:oleObj name="" r:id="rId1" imgW="6830060" imgH="3352800" progId="Visio.Drawing.11">
                  <p:embed/>
                  <p:pic>
                    <p:nvPicPr>
                      <p:cNvPr id="0" name="Object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04543" y="1843166"/>
                        <a:ext cx="9144000" cy="4892675"/>
                      </a:xfrm>
                      <a:prstGeom prst="rect">
                        <a:avLst/>
                      </a:prstGeom>
                      <a:noFill/>
                      <a:effectLst/>
                    </p:spPr>
                  </p:pic>
                </p:oleObj>
              </mc:Fallback>
            </mc:AlternateContent>
          </a:graphicData>
        </a:graphic>
      </p:graphicFrame>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8" name="Rectangle 3"/>
          <p:cNvSpPr>
            <a:spLocks noGrp="1"/>
          </p:cNvSpPr>
          <p:nvPr>
            <p:ph idx="1"/>
          </p:nvPr>
        </p:nvSpPr>
        <p:spPr>
          <a:xfrm>
            <a:off x="357505" y="959485"/>
            <a:ext cx="11430000" cy="5190490"/>
          </a:xfrm>
        </p:spPr>
        <p:txBody>
          <a:bodyPr vert="horz" wrap="square" lIns="91440" tIns="45720" rIns="91440" bIns="45720" anchor="t" anchorCtr="0"/>
          <a:lstStyle/>
          <a:p>
            <a:pPr marL="457200" lvl="1" indent="-457200">
              <a:lnSpc>
                <a:spcPct val="150000"/>
              </a:lnSpc>
              <a:spcBef>
                <a:spcPts val="1000"/>
              </a:spcBef>
              <a:buClr>
                <a:srgbClr val="0000FF"/>
              </a:buClr>
              <a:buFont typeface="Wingdings" panose="05000000000000000000" pitchFamily="2" charset="2"/>
              <a:buChar char="n"/>
            </a:pPr>
            <a:r>
              <a:rPr lang="zh-CN" altLang="en-US" sz="2800"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内存的有效访问时间</a:t>
            </a:r>
            <a:endParaRPr lang="en-US" altLang="zh-CN" sz="2800"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endParaRPr>
          </a:p>
          <a:p>
            <a:pPr marL="914400" lvl="2" indent="-457200">
              <a:lnSpc>
                <a:spcPct val="150000"/>
              </a:lnSpc>
              <a:spcBef>
                <a:spcPts val="1000"/>
              </a:spcBef>
              <a:buClr>
                <a:srgbClr val="0000FF"/>
              </a:buClr>
              <a:buFont typeface="Wingdings" panose="05000000000000000000" pitchFamily="2" charset="2"/>
              <a:buChar char="Ø"/>
            </a:pPr>
            <a:r>
              <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rPr>
              <a:t>进程发出指定逻辑地址的访问请求，经过地址变换，到在内存中</a:t>
            </a:r>
            <a:r>
              <a:rPr lang="zh-CN" altLang="en-US" sz="2400"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找到</a:t>
            </a:r>
            <a:r>
              <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rPr>
              <a:t>对应的实际物理地址单元并</a:t>
            </a:r>
            <a:r>
              <a:rPr lang="zh-CN" altLang="en-US" sz="2400"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取出</a:t>
            </a:r>
            <a:r>
              <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rPr>
              <a:t>数据，所需花费总时间</a:t>
            </a:r>
            <a:endParaRPr lang="en-US" altLang="zh-CN" sz="2400" b="1" dirty="0">
              <a:latin typeface="Times New Roman" panose="02020503050405090304" pitchFamily="18" charset="0"/>
              <a:ea typeface="微软雅黑" panose="020B0503020204020204" pitchFamily="34" charset="-122"/>
              <a:cs typeface="Times New Roman" panose="02020503050405090304" pitchFamily="18" charset="0"/>
            </a:endParaRPr>
          </a:p>
          <a:p>
            <a:pPr marL="914400" lvl="2" indent="-457200">
              <a:lnSpc>
                <a:spcPct val="150000"/>
              </a:lnSpc>
              <a:spcBef>
                <a:spcPts val="1000"/>
              </a:spcBef>
              <a:buClr>
                <a:srgbClr val="0000FF"/>
              </a:buClr>
              <a:buFont typeface="Wingdings" panose="05000000000000000000" pitchFamily="2" charset="2"/>
              <a:buChar char="Ø"/>
            </a:pPr>
            <a:r>
              <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rPr>
              <a:t>在引入块表的分页存储管理方式中，可减少一次内存访问时间，但存在找到所需表项的</a:t>
            </a:r>
            <a:r>
              <a:rPr lang="zh-CN" altLang="en-US" sz="2400"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命中率</a:t>
            </a:r>
            <a:endParaRPr lang="en-US" altLang="zh-CN" sz="2400" b="1" dirty="0">
              <a:latin typeface="Times New Roman" panose="02020503050405090304" pitchFamily="18" charset="0"/>
              <a:ea typeface="微软雅黑" panose="020B0503020204020204" pitchFamily="34" charset="-122"/>
              <a:cs typeface="Times New Roman" panose="02020503050405090304" pitchFamily="18" charset="0"/>
            </a:endParaRPr>
          </a:p>
          <a:p>
            <a:pPr marL="914400" lvl="2" indent="-457200">
              <a:lnSpc>
                <a:spcPct val="150000"/>
              </a:lnSpc>
              <a:spcBef>
                <a:spcPts val="1000"/>
              </a:spcBef>
              <a:buClr>
                <a:srgbClr val="0000FF"/>
              </a:buClr>
              <a:buFont typeface="Wingdings" panose="05000000000000000000" pitchFamily="2" charset="2"/>
              <a:buChar char="Ø"/>
            </a:pPr>
            <a:r>
              <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rPr>
              <a:t>令</a:t>
            </a:r>
            <a:r>
              <a:rPr lang="en-US" altLang="zh-CN" sz="2400" b="1" dirty="0">
                <a:latin typeface="Times New Roman" panose="02020503050405090304" pitchFamily="18" charset="0"/>
                <a:ea typeface="微软雅黑" panose="020B0503020204020204" pitchFamily="34" charset="-122"/>
                <a:cs typeface="Times New Roman" panose="02020503050405090304" pitchFamily="18" charset="0"/>
              </a:rPr>
              <a:t>m</a:t>
            </a:r>
            <a:r>
              <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rPr>
              <a:t>为</a:t>
            </a:r>
            <a:r>
              <a:rPr lang="zh-CN" altLang="en-US" sz="2400"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查找快表</a:t>
            </a:r>
            <a:r>
              <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rPr>
              <a:t>所需时间，</a:t>
            </a:r>
            <a:r>
              <a:rPr lang="en-US" altLang="zh-CN" sz="2400" b="1" dirty="0">
                <a:latin typeface="Times New Roman" panose="02020503050405090304" pitchFamily="18" charset="0"/>
                <a:ea typeface="微软雅黑" panose="020B0503020204020204" pitchFamily="34" charset="-122"/>
                <a:cs typeface="Times New Roman" panose="02020503050405090304" pitchFamily="18" charset="0"/>
              </a:rPr>
              <a:t>a</a:t>
            </a:r>
            <a:r>
              <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rPr>
              <a:t>为</a:t>
            </a:r>
            <a:r>
              <a:rPr lang="zh-CN" altLang="en-US" sz="2400"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命中率</a:t>
            </a:r>
            <a:r>
              <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rPr>
              <a:t>，</a:t>
            </a:r>
            <a:r>
              <a:rPr lang="en-US" altLang="zh-CN" sz="2400" b="1" dirty="0">
                <a:latin typeface="Times New Roman" panose="02020503050405090304" pitchFamily="18" charset="0"/>
                <a:ea typeface="微软雅黑" panose="020B0503020204020204" pitchFamily="34" charset="-122"/>
                <a:cs typeface="Times New Roman" panose="02020503050405090304" pitchFamily="18" charset="0"/>
              </a:rPr>
              <a:t>t</a:t>
            </a:r>
            <a:r>
              <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rPr>
              <a:t>为</a:t>
            </a:r>
            <a:r>
              <a:rPr lang="zh-CN" altLang="en-US" sz="2400"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内存访问</a:t>
            </a:r>
            <a:r>
              <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rPr>
              <a:t>时间，其有效访问时间：</a:t>
            </a:r>
            <a:endParaRPr lang="en-US" altLang="zh-CN" sz="2400" b="1" dirty="0">
              <a:latin typeface="Times New Roman" panose="02020503050405090304" pitchFamily="18" charset="0"/>
              <a:ea typeface="微软雅黑" panose="020B0503020204020204" pitchFamily="34" charset="-122"/>
              <a:cs typeface="Times New Roman" panose="02020503050405090304" pitchFamily="18" charset="0"/>
            </a:endParaRPr>
          </a:p>
          <a:p>
            <a:pPr marL="457200" lvl="2" indent="0" algn="ctr">
              <a:lnSpc>
                <a:spcPct val="150000"/>
              </a:lnSpc>
              <a:spcBef>
                <a:spcPts val="1000"/>
              </a:spcBef>
              <a:buClr>
                <a:srgbClr val="0000FF"/>
              </a:buClr>
              <a:buNone/>
            </a:pPr>
            <a:r>
              <a:rPr lang="en-US" altLang="zh-CN" sz="2400" b="1" dirty="0">
                <a:latin typeface="Times New Roman" panose="02020503050405090304" pitchFamily="18" charset="0"/>
                <a:ea typeface="微软雅黑" panose="020B0503020204020204" pitchFamily="34" charset="-122"/>
                <a:cs typeface="Times New Roman" panose="02020503050405090304" pitchFamily="18" charset="0"/>
              </a:rPr>
              <a:t>EAT = ?</a:t>
            </a:r>
            <a:endParaRPr lang="en-US" altLang="zh-CN" sz="2400" b="1" dirty="0">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5" name="标题 1"/>
          <p:cNvSpPr txBox="1"/>
          <p:nvPr/>
        </p:nvSpPr>
        <p:spPr>
          <a:xfrm>
            <a:off x="248920" y="33655"/>
            <a:ext cx="10791825" cy="108140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eaLnBrk="1" hangingPunct="1"/>
            <a:r>
              <a:rPr lang="en-US" altLang="zh-CN" sz="3900" b="1" dirty="0">
                <a:latin typeface="微软雅黑" panose="020B0503020204020204" pitchFamily="34" charset="-122"/>
                <a:ea typeface="微软雅黑" panose="020B0503020204020204" pitchFamily="34" charset="-122"/>
              </a:rPr>
              <a:t>4.5.3 </a:t>
            </a:r>
            <a:r>
              <a:rPr lang="zh-CN" altLang="en-US" sz="3900" b="1" dirty="0">
                <a:latin typeface="微软雅黑" panose="020B0503020204020204" pitchFamily="34" charset="-122"/>
                <a:ea typeface="微软雅黑" panose="020B0503020204020204" pitchFamily="34" charset="-122"/>
              </a:rPr>
              <a:t>访问内存的有效时间</a:t>
            </a:r>
            <a:endParaRPr lang="zh-CN" altLang="en-US" sz="3900" b="1" dirty="0">
              <a:latin typeface="微软雅黑" panose="020B0503020204020204" pitchFamily="34" charset="-122"/>
              <a:ea typeface="微软雅黑" panose="020B0503020204020204" pitchFamily="34" charset="-122"/>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8" name="Rectangle 3"/>
          <p:cNvSpPr>
            <a:spLocks noGrp="1"/>
          </p:cNvSpPr>
          <p:nvPr>
            <p:ph idx="1"/>
          </p:nvPr>
        </p:nvSpPr>
        <p:spPr>
          <a:xfrm>
            <a:off x="735965" y="959485"/>
            <a:ext cx="11093450" cy="5190490"/>
          </a:xfrm>
        </p:spPr>
        <p:txBody>
          <a:bodyPr vert="horz" wrap="square" lIns="91440" tIns="45720" rIns="91440" bIns="45720" anchor="t" anchorCtr="0"/>
          <a:lstStyle/>
          <a:p>
            <a:pPr marL="457200" lvl="1" indent="-457200">
              <a:lnSpc>
                <a:spcPct val="150000"/>
              </a:lnSpc>
              <a:spcBef>
                <a:spcPts val="1000"/>
              </a:spcBef>
              <a:buClr>
                <a:srgbClr val="0000FF"/>
              </a:buClr>
              <a:buFont typeface="Wingdings" panose="05000000000000000000" pitchFamily="2" charset="2"/>
              <a:buChar char="n"/>
            </a:pPr>
            <a:r>
              <a:rPr lang="zh-CN" altLang="en-US" sz="2800"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内存的有效访问时间</a:t>
            </a:r>
            <a:endParaRPr lang="en-US" altLang="zh-CN" sz="2800"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endParaRPr>
          </a:p>
          <a:p>
            <a:pPr marL="914400" lvl="2" indent="-457200">
              <a:lnSpc>
                <a:spcPct val="150000"/>
              </a:lnSpc>
              <a:spcBef>
                <a:spcPts val="1000"/>
              </a:spcBef>
              <a:buClr>
                <a:srgbClr val="0000FF"/>
              </a:buClr>
              <a:buFont typeface="Wingdings" panose="05000000000000000000" pitchFamily="2" charset="2"/>
              <a:buChar char="Ø"/>
            </a:pPr>
            <a:r>
              <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rPr>
              <a:t>进程发出指定逻辑地址的访问请求，经过地址变换，到在内存中找到对应的实际物理地址单元并取出数据，所需花费总时间</a:t>
            </a:r>
            <a:endParaRPr lang="en-US" altLang="zh-CN" sz="2400" b="1" dirty="0">
              <a:latin typeface="Times New Roman" panose="02020503050405090304" pitchFamily="18" charset="0"/>
              <a:ea typeface="微软雅黑" panose="020B0503020204020204" pitchFamily="34" charset="-122"/>
              <a:cs typeface="Times New Roman" panose="02020503050405090304" pitchFamily="18" charset="0"/>
            </a:endParaRPr>
          </a:p>
          <a:p>
            <a:pPr marL="914400" lvl="2" indent="-457200">
              <a:lnSpc>
                <a:spcPct val="150000"/>
              </a:lnSpc>
              <a:spcBef>
                <a:spcPts val="1000"/>
              </a:spcBef>
              <a:buClr>
                <a:srgbClr val="0000FF"/>
              </a:buClr>
              <a:buFont typeface="Wingdings" panose="05000000000000000000" pitchFamily="2" charset="2"/>
              <a:buChar char="Ø"/>
            </a:pPr>
            <a:r>
              <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rPr>
              <a:t>在引入块表的分页存储管理方式中，可减少一次内存访问时间，但存在找到所需表项的命中率</a:t>
            </a:r>
            <a:endParaRPr lang="en-US" altLang="zh-CN" sz="2400" b="1" dirty="0">
              <a:latin typeface="Times New Roman" panose="02020503050405090304" pitchFamily="18" charset="0"/>
              <a:ea typeface="微软雅黑" panose="020B0503020204020204" pitchFamily="34" charset="-122"/>
              <a:cs typeface="Times New Roman" panose="02020503050405090304" pitchFamily="18" charset="0"/>
            </a:endParaRPr>
          </a:p>
          <a:p>
            <a:pPr marL="914400" lvl="2" indent="-457200">
              <a:lnSpc>
                <a:spcPct val="150000"/>
              </a:lnSpc>
              <a:spcBef>
                <a:spcPts val="1000"/>
              </a:spcBef>
              <a:buClr>
                <a:srgbClr val="0000FF"/>
              </a:buClr>
              <a:buFont typeface="Wingdings" panose="05000000000000000000" pitchFamily="2" charset="2"/>
              <a:buChar char="Ø"/>
            </a:pPr>
            <a:r>
              <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rPr>
              <a:t>令</a:t>
            </a:r>
            <a:r>
              <a:rPr lang="en-US" altLang="zh-CN" sz="2400" b="1" dirty="0">
                <a:latin typeface="Times New Roman" panose="02020503050405090304" pitchFamily="18" charset="0"/>
                <a:ea typeface="微软雅黑" panose="020B0503020204020204" pitchFamily="34" charset="-122"/>
                <a:cs typeface="Times New Roman" panose="02020503050405090304" pitchFamily="18" charset="0"/>
              </a:rPr>
              <a:t>m</a:t>
            </a:r>
            <a:r>
              <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rPr>
              <a:t>为查找块表所需时间，</a:t>
            </a:r>
            <a:r>
              <a:rPr lang="en-US" altLang="zh-CN" sz="2400" b="1" dirty="0">
                <a:latin typeface="Times New Roman" panose="02020503050405090304" pitchFamily="18" charset="0"/>
                <a:ea typeface="微软雅黑" panose="020B0503020204020204" pitchFamily="34" charset="-122"/>
                <a:cs typeface="Times New Roman" panose="02020503050405090304" pitchFamily="18" charset="0"/>
              </a:rPr>
              <a:t>a</a:t>
            </a:r>
            <a:r>
              <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rPr>
              <a:t>为命中率，</a:t>
            </a:r>
            <a:r>
              <a:rPr lang="en-US" altLang="zh-CN" sz="2400" b="1" dirty="0">
                <a:latin typeface="Times New Roman" panose="02020503050405090304" pitchFamily="18" charset="0"/>
                <a:ea typeface="微软雅黑" panose="020B0503020204020204" pitchFamily="34" charset="-122"/>
                <a:cs typeface="Times New Roman" panose="02020503050405090304" pitchFamily="18" charset="0"/>
              </a:rPr>
              <a:t>t</a:t>
            </a:r>
            <a:r>
              <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rPr>
              <a:t>为内存访问时加，其有效访问时间：</a:t>
            </a:r>
            <a:endParaRPr lang="en-US" altLang="zh-CN" sz="2400" b="1" dirty="0">
              <a:latin typeface="Times New Roman" panose="02020503050405090304" pitchFamily="18" charset="0"/>
              <a:ea typeface="微软雅黑" panose="020B0503020204020204" pitchFamily="34" charset="-122"/>
              <a:cs typeface="Times New Roman" panose="02020503050405090304" pitchFamily="18" charset="0"/>
            </a:endParaRPr>
          </a:p>
          <a:p>
            <a:pPr marL="457200" lvl="2" indent="0" algn="ctr">
              <a:lnSpc>
                <a:spcPct val="150000"/>
              </a:lnSpc>
              <a:spcBef>
                <a:spcPts val="1000"/>
              </a:spcBef>
              <a:buClr>
                <a:srgbClr val="0000FF"/>
              </a:buClr>
              <a:buNone/>
            </a:pPr>
            <a:r>
              <a:rPr lang="en-US" altLang="zh-CN" sz="2400" b="1" dirty="0">
                <a:latin typeface="Times New Roman" panose="02020503050405090304" pitchFamily="18" charset="0"/>
                <a:ea typeface="微软雅黑" panose="020B0503020204020204" pitchFamily="34" charset="-122"/>
                <a:cs typeface="Times New Roman" panose="02020503050405090304" pitchFamily="18" charset="0"/>
              </a:rPr>
              <a:t>EAT = a*m+(</a:t>
            </a:r>
            <a:r>
              <a:rPr lang="en-US" altLang="zh-CN" sz="2400" b="1" dirty="0" err="1">
                <a:latin typeface="Times New Roman" panose="02020503050405090304" pitchFamily="18" charset="0"/>
                <a:ea typeface="微软雅黑" panose="020B0503020204020204" pitchFamily="34" charset="-122"/>
                <a:cs typeface="Times New Roman" panose="02020503050405090304" pitchFamily="18" charset="0"/>
              </a:rPr>
              <a:t>t+m</a:t>
            </a:r>
            <a:r>
              <a:rPr lang="en-US" altLang="zh-CN" sz="2400" b="1" dirty="0">
                <a:latin typeface="Times New Roman" panose="02020503050405090304" pitchFamily="18" charset="0"/>
                <a:ea typeface="微软雅黑" panose="020B0503020204020204" pitchFamily="34" charset="-122"/>
                <a:cs typeface="Times New Roman" panose="02020503050405090304" pitchFamily="18" charset="0"/>
              </a:rPr>
              <a:t>)*(1-a)+t = 2t + m – t * a </a:t>
            </a:r>
            <a:endParaRPr lang="en-US" altLang="zh-CN" sz="2400" b="1" dirty="0">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5" name="标题 1"/>
          <p:cNvSpPr txBox="1"/>
          <p:nvPr/>
        </p:nvSpPr>
        <p:spPr>
          <a:xfrm>
            <a:off x="248920" y="33655"/>
            <a:ext cx="10791825" cy="108140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eaLnBrk="1" hangingPunct="1"/>
            <a:r>
              <a:rPr lang="en-US" altLang="zh-CN" sz="3900" b="1" dirty="0">
                <a:latin typeface="微软雅黑" panose="020B0503020204020204" pitchFamily="34" charset="-122"/>
                <a:ea typeface="微软雅黑" panose="020B0503020204020204" pitchFamily="34" charset="-122"/>
              </a:rPr>
              <a:t>4.5.3 </a:t>
            </a:r>
            <a:r>
              <a:rPr lang="zh-CN" altLang="en-US" sz="3900" b="1" dirty="0">
                <a:latin typeface="微软雅黑" panose="020B0503020204020204" pitchFamily="34" charset="-122"/>
                <a:ea typeface="微软雅黑" panose="020B0503020204020204" pitchFamily="34" charset="-122"/>
              </a:rPr>
              <a:t>访问内存的有效时间</a:t>
            </a:r>
            <a:endParaRPr lang="zh-CN" altLang="en-US" sz="3900" b="1" dirty="0">
              <a:latin typeface="微软雅黑" panose="020B0503020204020204" pitchFamily="34" charset="-122"/>
              <a:ea typeface="微软雅黑" panose="020B0503020204020204" pitchFamily="34" charset="-122"/>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8" name="Rectangle 3"/>
          <p:cNvSpPr>
            <a:spLocks noGrp="1"/>
          </p:cNvSpPr>
          <p:nvPr>
            <p:ph idx="1"/>
          </p:nvPr>
        </p:nvSpPr>
        <p:spPr>
          <a:xfrm>
            <a:off x="657860" y="959485"/>
            <a:ext cx="10883900" cy="5898515"/>
          </a:xfrm>
        </p:spPr>
        <p:txBody>
          <a:bodyPr vert="horz" wrap="square" lIns="91440" tIns="45720" rIns="91440" bIns="45720" anchor="t" anchorCtr="0">
            <a:normAutofit/>
          </a:bodyPr>
          <a:lstStyle/>
          <a:p>
            <a:pPr marL="457200" lvl="1" indent="-457200">
              <a:lnSpc>
                <a:spcPct val="150000"/>
              </a:lnSpc>
              <a:spcBef>
                <a:spcPts val="1000"/>
              </a:spcBef>
              <a:buClr>
                <a:srgbClr val="0000FF"/>
              </a:buClr>
              <a:buFont typeface="Wingdings" panose="05000000000000000000" pitchFamily="2" charset="2"/>
              <a:buChar char="n"/>
            </a:pPr>
            <a:r>
              <a:rPr lang="zh-CN" altLang="en-US"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内存的有效访问时间</a:t>
            </a:r>
            <a:endParaRPr lang="en-US" altLang="zh-CN"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endParaRPr>
          </a:p>
          <a:p>
            <a:pPr marL="914400" lvl="2" indent="-457200">
              <a:lnSpc>
                <a:spcPct val="150000"/>
              </a:lnSpc>
              <a:spcBef>
                <a:spcPts val="1000"/>
              </a:spcBef>
              <a:buClr>
                <a:srgbClr val="0000FF"/>
              </a:buClr>
              <a:buFont typeface="Wingdings" panose="05000000000000000000" pitchFamily="2" charset="2"/>
              <a:buChar char="Ø"/>
            </a:pP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举例：有一页式系统，其页表存放在主存中，如果对主存的一次存取需要</a:t>
            </a:r>
            <a:r>
              <a:rPr lang="en-US" altLang="zh-CN" b="1" dirty="0">
                <a:latin typeface="Times New Roman" panose="02020503050405090304" pitchFamily="18" charset="0"/>
                <a:ea typeface="微软雅黑" panose="020B0503020204020204" pitchFamily="34" charset="-122"/>
                <a:cs typeface="Times New Roman" panose="02020503050405090304" pitchFamily="18" charset="0"/>
              </a:rPr>
              <a:t>1.5μs</a:t>
            </a: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，试问实现一次页面访问的存取时间是多少</a:t>
            </a:r>
            <a:r>
              <a:rPr lang="en-US" altLang="zh-CN" b="1" dirty="0">
                <a:latin typeface="Times New Roman" panose="02020503050405090304" pitchFamily="18" charset="0"/>
                <a:ea typeface="微软雅黑" panose="020B0503020204020204" pitchFamily="34" charset="-122"/>
                <a:cs typeface="Times New Roman" panose="02020503050405090304" pitchFamily="18" charset="0"/>
              </a:rPr>
              <a:t>? </a:t>
            </a: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如果系统加有快表，平均命中率为</a:t>
            </a:r>
            <a:r>
              <a:rPr lang="en-US" altLang="zh-CN" b="1" dirty="0">
                <a:latin typeface="Times New Roman" panose="02020503050405090304" pitchFamily="18" charset="0"/>
                <a:ea typeface="微软雅黑" panose="020B0503020204020204" pitchFamily="34" charset="-122"/>
                <a:cs typeface="Times New Roman" panose="02020503050405090304" pitchFamily="18" charset="0"/>
              </a:rPr>
              <a:t>85%</a:t>
            </a: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，当页表项在快表中时，其查找时间忽略为</a:t>
            </a:r>
            <a:r>
              <a:rPr lang="en-US" altLang="zh-CN" b="1" dirty="0">
                <a:latin typeface="Times New Roman" panose="02020503050405090304" pitchFamily="18" charset="0"/>
                <a:ea typeface="微软雅黑" panose="020B0503020204020204" pitchFamily="34" charset="-122"/>
                <a:cs typeface="Times New Roman" panose="02020503050405090304" pitchFamily="18" charset="0"/>
              </a:rPr>
              <a:t>0,  </a:t>
            </a: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试问此时的存取时间是多少</a:t>
            </a:r>
            <a:r>
              <a:rPr lang="en-US" altLang="zh-CN" b="1" dirty="0">
                <a:latin typeface="Times New Roman" panose="02020503050405090304" pitchFamily="18" charset="0"/>
                <a:ea typeface="微软雅黑" panose="020B0503020204020204" pitchFamily="34" charset="-122"/>
                <a:cs typeface="Times New Roman" panose="02020503050405090304" pitchFamily="18" charset="0"/>
              </a:rPr>
              <a:t>?</a:t>
            </a:r>
            <a:endParaRPr lang="en-US" altLang="zh-CN" b="1" dirty="0">
              <a:latin typeface="Times New Roman" panose="02020503050405090304" pitchFamily="18" charset="0"/>
              <a:ea typeface="微软雅黑" panose="020B0503020204020204" pitchFamily="34" charset="-122"/>
              <a:cs typeface="Times New Roman" panose="02020503050405090304" pitchFamily="18" charset="0"/>
            </a:endParaRPr>
          </a:p>
          <a:p>
            <a:pPr marL="914400" lvl="2" indent="-457200">
              <a:lnSpc>
                <a:spcPct val="150000"/>
              </a:lnSpc>
              <a:spcBef>
                <a:spcPts val="1000"/>
              </a:spcBef>
              <a:buClr>
                <a:srgbClr val="0000FF"/>
              </a:buClr>
              <a:buFont typeface="Wingdings" panose="05000000000000000000" pitchFamily="2" charset="2"/>
              <a:buChar char="Ø"/>
            </a:pP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页表在主存的存取访问时间：</a:t>
            </a:r>
            <a:endParaRPr lang="zh-CN" altLang="en-US" b="1" dirty="0">
              <a:latin typeface="Times New Roman" panose="02020503050405090304" pitchFamily="18" charset="0"/>
              <a:ea typeface="微软雅黑" panose="020B0503020204020204" pitchFamily="34" charset="-122"/>
              <a:cs typeface="Times New Roman" panose="02020503050405090304" pitchFamily="18" charset="0"/>
            </a:endParaRPr>
          </a:p>
          <a:p>
            <a:pPr marL="457200" lvl="2" indent="0">
              <a:lnSpc>
                <a:spcPct val="150000"/>
              </a:lnSpc>
              <a:spcBef>
                <a:spcPts val="1000"/>
              </a:spcBef>
              <a:buClr>
                <a:srgbClr val="0000FF"/>
              </a:buClr>
              <a:buNone/>
            </a:pP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                </a:t>
            </a:r>
            <a:endParaRPr lang="en-US" altLang="zh-CN" b="1" dirty="0">
              <a:latin typeface="Times New Roman" panose="02020503050405090304" pitchFamily="18" charset="0"/>
              <a:ea typeface="微软雅黑" panose="020B0503020204020204" pitchFamily="34" charset="-122"/>
              <a:cs typeface="Times New Roman" panose="02020503050405090304" pitchFamily="18" charset="0"/>
            </a:endParaRPr>
          </a:p>
          <a:p>
            <a:pPr marL="914400" lvl="2" indent="-457200">
              <a:lnSpc>
                <a:spcPct val="150000"/>
              </a:lnSpc>
              <a:spcBef>
                <a:spcPts val="1000"/>
              </a:spcBef>
              <a:buClr>
                <a:srgbClr val="0000FF"/>
              </a:buClr>
              <a:buFont typeface="Wingdings" panose="05000000000000000000" pitchFamily="2" charset="2"/>
              <a:buChar char="Ø"/>
            </a:pP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增加快表后的存取访问时间：</a:t>
            </a:r>
            <a:endParaRPr lang="zh-CN" altLang="en-US" b="1" dirty="0">
              <a:latin typeface="Times New Roman" panose="02020503050405090304" pitchFamily="18" charset="0"/>
              <a:ea typeface="微软雅黑" panose="020B0503020204020204" pitchFamily="34" charset="-122"/>
              <a:cs typeface="Times New Roman" panose="02020503050405090304" pitchFamily="18" charset="0"/>
            </a:endParaRPr>
          </a:p>
          <a:p>
            <a:pPr marL="457200" lvl="2" indent="0">
              <a:lnSpc>
                <a:spcPct val="150000"/>
              </a:lnSpc>
              <a:spcBef>
                <a:spcPts val="1000"/>
              </a:spcBef>
              <a:buClr>
                <a:srgbClr val="0000FF"/>
              </a:buClr>
              <a:buNone/>
            </a:pP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                  </a:t>
            </a:r>
            <a:endParaRPr lang="en-US" altLang="zh-CN" b="1" dirty="0">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5" name="标题 1"/>
          <p:cNvSpPr txBox="1"/>
          <p:nvPr/>
        </p:nvSpPr>
        <p:spPr>
          <a:xfrm>
            <a:off x="100330" y="33655"/>
            <a:ext cx="10940415" cy="108140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eaLnBrk="1" hangingPunct="1"/>
            <a:r>
              <a:rPr lang="en-US" altLang="zh-CN" sz="3900" b="1" dirty="0">
                <a:latin typeface="微软雅黑" panose="020B0503020204020204" pitchFamily="34" charset="-122"/>
                <a:ea typeface="微软雅黑" panose="020B0503020204020204" pitchFamily="34" charset="-122"/>
              </a:rPr>
              <a:t>4.5.3 </a:t>
            </a:r>
            <a:r>
              <a:rPr lang="zh-CN" altLang="en-US" sz="3900" b="1" dirty="0">
                <a:latin typeface="微软雅黑" panose="020B0503020204020204" pitchFamily="34" charset="-122"/>
                <a:ea typeface="微软雅黑" panose="020B0503020204020204" pitchFamily="34" charset="-122"/>
              </a:rPr>
              <a:t>访问内存的有效时间</a:t>
            </a:r>
            <a:endParaRPr lang="zh-CN" altLang="en-US" sz="3900" b="1" dirty="0">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148">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148">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8" name="Rectangle 3"/>
          <p:cNvSpPr>
            <a:spLocks noGrp="1"/>
          </p:cNvSpPr>
          <p:nvPr>
            <p:ph idx="1"/>
          </p:nvPr>
        </p:nvSpPr>
        <p:spPr>
          <a:xfrm>
            <a:off x="728980" y="959485"/>
            <a:ext cx="10727690" cy="5898515"/>
          </a:xfrm>
        </p:spPr>
        <p:txBody>
          <a:bodyPr vert="horz" wrap="square" lIns="91440" tIns="45720" rIns="91440" bIns="45720" anchor="t" anchorCtr="0">
            <a:normAutofit/>
          </a:bodyPr>
          <a:lstStyle/>
          <a:p>
            <a:pPr marL="457200" lvl="1" indent="-457200">
              <a:lnSpc>
                <a:spcPct val="150000"/>
              </a:lnSpc>
              <a:spcBef>
                <a:spcPts val="1000"/>
              </a:spcBef>
              <a:buClr>
                <a:srgbClr val="0000FF"/>
              </a:buClr>
              <a:buFont typeface="Wingdings" panose="05000000000000000000" pitchFamily="2" charset="2"/>
              <a:buChar char="n"/>
            </a:pP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现代的大多数计算机系统支持非常大的逻辑地址空间</a:t>
            </a:r>
            <a:r>
              <a:rPr lang="en-US" altLang="zh-CN" b="1" dirty="0">
                <a:latin typeface="Times New Roman" panose="02020503050405090304" pitchFamily="18" charset="0"/>
                <a:ea typeface="微软雅黑" panose="020B0503020204020204" pitchFamily="34" charset="-122"/>
                <a:cs typeface="Times New Roman" panose="02020503050405090304" pitchFamily="18" charset="0"/>
              </a:rPr>
              <a:t>(2^32</a:t>
            </a: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a:t>
            </a:r>
            <a:r>
              <a:rPr lang="en-US" altLang="zh-CN" b="1" dirty="0">
                <a:latin typeface="Times New Roman" panose="02020503050405090304" pitchFamily="18" charset="0"/>
                <a:ea typeface="微软雅黑" panose="020B0503020204020204" pitchFamily="34" charset="-122"/>
                <a:cs typeface="Times New Roman" panose="02020503050405090304" pitchFamily="18" charset="0"/>
              </a:rPr>
              <a:t>2^64)</a:t>
            </a: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a:t>
            </a:r>
            <a:endParaRPr lang="en-US" altLang="zh-CN" b="1" dirty="0">
              <a:latin typeface="Times New Roman" panose="02020503050405090304" pitchFamily="18" charset="0"/>
              <a:ea typeface="微软雅黑" panose="020B0503020204020204" pitchFamily="34" charset="-122"/>
              <a:cs typeface="Times New Roman" panose="02020503050405090304" pitchFamily="18" charset="0"/>
            </a:endParaRPr>
          </a:p>
          <a:p>
            <a:pPr marL="457200" lvl="1" indent="-457200">
              <a:lnSpc>
                <a:spcPct val="150000"/>
              </a:lnSpc>
              <a:spcBef>
                <a:spcPts val="1000"/>
              </a:spcBef>
              <a:buClr>
                <a:srgbClr val="0000FF"/>
              </a:buClr>
              <a:buFont typeface="Wingdings" panose="05000000000000000000" pitchFamily="2" charset="2"/>
              <a:buChar char="n"/>
            </a:pP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页表要占用相当大的内存空间：如对于一个具有 </a:t>
            </a:r>
            <a:r>
              <a:rPr lang="en-US" altLang="zh-CN" b="1" dirty="0">
                <a:latin typeface="Times New Roman" panose="02020503050405090304" pitchFamily="18" charset="0"/>
                <a:ea typeface="微软雅黑" panose="020B0503020204020204" pitchFamily="34" charset="-122"/>
                <a:cs typeface="Times New Roman" panose="02020503050405090304" pitchFamily="18" charset="0"/>
              </a:rPr>
              <a:t>32 </a:t>
            </a: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位逻辑地址空间的分页系统，规定页面大小为 </a:t>
            </a:r>
            <a:r>
              <a:rPr lang="en-US" altLang="zh-CN" b="1" dirty="0">
                <a:latin typeface="Times New Roman" panose="02020503050405090304" pitchFamily="18" charset="0"/>
                <a:ea typeface="微软雅黑" panose="020B0503020204020204" pitchFamily="34" charset="-122"/>
                <a:cs typeface="Times New Roman" panose="02020503050405090304" pitchFamily="18" charset="0"/>
              </a:rPr>
              <a:t>4 KB </a:t>
            </a: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即 </a:t>
            </a:r>
            <a:r>
              <a:rPr lang="en-US" altLang="zh-CN" b="1" dirty="0">
                <a:latin typeface="Times New Roman" panose="02020503050405090304" pitchFamily="18" charset="0"/>
                <a:ea typeface="微软雅黑" panose="020B0503020204020204" pitchFamily="34" charset="-122"/>
                <a:cs typeface="Times New Roman" panose="02020503050405090304" pitchFamily="18" charset="0"/>
              </a:rPr>
              <a:t>2^12 B</a:t>
            </a: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，则在每个进程页表中的页表项可达 </a:t>
            </a:r>
            <a:r>
              <a:rPr lang="en-US" altLang="zh-CN" b="1" dirty="0">
                <a:latin typeface="Times New Roman" panose="02020503050405090304" pitchFamily="18" charset="0"/>
                <a:ea typeface="微软雅黑" panose="020B0503020204020204" pitchFamily="34" charset="-122"/>
                <a:cs typeface="Times New Roman" panose="02020503050405090304" pitchFamily="18" charset="0"/>
              </a:rPr>
              <a:t>1 </a:t>
            </a: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兆多（</a:t>
            </a:r>
            <a:r>
              <a:rPr lang="en-US" altLang="zh-CN" b="1" dirty="0">
                <a:latin typeface="Times New Roman" panose="02020503050405090304" pitchFamily="18" charset="0"/>
                <a:ea typeface="微软雅黑" panose="020B0503020204020204" pitchFamily="34" charset="-122"/>
                <a:cs typeface="Times New Roman" panose="02020503050405090304" pitchFamily="18" charset="0"/>
              </a:rPr>
              <a:t>2^32-2^12=2^20=1MB</a:t>
            </a: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a:t>
            </a:r>
            <a:endParaRPr lang="zh-CN" altLang="en-US" b="1" dirty="0">
              <a:latin typeface="Times New Roman" panose="02020503050405090304" pitchFamily="18" charset="0"/>
              <a:ea typeface="微软雅黑" panose="020B0503020204020204" pitchFamily="34" charset="-122"/>
              <a:cs typeface="Times New Roman" panose="02020503050405090304" pitchFamily="18" charset="0"/>
            </a:endParaRPr>
          </a:p>
          <a:p>
            <a:pPr marL="457200" lvl="1" indent="-457200">
              <a:lnSpc>
                <a:spcPct val="150000"/>
              </a:lnSpc>
              <a:spcBef>
                <a:spcPts val="1000"/>
              </a:spcBef>
              <a:buClr>
                <a:srgbClr val="0000FF"/>
              </a:buClr>
              <a:buFont typeface="Wingdings" panose="05000000000000000000" pitchFamily="2" charset="2"/>
              <a:buChar char="n"/>
            </a:pP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每个页表项占用一个字节，故每个进程仅仅其页表就要占用 </a:t>
            </a:r>
            <a:r>
              <a:rPr lang="en-US" altLang="zh-CN" b="1" dirty="0">
                <a:latin typeface="Times New Roman" panose="02020503050405090304" pitchFamily="18" charset="0"/>
                <a:ea typeface="微软雅黑" panose="020B0503020204020204" pitchFamily="34" charset="-122"/>
                <a:cs typeface="Times New Roman" panose="02020503050405090304" pitchFamily="18" charset="0"/>
              </a:rPr>
              <a:t>1 MB </a:t>
            </a: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的内存空间，而且还要求是连续的。</a:t>
            </a:r>
            <a:endParaRPr lang="en-US" altLang="zh-CN" b="1" dirty="0">
              <a:latin typeface="Times New Roman" panose="02020503050405090304" pitchFamily="18" charset="0"/>
              <a:ea typeface="微软雅黑" panose="020B0503020204020204" pitchFamily="34" charset="-122"/>
              <a:cs typeface="Times New Roman" panose="02020503050405090304" pitchFamily="18" charset="0"/>
            </a:endParaRPr>
          </a:p>
          <a:p>
            <a:pPr marL="457200" lvl="1" indent="-457200">
              <a:lnSpc>
                <a:spcPct val="150000"/>
              </a:lnSpc>
              <a:spcBef>
                <a:spcPts val="1000"/>
              </a:spcBef>
              <a:buClr>
                <a:srgbClr val="0000FF"/>
              </a:buClr>
              <a:buFont typeface="Wingdings" panose="05000000000000000000" pitchFamily="2" charset="2"/>
              <a:buChar char="n"/>
            </a:pP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可以采用下述两个方法来解决这一问题：</a:t>
            </a:r>
            <a:endParaRPr lang="zh-CN" altLang="en-US" b="1" dirty="0">
              <a:latin typeface="Times New Roman" panose="02020503050405090304" pitchFamily="18" charset="0"/>
              <a:ea typeface="微软雅黑" panose="020B0503020204020204" pitchFamily="34" charset="-122"/>
              <a:cs typeface="Times New Roman" panose="02020503050405090304" pitchFamily="18" charset="0"/>
            </a:endParaRPr>
          </a:p>
          <a:p>
            <a:pPr marL="914400" lvl="2" indent="-457200">
              <a:lnSpc>
                <a:spcPct val="150000"/>
              </a:lnSpc>
              <a:spcBef>
                <a:spcPts val="1000"/>
              </a:spcBef>
              <a:buClr>
                <a:srgbClr val="0000FF"/>
              </a:buClr>
              <a:buFont typeface="Wingdings" panose="05000000000000000000" pitchFamily="2" charset="2"/>
              <a:buChar char="Ø"/>
            </a:pP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采用</a:t>
            </a:r>
            <a:r>
              <a:rPr lang="zh-CN" altLang="en-US"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离散分配方式</a:t>
            </a: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来解决难以找到一块连续的大内存空间的问题；</a:t>
            </a:r>
            <a:endParaRPr lang="zh-CN" altLang="en-US" b="1" dirty="0">
              <a:latin typeface="Times New Roman" panose="02020503050405090304" pitchFamily="18" charset="0"/>
              <a:ea typeface="微软雅黑" panose="020B0503020204020204" pitchFamily="34" charset="-122"/>
              <a:cs typeface="Times New Roman" panose="02020503050405090304" pitchFamily="18" charset="0"/>
            </a:endParaRPr>
          </a:p>
          <a:p>
            <a:pPr marL="914400" lvl="2" indent="-457200">
              <a:lnSpc>
                <a:spcPct val="150000"/>
              </a:lnSpc>
              <a:spcBef>
                <a:spcPts val="1000"/>
              </a:spcBef>
              <a:buClr>
                <a:srgbClr val="0000FF"/>
              </a:buClr>
              <a:buFont typeface="Wingdings" panose="05000000000000000000" pitchFamily="2" charset="2"/>
              <a:buChar char="Ø"/>
            </a:pP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只将当前需要的</a:t>
            </a:r>
            <a:r>
              <a:rPr lang="zh-CN" altLang="en-US"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部分页表项</a:t>
            </a: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调入内存，其余的页表项仍驻留在磁盘上，需要时再调入。</a:t>
            </a:r>
            <a:endParaRPr lang="zh-CN" altLang="en-US" b="1" dirty="0">
              <a:latin typeface="Times New Roman" panose="02020503050405090304" pitchFamily="18" charset="0"/>
              <a:ea typeface="微软雅黑" panose="020B0503020204020204" pitchFamily="34" charset="-122"/>
              <a:cs typeface="Times New Roman" panose="02020503050405090304" pitchFamily="18" charset="0"/>
            </a:endParaRPr>
          </a:p>
          <a:p>
            <a:pPr marL="457200" lvl="1" indent="-457200">
              <a:lnSpc>
                <a:spcPct val="150000"/>
              </a:lnSpc>
              <a:spcBef>
                <a:spcPts val="1000"/>
              </a:spcBef>
              <a:buClr>
                <a:srgbClr val="0000FF"/>
              </a:buClr>
              <a:buFont typeface="Wingdings" panose="05000000000000000000" pitchFamily="2" charset="2"/>
              <a:buChar char="n"/>
            </a:pPr>
            <a:endParaRPr lang="en-US" altLang="zh-CN"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endParaRPr>
          </a:p>
          <a:p>
            <a:pPr marL="457200" lvl="2" indent="0">
              <a:lnSpc>
                <a:spcPct val="150000"/>
              </a:lnSpc>
              <a:spcBef>
                <a:spcPts val="1000"/>
              </a:spcBef>
              <a:buClr>
                <a:srgbClr val="0000FF"/>
              </a:buClr>
              <a:buNone/>
            </a:pPr>
            <a:endParaRPr lang="en-US" altLang="zh-CN" b="1" dirty="0">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5" name="标题 1"/>
          <p:cNvSpPr txBox="1"/>
          <p:nvPr/>
        </p:nvSpPr>
        <p:spPr>
          <a:xfrm>
            <a:off x="234315" y="33655"/>
            <a:ext cx="10806430" cy="108140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eaLnBrk="1" hangingPunct="1"/>
            <a:r>
              <a:rPr lang="en-US" altLang="zh-CN" sz="3900" b="1" dirty="0">
                <a:latin typeface="微软雅黑" panose="020B0503020204020204" pitchFamily="34" charset="-122"/>
                <a:ea typeface="微软雅黑" panose="020B0503020204020204" pitchFamily="34" charset="-122"/>
              </a:rPr>
              <a:t>4.5.4 </a:t>
            </a:r>
            <a:r>
              <a:rPr lang="zh-CN" altLang="en-US" sz="3900" b="1" dirty="0">
                <a:latin typeface="微软雅黑" panose="020B0503020204020204" pitchFamily="34" charset="-122"/>
                <a:ea typeface="微软雅黑" panose="020B0503020204020204" pitchFamily="34" charset="-122"/>
              </a:rPr>
              <a:t>两级和多级页表</a:t>
            </a:r>
            <a:endParaRPr lang="zh-CN" altLang="en-US" sz="3900" b="1" dirty="0">
              <a:latin typeface="微软雅黑" panose="020B0503020204020204" pitchFamily="34" charset="-122"/>
              <a:ea typeface="微软雅黑" panose="020B0503020204020204" pitchFamily="34" charset="-122"/>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8" name="Rectangle 3"/>
          <p:cNvSpPr>
            <a:spLocks noGrp="1"/>
          </p:cNvSpPr>
          <p:nvPr>
            <p:ph idx="1"/>
          </p:nvPr>
        </p:nvSpPr>
        <p:spPr>
          <a:xfrm>
            <a:off x="540385" y="959485"/>
            <a:ext cx="10848340" cy="5898515"/>
          </a:xfrm>
        </p:spPr>
        <p:txBody>
          <a:bodyPr vert="horz" wrap="square" lIns="91440" tIns="45720" rIns="91440" bIns="45720" anchor="t" anchorCtr="0">
            <a:normAutofit/>
          </a:bodyPr>
          <a:lstStyle/>
          <a:p>
            <a:pPr marL="457200" lvl="1" indent="-457200">
              <a:lnSpc>
                <a:spcPct val="150000"/>
              </a:lnSpc>
              <a:spcBef>
                <a:spcPts val="1000"/>
              </a:spcBef>
              <a:buClr>
                <a:srgbClr val="0000FF"/>
              </a:buClr>
              <a:buFont typeface="Wingdings" panose="05000000000000000000" pitchFamily="2" charset="2"/>
              <a:buChar char="n"/>
            </a:pPr>
            <a:r>
              <a:rPr lang="zh-CN" altLang="en-US"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两级页表 </a:t>
            </a:r>
            <a:r>
              <a:rPr lang="en-US" altLang="zh-CN"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(Two-Level Page Table) </a:t>
            </a:r>
            <a:endParaRPr lang="en-US" altLang="zh-CN"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endParaRPr>
          </a:p>
          <a:p>
            <a:pPr marL="914400" lvl="2" indent="-457200">
              <a:lnSpc>
                <a:spcPct val="150000"/>
              </a:lnSpc>
              <a:spcBef>
                <a:spcPts val="1000"/>
              </a:spcBef>
              <a:buClr>
                <a:srgbClr val="0000FF"/>
              </a:buClr>
              <a:buFont typeface="Wingdings" panose="05000000000000000000" pitchFamily="2" charset="2"/>
              <a:buChar char="Ø"/>
            </a:pP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将</a:t>
            </a:r>
            <a:r>
              <a:rPr lang="zh-CN" altLang="en-US"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页表进行分页并离散</a:t>
            </a: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地将各个页面分别存放在不同的物理块中的办法来加以解决，同样也要为离散分配的页表再建立一张页表</a:t>
            </a:r>
            <a:r>
              <a:rPr lang="en-US" altLang="zh-CN" b="1" dirty="0">
                <a:latin typeface="Times New Roman" panose="02020503050405090304" pitchFamily="18" charset="0"/>
                <a:ea typeface="微软雅黑" panose="020B0503020204020204" pitchFamily="34" charset="-122"/>
                <a:cs typeface="Times New Roman" panose="02020503050405090304" pitchFamily="18" charset="0"/>
              </a:rPr>
              <a:t>——</a:t>
            </a:r>
            <a:r>
              <a:rPr lang="zh-CN" altLang="en-US"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外层页表</a:t>
            </a:r>
            <a:r>
              <a:rPr lang="en-US" altLang="zh-CN" b="1" dirty="0">
                <a:latin typeface="Times New Roman" panose="02020503050405090304" pitchFamily="18" charset="0"/>
                <a:ea typeface="微软雅黑" panose="020B0503020204020204" pitchFamily="34" charset="-122"/>
                <a:cs typeface="Times New Roman" panose="02020503050405090304" pitchFamily="18" charset="0"/>
              </a:rPr>
              <a:t>(Outer Page Table)</a:t>
            </a: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，在每个页表项中记录了页表页面的物理块号。</a:t>
            </a:r>
            <a:endParaRPr lang="zh-CN" altLang="en-US" b="1" dirty="0">
              <a:latin typeface="Times New Roman" panose="02020503050405090304" pitchFamily="18" charset="0"/>
              <a:ea typeface="微软雅黑" panose="020B0503020204020204" pitchFamily="34" charset="-122"/>
              <a:cs typeface="Times New Roman" panose="02020503050405090304" pitchFamily="18" charset="0"/>
            </a:endParaRPr>
          </a:p>
          <a:p>
            <a:pPr marL="914400" lvl="2" indent="-457200">
              <a:lnSpc>
                <a:spcPct val="150000"/>
              </a:lnSpc>
              <a:spcBef>
                <a:spcPts val="1000"/>
              </a:spcBef>
              <a:buClr>
                <a:srgbClr val="0000FF"/>
              </a:buClr>
              <a:buFont typeface="Wingdings" panose="05000000000000000000" pitchFamily="2" charset="2"/>
              <a:buChar char="Ø"/>
            </a:pP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当页面大小为 </a:t>
            </a:r>
            <a:r>
              <a:rPr lang="en-US" altLang="zh-CN" b="1" dirty="0">
                <a:latin typeface="Times New Roman" panose="02020503050405090304" pitchFamily="18" charset="0"/>
                <a:ea typeface="微软雅黑" panose="020B0503020204020204" pitchFamily="34" charset="-122"/>
                <a:cs typeface="Times New Roman" panose="02020503050405090304" pitchFamily="18" charset="0"/>
              </a:rPr>
              <a:t>4 KB </a:t>
            </a: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时，若采用一级页表结构应有 </a:t>
            </a:r>
            <a:r>
              <a:rPr lang="en-US" altLang="zh-CN" b="1" dirty="0">
                <a:latin typeface="Times New Roman" panose="02020503050405090304" pitchFamily="18" charset="0"/>
                <a:ea typeface="微软雅黑" panose="020B0503020204020204" pitchFamily="34" charset="-122"/>
                <a:cs typeface="Times New Roman" panose="02020503050405090304" pitchFamily="18" charset="0"/>
              </a:rPr>
              <a:t>20 </a:t>
            </a: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位的页号，即页表项应有 </a:t>
            </a:r>
            <a:r>
              <a:rPr lang="en-US" altLang="zh-CN" b="1" dirty="0">
                <a:latin typeface="Times New Roman" panose="02020503050405090304" pitchFamily="18" charset="0"/>
                <a:ea typeface="微软雅黑" panose="020B0503020204020204" pitchFamily="34" charset="-122"/>
                <a:cs typeface="Times New Roman" panose="02020503050405090304" pitchFamily="18" charset="0"/>
              </a:rPr>
              <a:t>1 </a:t>
            </a: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兆个；在采用两级页表结构时，再对页表进行分页，即外层页表中的外层页内地址 </a:t>
            </a:r>
            <a:r>
              <a:rPr lang="en-US" altLang="zh-CN" b="1" dirty="0">
                <a:latin typeface="Times New Roman" panose="02020503050405090304" pitchFamily="18" charset="0"/>
                <a:ea typeface="微软雅黑" panose="020B0503020204020204" pitchFamily="34" charset="-122"/>
                <a:cs typeface="Times New Roman" panose="02020503050405090304" pitchFamily="18" charset="0"/>
              </a:rPr>
              <a:t>P2</a:t>
            </a: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为 </a:t>
            </a:r>
            <a:r>
              <a:rPr lang="en-US" altLang="zh-CN" b="1" dirty="0">
                <a:latin typeface="Times New Roman" panose="02020503050405090304" pitchFamily="18" charset="0"/>
                <a:ea typeface="微软雅黑" panose="020B0503020204020204" pitchFamily="34" charset="-122"/>
                <a:cs typeface="Times New Roman" panose="02020503050405090304" pitchFamily="18" charset="0"/>
              </a:rPr>
              <a:t>10 </a:t>
            </a: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位，外层页号 </a:t>
            </a:r>
            <a:r>
              <a:rPr lang="en-US" altLang="zh-CN" b="1" dirty="0">
                <a:latin typeface="Times New Roman" panose="02020503050405090304" pitchFamily="18" charset="0"/>
                <a:ea typeface="微软雅黑" panose="020B0503020204020204" pitchFamily="34" charset="-122"/>
                <a:cs typeface="Times New Roman" panose="02020503050405090304" pitchFamily="18" charset="0"/>
              </a:rPr>
              <a:t>P1</a:t>
            </a: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也为 </a:t>
            </a:r>
            <a:r>
              <a:rPr lang="en-US" altLang="zh-CN" b="1" dirty="0">
                <a:latin typeface="Times New Roman" panose="02020503050405090304" pitchFamily="18" charset="0"/>
                <a:ea typeface="微软雅黑" panose="020B0503020204020204" pitchFamily="34" charset="-122"/>
                <a:cs typeface="Times New Roman" panose="02020503050405090304" pitchFamily="18" charset="0"/>
              </a:rPr>
              <a:t>10 </a:t>
            </a: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位。此时的逻辑地址结构：</a:t>
            </a:r>
            <a:endParaRPr lang="zh-CN" altLang="en-US" b="1" dirty="0">
              <a:latin typeface="Times New Roman" panose="02020503050405090304" pitchFamily="18" charset="0"/>
              <a:ea typeface="微软雅黑" panose="020B0503020204020204" pitchFamily="34" charset="-122"/>
              <a:cs typeface="Times New Roman" panose="02020503050405090304" pitchFamily="18" charset="0"/>
            </a:endParaRPr>
          </a:p>
          <a:p>
            <a:pPr marL="457200" lvl="1" indent="-457200">
              <a:lnSpc>
                <a:spcPct val="150000"/>
              </a:lnSpc>
              <a:spcBef>
                <a:spcPts val="1000"/>
              </a:spcBef>
              <a:buClr>
                <a:srgbClr val="0000FF"/>
              </a:buClr>
              <a:buFont typeface="Wingdings" panose="05000000000000000000" pitchFamily="2" charset="2"/>
              <a:buChar char="n"/>
            </a:pPr>
            <a:endParaRPr lang="en-US" altLang="zh-CN"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endParaRPr>
          </a:p>
          <a:p>
            <a:pPr marL="457200" lvl="2" indent="0">
              <a:lnSpc>
                <a:spcPct val="150000"/>
              </a:lnSpc>
              <a:spcBef>
                <a:spcPts val="1000"/>
              </a:spcBef>
              <a:buClr>
                <a:srgbClr val="0000FF"/>
              </a:buClr>
              <a:buNone/>
            </a:pPr>
            <a:endParaRPr lang="en-US" altLang="zh-CN" b="1" dirty="0">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5" name="标题 1"/>
          <p:cNvSpPr txBox="1"/>
          <p:nvPr/>
        </p:nvSpPr>
        <p:spPr>
          <a:xfrm>
            <a:off x="375285" y="33655"/>
            <a:ext cx="10665460" cy="108140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eaLnBrk="1" hangingPunct="1"/>
            <a:r>
              <a:rPr lang="en-US" altLang="zh-CN" sz="3900" b="1" dirty="0">
                <a:latin typeface="微软雅黑" panose="020B0503020204020204" pitchFamily="34" charset="-122"/>
                <a:ea typeface="微软雅黑" panose="020B0503020204020204" pitchFamily="34" charset="-122"/>
              </a:rPr>
              <a:t>4.5.4 </a:t>
            </a:r>
            <a:r>
              <a:rPr lang="zh-CN" altLang="en-US" sz="3900" b="1" dirty="0">
                <a:latin typeface="微软雅黑" panose="020B0503020204020204" pitchFamily="34" charset="-122"/>
                <a:ea typeface="微软雅黑" panose="020B0503020204020204" pitchFamily="34" charset="-122"/>
              </a:rPr>
              <a:t>两级和多级页表</a:t>
            </a:r>
            <a:endParaRPr lang="zh-CN" altLang="en-US" sz="3900" b="1" dirty="0">
              <a:latin typeface="微软雅黑" panose="020B0503020204020204" pitchFamily="34" charset="-122"/>
              <a:ea typeface="微软雅黑" panose="020B0503020204020204" pitchFamily="34" charset="-122"/>
            </a:endParaRPr>
          </a:p>
        </p:txBody>
      </p:sp>
      <p:pic>
        <p:nvPicPr>
          <p:cNvPr id="3" name="图片 2"/>
          <p:cNvPicPr>
            <a:picLocks noChangeAspect="1"/>
          </p:cNvPicPr>
          <p:nvPr/>
        </p:nvPicPr>
        <p:blipFill>
          <a:blip r:embed="rId1"/>
          <a:stretch>
            <a:fillRect/>
          </a:stretch>
        </p:blipFill>
        <p:spPr>
          <a:xfrm>
            <a:off x="2023110" y="4810760"/>
            <a:ext cx="7799705" cy="1880235"/>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8" name="Rectangle 3"/>
          <p:cNvSpPr>
            <a:spLocks noGrp="1"/>
          </p:cNvSpPr>
          <p:nvPr>
            <p:ph idx="1"/>
          </p:nvPr>
        </p:nvSpPr>
        <p:spPr>
          <a:xfrm>
            <a:off x="1774192" y="959373"/>
            <a:ext cx="8406128" cy="5898627"/>
          </a:xfrm>
        </p:spPr>
        <p:txBody>
          <a:bodyPr vert="horz" wrap="square" lIns="91440" tIns="45720" rIns="91440" bIns="45720" anchor="t" anchorCtr="0">
            <a:normAutofit/>
          </a:bodyPr>
          <a:lstStyle/>
          <a:p>
            <a:pPr marL="457200" lvl="1" indent="-457200">
              <a:lnSpc>
                <a:spcPct val="150000"/>
              </a:lnSpc>
              <a:spcBef>
                <a:spcPts val="1000"/>
              </a:spcBef>
              <a:buClr>
                <a:srgbClr val="0000FF"/>
              </a:buClr>
              <a:buFont typeface="Wingdings" panose="05000000000000000000" pitchFamily="2" charset="2"/>
              <a:buChar char="n"/>
            </a:pPr>
            <a:endParaRPr lang="en-US" altLang="zh-CN"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endParaRPr>
          </a:p>
          <a:p>
            <a:pPr marL="457200" lvl="2" indent="0">
              <a:lnSpc>
                <a:spcPct val="150000"/>
              </a:lnSpc>
              <a:spcBef>
                <a:spcPts val="1000"/>
              </a:spcBef>
              <a:buClr>
                <a:srgbClr val="0000FF"/>
              </a:buClr>
              <a:buNone/>
            </a:pPr>
            <a:endParaRPr lang="en-US" altLang="zh-CN" b="1" dirty="0">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5" name="标题 1"/>
          <p:cNvSpPr txBox="1"/>
          <p:nvPr/>
        </p:nvSpPr>
        <p:spPr>
          <a:xfrm>
            <a:off x="337820" y="33655"/>
            <a:ext cx="10702925" cy="108140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eaLnBrk="1" hangingPunct="1"/>
            <a:r>
              <a:rPr lang="en-US" altLang="zh-CN" sz="3900" b="1" dirty="0">
                <a:latin typeface="微软雅黑" panose="020B0503020204020204" pitchFamily="34" charset="-122"/>
                <a:ea typeface="微软雅黑" panose="020B0503020204020204" pitchFamily="34" charset="-122"/>
              </a:rPr>
              <a:t>4.5.4 </a:t>
            </a:r>
            <a:r>
              <a:rPr lang="zh-CN" altLang="en-US" sz="3900" b="1" dirty="0">
                <a:latin typeface="微软雅黑" panose="020B0503020204020204" pitchFamily="34" charset="-122"/>
                <a:ea typeface="微软雅黑" panose="020B0503020204020204" pitchFamily="34" charset="-122"/>
              </a:rPr>
              <a:t>两级和多级页表</a:t>
            </a:r>
            <a:endParaRPr lang="zh-CN" altLang="en-US" sz="3900" b="1" dirty="0">
              <a:latin typeface="微软雅黑" panose="020B0503020204020204" pitchFamily="34" charset="-122"/>
              <a:ea typeface="微软雅黑" panose="020B0503020204020204" pitchFamily="34" charset="-122"/>
            </a:endParaRPr>
          </a:p>
        </p:txBody>
      </p:sp>
      <p:pic>
        <p:nvPicPr>
          <p:cNvPr id="3" name="图片 2"/>
          <p:cNvPicPr>
            <a:picLocks noChangeAspect="1"/>
          </p:cNvPicPr>
          <p:nvPr/>
        </p:nvPicPr>
        <p:blipFill>
          <a:blip r:embed="rId1"/>
          <a:stretch>
            <a:fillRect/>
          </a:stretch>
        </p:blipFill>
        <p:spPr>
          <a:xfrm>
            <a:off x="2212355" y="1513312"/>
            <a:ext cx="7678642" cy="5236968"/>
          </a:xfrm>
          <a:prstGeom prst="rect">
            <a:avLst/>
          </a:prstGeom>
        </p:spPr>
      </p:pic>
      <p:sp>
        <p:nvSpPr>
          <p:cNvPr id="8" name="文本框 7"/>
          <p:cNvSpPr txBox="1"/>
          <p:nvPr/>
        </p:nvSpPr>
        <p:spPr>
          <a:xfrm>
            <a:off x="704850" y="824865"/>
            <a:ext cx="7404735" cy="645160"/>
          </a:xfrm>
          <a:prstGeom prst="rect">
            <a:avLst/>
          </a:prstGeom>
          <a:noFill/>
        </p:spPr>
        <p:txBody>
          <a:bodyPr wrap="square">
            <a:spAutoFit/>
          </a:bodyPr>
          <a:lstStyle/>
          <a:p>
            <a:pPr marL="457200" lvl="1" indent="-457200">
              <a:lnSpc>
                <a:spcPct val="150000"/>
              </a:lnSpc>
              <a:spcBef>
                <a:spcPts val="1000"/>
              </a:spcBef>
              <a:buClr>
                <a:srgbClr val="0000FF"/>
              </a:buClr>
              <a:buFont typeface="Wingdings" panose="05000000000000000000" pitchFamily="2" charset="2"/>
              <a:buChar char="n"/>
            </a:pPr>
            <a:r>
              <a:rPr lang="zh-CN" altLang="en-US" sz="2400"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两级页表 </a:t>
            </a:r>
            <a:r>
              <a:rPr lang="en-US" altLang="zh-CN" sz="2400"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(Two-Level Page Table) </a:t>
            </a:r>
            <a:endParaRPr lang="en-US" altLang="zh-CN" sz="2400"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7" name="文本框 6"/>
          <p:cNvSpPr txBox="1"/>
          <p:nvPr/>
        </p:nvSpPr>
        <p:spPr>
          <a:xfrm>
            <a:off x="6199934" y="1494949"/>
            <a:ext cx="309245" cy="398780"/>
          </a:xfrm>
          <a:prstGeom prst="rect">
            <a:avLst/>
          </a:prstGeom>
          <a:noFill/>
        </p:spPr>
        <p:txBody>
          <a:bodyPr wrap="none" rtlCol="0">
            <a:spAutoFit/>
          </a:bodyPr>
          <a:lstStyle/>
          <a:p>
            <a:r>
              <a:rPr lang="en-US" altLang="zh-CN" sz="2000" dirty="0">
                <a:solidFill>
                  <a:srgbClr val="0000FF"/>
                </a:solidFill>
              </a:rPr>
              <a:t>#</a:t>
            </a:r>
            <a:endParaRPr lang="zh-CN" altLang="en-US" sz="2000" dirty="0">
              <a:solidFill>
                <a:srgbClr val="0000FF"/>
              </a:solidFill>
            </a:endParaRPr>
          </a:p>
        </p:txBody>
      </p:sp>
      <p:sp>
        <p:nvSpPr>
          <p:cNvPr id="10" name="文本框 9"/>
          <p:cNvSpPr txBox="1"/>
          <p:nvPr/>
        </p:nvSpPr>
        <p:spPr>
          <a:xfrm>
            <a:off x="6243364" y="3241199"/>
            <a:ext cx="309245" cy="398780"/>
          </a:xfrm>
          <a:prstGeom prst="rect">
            <a:avLst/>
          </a:prstGeom>
          <a:noFill/>
        </p:spPr>
        <p:txBody>
          <a:bodyPr wrap="none" rtlCol="0">
            <a:spAutoFit/>
          </a:bodyPr>
          <a:lstStyle/>
          <a:p>
            <a:r>
              <a:rPr lang="en-US" altLang="zh-CN" sz="2000" dirty="0">
                <a:solidFill>
                  <a:srgbClr val="0000FF"/>
                </a:solidFill>
              </a:rPr>
              <a:t>#</a:t>
            </a:r>
            <a:endParaRPr lang="zh-CN" altLang="en-US" sz="2000" dirty="0">
              <a:solidFill>
                <a:srgbClr val="0000FF"/>
              </a:solidFill>
            </a:endParaRPr>
          </a:p>
        </p:txBody>
      </p:sp>
      <p:sp>
        <p:nvSpPr>
          <p:cNvPr id="11" name="文本框 10"/>
          <p:cNvSpPr txBox="1"/>
          <p:nvPr/>
        </p:nvSpPr>
        <p:spPr>
          <a:xfrm>
            <a:off x="6286183" y="4795684"/>
            <a:ext cx="309245" cy="398780"/>
          </a:xfrm>
          <a:prstGeom prst="rect">
            <a:avLst/>
          </a:prstGeom>
          <a:noFill/>
        </p:spPr>
        <p:txBody>
          <a:bodyPr wrap="none" rtlCol="0">
            <a:spAutoFit/>
          </a:bodyPr>
          <a:lstStyle/>
          <a:p>
            <a:r>
              <a:rPr lang="en-US" altLang="zh-CN" sz="2000" dirty="0">
                <a:solidFill>
                  <a:srgbClr val="0000FF"/>
                </a:solidFill>
              </a:rPr>
              <a:t>#</a:t>
            </a:r>
            <a:endParaRPr lang="zh-CN" altLang="en-US" sz="2000" dirty="0">
              <a:solidFill>
                <a:srgbClr val="0000FF"/>
              </a:solidFill>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8" name="Rectangle 3"/>
          <p:cNvSpPr>
            <a:spLocks noGrp="1"/>
          </p:cNvSpPr>
          <p:nvPr>
            <p:ph idx="1"/>
          </p:nvPr>
        </p:nvSpPr>
        <p:spPr>
          <a:xfrm>
            <a:off x="662305" y="959485"/>
            <a:ext cx="10636250" cy="2067560"/>
          </a:xfrm>
        </p:spPr>
        <p:txBody>
          <a:bodyPr vert="horz" wrap="square" lIns="91440" tIns="45720" rIns="91440" bIns="45720" anchor="t" anchorCtr="0">
            <a:normAutofit/>
          </a:bodyPr>
          <a:lstStyle/>
          <a:p>
            <a:pPr marL="457200" lvl="1" indent="-457200">
              <a:lnSpc>
                <a:spcPct val="150000"/>
              </a:lnSpc>
              <a:spcBef>
                <a:spcPts val="1000"/>
              </a:spcBef>
              <a:buClr>
                <a:srgbClr val="0000FF"/>
              </a:buClr>
              <a:buFont typeface="Wingdings" panose="05000000000000000000" pitchFamily="2" charset="2"/>
              <a:buChar char="n"/>
            </a:pPr>
            <a:r>
              <a:rPr lang="zh-CN" altLang="en-US" sz="2000" b="1" dirty="0">
                <a:solidFill>
                  <a:srgbClr val="0000FF"/>
                </a:solidFill>
                <a:latin typeface="微软雅黑" panose="020B0503020204020204" pitchFamily="34" charset="-122"/>
                <a:ea typeface="微软雅黑" panose="020B0503020204020204" pitchFamily="34" charset="-122"/>
              </a:rPr>
              <a:t>两级页表地址变换机构</a:t>
            </a:r>
            <a:endParaRPr lang="en-US" altLang="zh-CN" sz="2000" b="1" dirty="0">
              <a:solidFill>
                <a:srgbClr val="0000FF"/>
              </a:solidFill>
              <a:latin typeface="微软雅黑" panose="020B0503020204020204" pitchFamily="34" charset="-122"/>
              <a:ea typeface="微软雅黑" panose="020B0503020204020204" pitchFamily="34" charset="-122"/>
            </a:endParaRPr>
          </a:p>
          <a:p>
            <a:pPr marL="914400" lvl="2" indent="-457200">
              <a:lnSpc>
                <a:spcPct val="150000"/>
              </a:lnSpc>
              <a:spcBef>
                <a:spcPts val="1000"/>
              </a:spcBef>
              <a:buClr>
                <a:srgbClr val="0000FF"/>
              </a:buClr>
              <a:buFont typeface="Wingdings" panose="05000000000000000000" pitchFamily="2" charset="2"/>
              <a:buChar char="Ø"/>
            </a:pPr>
            <a:r>
              <a:rPr lang="zh-CN" altLang="en-US" sz="1600" b="1" dirty="0">
                <a:latin typeface="微软雅黑" panose="020B0503020204020204" pitchFamily="34" charset="-122"/>
                <a:ea typeface="微软雅黑" panose="020B0503020204020204" pitchFamily="34" charset="-122"/>
              </a:rPr>
              <a:t>增设一个外层页表寄存器，用于存放外层页表的始址，并利用逻辑地址中的外层页号，作为外层页表的索引，从中找到指定页表分页的始址，再利用 </a:t>
            </a:r>
            <a:r>
              <a:rPr lang="en-US" altLang="zh-CN" sz="1600" b="1" dirty="0">
                <a:latin typeface="微软雅黑" panose="020B0503020204020204" pitchFamily="34" charset="-122"/>
                <a:ea typeface="微软雅黑" panose="020B0503020204020204" pitchFamily="34" charset="-122"/>
              </a:rPr>
              <a:t>P2 </a:t>
            </a:r>
            <a:r>
              <a:rPr lang="zh-CN" altLang="en-US" sz="1600" b="1" dirty="0">
                <a:latin typeface="微软雅黑" panose="020B0503020204020204" pitchFamily="34" charset="-122"/>
                <a:ea typeface="微软雅黑" panose="020B0503020204020204" pitchFamily="34" charset="-122"/>
              </a:rPr>
              <a:t>作为指定页表分页的索引，找到指定的页表项，其中即含有该页在内存的物理块号，用该块号和页内地址 </a:t>
            </a:r>
            <a:r>
              <a:rPr lang="en-US" altLang="zh-CN" sz="1600" b="1" dirty="0">
                <a:latin typeface="微软雅黑" panose="020B0503020204020204" pitchFamily="34" charset="-122"/>
                <a:ea typeface="微软雅黑" panose="020B0503020204020204" pitchFamily="34" charset="-122"/>
              </a:rPr>
              <a:t>d </a:t>
            </a:r>
            <a:r>
              <a:rPr lang="zh-CN" altLang="en-US" sz="1600" b="1" dirty="0">
                <a:latin typeface="微软雅黑" panose="020B0503020204020204" pitchFamily="34" charset="-122"/>
                <a:ea typeface="微软雅黑" panose="020B0503020204020204" pitchFamily="34" charset="-122"/>
              </a:rPr>
              <a:t>即可构成访问的内存物理地址。</a:t>
            </a:r>
            <a:endParaRPr lang="en-US" altLang="zh-CN" sz="1600" b="1" dirty="0">
              <a:latin typeface="微软雅黑" panose="020B0503020204020204" pitchFamily="34" charset="-122"/>
              <a:ea typeface="微软雅黑" panose="020B0503020204020204" pitchFamily="34" charset="-122"/>
              <a:cs typeface="Times New Roman" panose="02020503050405090304" pitchFamily="18" charset="0"/>
            </a:endParaRPr>
          </a:p>
        </p:txBody>
      </p:sp>
      <p:sp>
        <p:nvSpPr>
          <p:cNvPr id="5" name="标题 1"/>
          <p:cNvSpPr txBox="1"/>
          <p:nvPr/>
        </p:nvSpPr>
        <p:spPr>
          <a:xfrm>
            <a:off x="201930" y="33655"/>
            <a:ext cx="10838815" cy="108140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eaLnBrk="1" hangingPunct="1"/>
            <a:r>
              <a:rPr lang="en-US" altLang="zh-CN" sz="3900" b="1" dirty="0">
                <a:latin typeface="微软雅黑" panose="020B0503020204020204" pitchFamily="34" charset="-122"/>
                <a:ea typeface="微软雅黑" panose="020B0503020204020204" pitchFamily="34" charset="-122"/>
              </a:rPr>
              <a:t>4.5.4 </a:t>
            </a:r>
            <a:r>
              <a:rPr lang="zh-CN" altLang="en-US" sz="3900" b="1" dirty="0">
                <a:latin typeface="微软雅黑" panose="020B0503020204020204" pitchFamily="34" charset="-122"/>
                <a:ea typeface="微软雅黑" panose="020B0503020204020204" pitchFamily="34" charset="-122"/>
              </a:rPr>
              <a:t>两级和多级页表</a:t>
            </a:r>
            <a:endParaRPr lang="zh-CN" altLang="en-US" sz="3900" b="1" dirty="0">
              <a:latin typeface="微软雅黑" panose="020B0503020204020204" pitchFamily="34" charset="-122"/>
              <a:ea typeface="微软雅黑" panose="020B0503020204020204" pitchFamily="34" charset="-122"/>
            </a:endParaRPr>
          </a:p>
        </p:txBody>
      </p:sp>
      <p:graphicFrame>
        <p:nvGraphicFramePr>
          <p:cNvPr id="4" name="Object 2"/>
          <p:cNvGraphicFramePr>
            <a:graphicFrameLocks noChangeAspect="1"/>
          </p:cNvGraphicFramePr>
          <p:nvPr/>
        </p:nvGraphicFramePr>
        <p:xfrm>
          <a:off x="2144655" y="3255599"/>
          <a:ext cx="7166838" cy="3568588"/>
        </p:xfrm>
        <a:graphic>
          <a:graphicData uri="http://schemas.openxmlformats.org/presentationml/2006/ole">
            <mc:AlternateContent xmlns:mc="http://schemas.openxmlformats.org/markup-compatibility/2006">
              <mc:Choice xmlns:v="urn:schemas-microsoft-com:vml" Requires="v">
                <p:oleObj spid="_x0000_s30728" name="" r:id="rId1" imgW="6525260" imgH="2698115" progId="Visio.Drawing.11">
                  <p:embed/>
                </p:oleObj>
              </mc:Choice>
              <mc:Fallback>
                <p:oleObj name="" r:id="rId1" imgW="6525260" imgH="2698115" progId="Visio.Drawing.11">
                  <p:embed/>
                  <p:pic>
                    <p:nvPicPr>
                      <p:cNvPr id="0" name="Object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44655" y="3255599"/>
                        <a:ext cx="7166838" cy="3568588"/>
                      </a:xfrm>
                      <a:prstGeom prst="rect">
                        <a:avLst/>
                      </a:prstGeom>
                      <a:noFill/>
                      <a:effectLst/>
                    </p:spPr>
                  </p:pic>
                </p:oleObj>
              </mc:Fallback>
            </mc:AlternateContent>
          </a:graphicData>
        </a:graphic>
      </p:graphicFrame>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8" name="Rectangle 3"/>
          <p:cNvSpPr>
            <a:spLocks noGrp="1"/>
          </p:cNvSpPr>
          <p:nvPr>
            <p:ph idx="1"/>
          </p:nvPr>
        </p:nvSpPr>
        <p:spPr>
          <a:xfrm>
            <a:off x="662305" y="959485"/>
            <a:ext cx="10854690" cy="4189730"/>
          </a:xfrm>
        </p:spPr>
        <p:txBody>
          <a:bodyPr vert="horz" wrap="square" lIns="91440" tIns="45720" rIns="91440" bIns="45720" anchor="t" anchorCtr="0">
            <a:normAutofit/>
          </a:bodyPr>
          <a:lstStyle/>
          <a:p>
            <a:pPr marL="457200" lvl="1" indent="-457200">
              <a:lnSpc>
                <a:spcPct val="150000"/>
              </a:lnSpc>
              <a:spcBef>
                <a:spcPts val="1000"/>
              </a:spcBef>
              <a:buClr>
                <a:srgbClr val="0000FF"/>
              </a:buClr>
              <a:buFont typeface="Wingdings" panose="05000000000000000000" pitchFamily="2" charset="2"/>
              <a:buChar char="n"/>
            </a:pPr>
            <a:r>
              <a:rPr lang="zh-CN" altLang="en-US" sz="2000" b="1" dirty="0">
                <a:solidFill>
                  <a:srgbClr val="0000FF"/>
                </a:solidFill>
                <a:latin typeface="微软雅黑" panose="020B0503020204020204" pitchFamily="34" charset="-122"/>
                <a:ea typeface="微软雅黑" panose="020B0503020204020204" pitchFamily="34" charset="-122"/>
              </a:rPr>
              <a:t>多级页表</a:t>
            </a:r>
            <a:endParaRPr lang="en-US" altLang="zh-CN" sz="2000" b="1" dirty="0">
              <a:solidFill>
                <a:srgbClr val="0000FF"/>
              </a:solidFill>
              <a:latin typeface="微软雅黑" panose="020B0503020204020204" pitchFamily="34" charset="-122"/>
              <a:ea typeface="微软雅黑" panose="020B0503020204020204" pitchFamily="34" charset="-122"/>
            </a:endParaRPr>
          </a:p>
          <a:p>
            <a:pPr marL="914400" lvl="2" indent="-457200">
              <a:lnSpc>
                <a:spcPct val="150000"/>
              </a:lnSpc>
              <a:spcBef>
                <a:spcPts val="1000"/>
              </a:spcBef>
              <a:buClr>
                <a:srgbClr val="0000FF"/>
              </a:buClr>
              <a:buFont typeface="Wingdings" panose="05000000000000000000" pitchFamily="2" charset="2"/>
              <a:buChar char="Ø"/>
            </a:pPr>
            <a:r>
              <a:rPr lang="zh-CN" altLang="en-US" b="1" dirty="0">
                <a:latin typeface="微软雅黑" panose="020B0503020204020204" pitchFamily="34" charset="-122"/>
                <a:ea typeface="微软雅黑" panose="020B0503020204020204" pitchFamily="34" charset="-122"/>
              </a:rPr>
              <a:t>对于 </a:t>
            </a:r>
            <a:r>
              <a:rPr lang="en-US" altLang="zh-CN" b="1" dirty="0">
                <a:latin typeface="微软雅黑" panose="020B0503020204020204" pitchFamily="34" charset="-122"/>
                <a:ea typeface="微软雅黑" panose="020B0503020204020204" pitchFamily="34" charset="-122"/>
              </a:rPr>
              <a:t>32 </a:t>
            </a:r>
            <a:r>
              <a:rPr lang="zh-CN" altLang="en-US" b="1" dirty="0">
                <a:latin typeface="微软雅黑" panose="020B0503020204020204" pitchFamily="34" charset="-122"/>
                <a:ea typeface="微软雅黑" panose="020B0503020204020204" pitchFamily="34" charset="-122"/>
              </a:rPr>
              <a:t>位的机器，采用两级页表结构是合适的；对于 </a:t>
            </a:r>
            <a:r>
              <a:rPr lang="en-US" altLang="zh-CN" b="1" dirty="0">
                <a:latin typeface="微软雅黑" panose="020B0503020204020204" pitchFamily="34" charset="-122"/>
                <a:ea typeface="微软雅黑" panose="020B0503020204020204" pitchFamily="34" charset="-122"/>
              </a:rPr>
              <a:t>64 </a:t>
            </a:r>
            <a:r>
              <a:rPr lang="zh-CN" altLang="en-US" b="1" dirty="0">
                <a:latin typeface="微软雅黑" panose="020B0503020204020204" pitchFamily="34" charset="-122"/>
                <a:ea typeface="微软雅黑" panose="020B0503020204020204" pitchFamily="34" charset="-122"/>
              </a:rPr>
              <a:t>位的机器，则采用多级页表，将外层页表再进行分页，也就是将各分页离散地装入到不相邻接的物理块中，再利用第 </a:t>
            </a:r>
            <a:r>
              <a:rPr lang="en-US" altLang="zh-CN" b="1" dirty="0">
                <a:latin typeface="微软雅黑" panose="020B0503020204020204" pitchFamily="34" charset="-122"/>
                <a:ea typeface="微软雅黑" panose="020B0503020204020204" pitchFamily="34" charset="-122"/>
              </a:rPr>
              <a:t>2 </a:t>
            </a:r>
            <a:r>
              <a:rPr lang="zh-CN" altLang="en-US" b="1" dirty="0">
                <a:latin typeface="微软雅黑" panose="020B0503020204020204" pitchFamily="34" charset="-122"/>
                <a:ea typeface="微软雅黑" panose="020B0503020204020204" pitchFamily="34" charset="-122"/>
              </a:rPr>
              <a:t>级的外层页表来映射它们之间的关系。</a:t>
            </a:r>
            <a:endParaRPr lang="zh-CN" altLang="en-US" b="1" dirty="0">
              <a:latin typeface="微软雅黑" panose="020B0503020204020204" pitchFamily="34" charset="-122"/>
              <a:ea typeface="微软雅黑" panose="020B0503020204020204" pitchFamily="34" charset="-122"/>
            </a:endParaRPr>
          </a:p>
          <a:p>
            <a:pPr marL="914400" lvl="2" indent="-457200">
              <a:lnSpc>
                <a:spcPct val="150000"/>
              </a:lnSpc>
              <a:spcBef>
                <a:spcPts val="1000"/>
              </a:spcBef>
              <a:buClr>
                <a:srgbClr val="0000FF"/>
              </a:buClr>
              <a:buFont typeface="Wingdings" panose="05000000000000000000" pitchFamily="2" charset="2"/>
              <a:buChar char="Ø"/>
            </a:pPr>
            <a:r>
              <a:rPr lang="zh-CN" altLang="en-US" b="1" dirty="0">
                <a:latin typeface="微软雅黑" panose="020B0503020204020204" pitchFamily="34" charset="-122"/>
                <a:ea typeface="微软雅黑" panose="020B0503020204020204" pitchFamily="34" charset="-122"/>
              </a:rPr>
              <a:t>对于 </a:t>
            </a:r>
            <a:r>
              <a:rPr lang="en-US" altLang="zh-CN" b="1" dirty="0">
                <a:latin typeface="微软雅黑" panose="020B0503020204020204" pitchFamily="34" charset="-122"/>
                <a:ea typeface="微软雅黑" panose="020B0503020204020204" pitchFamily="34" charset="-122"/>
              </a:rPr>
              <a:t>64 </a:t>
            </a:r>
            <a:r>
              <a:rPr lang="zh-CN" altLang="en-US" b="1" dirty="0">
                <a:latin typeface="微软雅黑" panose="020B0503020204020204" pitchFamily="34" charset="-122"/>
                <a:ea typeface="微软雅黑" panose="020B0503020204020204" pitchFamily="34" charset="-122"/>
              </a:rPr>
              <a:t>位的计算机，如果要求它能支持 </a:t>
            </a:r>
            <a:r>
              <a:rPr lang="en-US" altLang="zh-CN" b="1" dirty="0">
                <a:latin typeface="微软雅黑" panose="020B0503020204020204" pitchFamily="34" charset="-122"/>
                <a:ea typeface="微软雅黑" panose="020B0503020204020204" pitchFamily="34" charset="-122"/>
              </a:rPr>
              <a:t>2^64 B(= 1 844 744 TB)</a:t>
            </a:r>
            <a:r>
              <a:rPr lang="zh-CN" altLang="en-US" b="1" dirty="0">
                <a:latin typeface="微软雅黑" panose="020B0503020204020204" pitchFamily="34" charset="-122"/>
                <a:ea typeface="微软雅黑" panose="020B0503020204020204" pitchFamily="34" charset="-122"/>
              </a:rPr>
              <a:t>规模的物理存储空间，则即使是采用三级页表结构也是难以办到的；而在当前的实际应用中也无此必要。故在近两年推出的 </a:t>
            </a:r>
            <a:r>
              <a:rPr lang="en-US" altLang="zh-CN" b="1" dirty="0">
                <a:latin typeface="微软雅黑" panose="020B0503020204020204" pitchFamily="34" charset="-122"/>
                <a:ea typeface="微软雅黑" panose="020B0503020204020204" pitchFamily="34" charset="-122"/>
              </a:rPr>
              <a:t>64 </a:t>
            </a:r>
            <a:r>
              <a:rPr lang="zh-CN" altLang="en-US" b="1" dirty="0">
                <a:latin typeface="微软雅黑" panose="020B0503020204020204" pitchFamily="34" charset="-122"/>
                <a:ea typeface="微软雅黑" panose="020B0503020204020204" pitchFamily="34" charset="-122"/>
              </a:rPr>
              <a:t>位 </a:t>
            </a:r>
            <a:r>
              <a:rPr lang="en-US" altLang="zh-CN" b="1" dirty="0">
                <a:latin typeface="微软雅黑" panose="020B0503020204020204" pitchFamily="34" charset="-122"/>
                <a:ea typeface="微软雅黑" panose="020B0503020204020204" pitchFamily="34" charset="-122"/>
              </a:rPr>
              <a:t>OS </a:t>
            </a:r>
            <a:r>
              <a:rPr lang="zh-CN" altLang="en-US" b="1" dirty="0">
                <a:latin typeface="微软雅黑" panose="020B0503020204020204" pitchFamily="34" charset="-122"/>
                <a:ea typeface="微软雅黑" panose="020B0503020204020204" pitchFamily="34" charset="-122"/>
              </a:rPr>
              <a:t>中，把可直接寻址的存储器空间减少为 </a:t>
            </a:r>
            <a:r>
              <a:rPr lang="en-US" altLang="zh-CN" b="1" dirty="0">
                <a:latin typeface="微软雅黑" panose="020B0503020204020204" pitchFamily="34" charset="-122"/>
                <a:ea typeface="微软雅黑" panose="020B0503020204020204" pitchFamily="34" charset="-122"/>
              </a:rPr>
              <a:t>45 </a:t>
            </a:r>
            <a:r>
              <a:rPr lang="zh-CN" altLang="en-US" b="1" dirty="0">
                <a:latin typeface="微软雅黑" panose="020B0503020204020204" pitchFamily="34" charset="-122"/>
                <a:ea typeface="微软雅黑" panose="020B0503020204020204" pitchFamily="34" charset="-122"/>
              </a:rPr>
              <a:t>位长度</a:t>
            </a:r>
            <a:r>
              <a:rPr lang="en-US" altLang="zh-CN" b="1" dirty="0">
                <a:latin typeface="微软雅黑" panose="020B0503020204020204" pitchFamily="34" charset="-122"/>
                <a:ea typeface="微软雅黑" panose="020B0503020204020204" pitchFamily="34" charset="-122"/>
              </a:rPr>
              <a:t>(</a:t>
            </a:r>
            <a:r>
              <a:rPr lang="zh-CN" altLang="en-US" b="1" dirty="0">
                <a:latin typeface="微软雅黑" panose="020B0503020204020204" pitchFamily="34" charset="-122"/>
                <a:ea typeface="微软雅黑" panose="020B0503020204020204" pitchFamily="34" charset="-122"/>
              </a:rPr>
              <a:t>即 </a:t>
            </a:r>
            <a:r>
              <a:rPr lang="en-US" altLang="zh-CN" b="1" dirty="0">
                <a:latin typeface="微软雅黑" panose="020B0503020204020204" pitchFamily="34" charset="-122"/>
                <a:ea typeface="微软雅黑" panose="020B0503020204020204" pitchFamily="34" charset="-122"/>
              </a:rPr>
              <a:t>2^45)</a:t>
            </a:r>
            <a:r>
              <a:rPr lang="zh-CN" altLang="en-US" b="1" dirty="0">
                <a:latin typeface="微软雅黑" panose="020B0503020204020204" pitchFamily="34" charset="-122"/>
                <a:ea typeface="微软雅黑" panose="020B0503020204020204" pitchFamily="34" charset="-122"/>
              </a:rPr>
              <a:t>左右，这样便可利用三级页表结构来实现分页存储管理。</a:t>
            </a:r>
            <a:endParaRPr lang="zh-CN" altLang="en-US" b="1" dirty="0">
              <a:latin typeface="微软雅黑" panose="020B0503020204020204" pitchFamily="34" charset="-122"/>
              <a:ea typeface="微软雅黑" panose="020B0503020204020204" pitchFamily="34" charset="-122"/>
            </a:endParaRPr>
          </a:p>
        </p:txBody>
      </p:sp>
      <p:sp>
        <p:nvSpPr>
          <p:cNvPr id="5" name="标题 1"/>
          <p:cNvSpPr txBox="1"/>
          <p:nvPr/>
        </p:nvSpPr>
        <p:spPr>
          <a:xfrm>
            <a:off x="182880" y="33655"/>
            <a:ext cx="10857865" cy="108140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eaLnBrk="1" hangingPunct="1"/>
            <a:r>
              <a:rPr lang="en-US" altLang="zh-CN" sz="3900" b="1" dirty="0">
                <a:latin typeface="微软雅黑" panose="020B0503020204020204" pitchFamily="34" charset="-122"/>
                <a:ea typeface="微软雅黑" panose="020B0503020204020204" pitchFamily="34" charset="-122"/>
              </a:rPr>
              <a:t>4.5.4 </a:t>
            </a:r>
            <a:r>
              <a:rPr lang="zh-CN" altLang="en-US" sz="3900" b="1" dirty="0">
                <a:latin typeface="微软雅黑" panose="020B0503020204020204" pitchFamily="34" charset="-122"/>
                <a:ea typeface="微软雅黑" panose="020B0503020204020204" pitchFamily="34" charset="-122"/>
              </a:rPr>
              <a:t>两级和多级页表</a:t>
            </a:r>
            <a:endParaRPr lang="zh-CN" altLang="en-US" sz="3900" b="1" dirty="0">
              <a:latin typeface="微软雅黑" panose="020B0503020204020204" pitchFamily="34" charset="-122"/>
              <a:ea typeface="微软雅黑" panose="020B0503020204020204" pitchFamily="34" charset="-122"/>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8" name="Rectangle 3"/>
          <p:cNvSpPr>
            <a:spLocks noGrp="1"/>
          </p:cNvSpPr>
          <p:nvPr>
            <p:ph idx="1"/>
          </p:nvPr>
        </p:nvSpPr>
        <p:spPr>
          <a:xfrm>
            <a:off x="552450" y="959485"/>
            <a:ext cx="10148570" cy="5320030"/>
          </a:xfrm>
        </p:spPr>
        <p:txBody>
          <a:bodyPr vert="horz" wrap="square" lIns="91440" tIns="45720" rIns="91440" bIns="45720" anchor="t" anchorCtr="0">
            <a:normAutofit fontScale="92500" lnSpcReduction="10000"/>
          </a:bodyPr>
          <a:lstStyle/>
          <a:p>
            <a:pPr marL="457200" lvl="1" indent="-457200">
              <a:lnSpc>
                <a:spcPct val="150000"/>
              </a:lnSpc>
              <a:spcBef>
                <a:spcPts val="1000"/>
              </a:spcBef>
              <a:buClr>
                <a:srgbClr val="0000FF"/>
              </a:buClr>
              <a:buFont typeface="Wingdings" panose="05000000000000000000" pitchFamily="2" charset="2"/>
              <a:buChar char="n"/>
            </a:pPr>
            <a:r>
              <a:rPr lang="zh-CN" altLang="en-US" sz="2000" b="1" dirty="0">
                <a:solidFill>
                  <a:srgbClr val="0000FF"/>
                </a:solidFill>
                <a:latin typeface="微软雅黑" panose="020B0503020204020204" pitchFamily="34" charset="-122"/>
                <a:ea typeface="微软雅黑" panose="020B0503020204020204" pitchFamily="34" charset="-122"/>
              </a:rPr>
              <a:t>反置页表的引入</a:t>
            </a:r>
            <a:endParaRPr lang="en-US" altLang="zh-CN" sz="2000" b="1" dirty="0">
              <a:solidFill>
                <a:srgbClr val="0000FF"/>
              </a:solidFill>
              <a:latin typeface="微软雅黑" panose="020B0503020204020204" pitchFamily="34" charset="-122"/>
              <a:ea typeface="微软雅黑" panose="020B0503020204020204" pitchFamily="34" charset="-122"/>
            </a:endParaRPr>
          </a:p>
          <a:p>
            <a:pPr marL="914400" lvl="2" indent="-457200">
              <a:lnSpc>
                <a:spcPct val="150000"/>
              </a:lnSpc>
              <a:spcBef>
                <a:spcPts val="1000"/>
              </a:spcBef>
              <a:buClr>
                <a:srgbClr val="0000FF"/>
              </a:buClr>
              <a:buFont typeface="Wingdings" panose="05000000000000000000" pitchFamily="2" charset="2"/>
              <a:buChar char="Ø"/>
            </a:pPr>
            <a:r>
              <a:rPr lang="zh-CN" altLang="en-US" b="1" dirty="0">
                <a:latin typeface="微软雅黑" panose="020B0503020204020204" pitchFamily="34" charset="-122"/>
                <a:ea typeface="微软雅黑" panose="020B0503020204020204" pitchFamily="34" charset="-122"/>
              </a:rPr>
              <a:t>在分页系统中，为每个进程配置了一张页表，进程逻辑地址空间中的每一页，在页表中都对应有一个页表项。在现代计算机系统中，通常允许一个进程的逻辑地址空间非常大，因此就需要有许多的页表项，而因此也会占用大量的内存空间。</a:t>
            </a:r>
            <a:endParaRPr lang="en-US" altLang="zh-CN" b="1" dirty="0">
              <a:latin typeface="微软雅黑" panose="020B0503020204020204" pitchFamily="34" charset="-122"/>
              <a:ea typeface="微软雅黑" panose="020B0503020204020204" pitchFamily="34" charset="-122"/>
            </a:endParaRPr>
          </a:p>
          <a:p>
            <a:pPr marL="914400" lvl="2" indent="-457200">
              <a:lnSpc>
                <a:spcPct val="150000"/>
              </a:lnSpc>
              <a:spcBef>
                <a:spcPts val="1000"/>
              </a:spcBef>
              <a:buClr>
                <a:srgbClr val="0000FF"/>
              </a:buClr>
              <a:buFont typeface="Wingdings" panose="05000000000000000000" pitchFamily="2" charset="2"/>
              <a:buChar char="Ø"/>
            </a:pPr>
            <a:r>
              <a:rPr lang="zh-CN" altLang="en-US" b="1" dirty="0">
                <a:latin typeface="微软雅黑" panose="020B0503020204020204" pitchFamily="34" charset="-122"/>
                <a:ea typeface="微软雅黑" panose="020B0503020204020204" pitchFamily="34" charset="-122"/>
              </a:rPr>
              <a:t>为了</a:t>
            </a:r>
            <a:r>
              <a:rPr lang="zh-CN" altLang="en-US" b="1" dirty="0">
                <a:solidFill>
                  <a:srgbClr val="0000FF"/>
                </a:solidFill>
                <a:latin typeface="微软雅黑" panose="020B0503020204020204" pitchFamily="34" charset="-122"/>
                <a:ea typeface="微软雅黑" panose="020B0503020204020204" pitchFamily="34" charset="-122"/>
              </a:rPr>
              <a:t>减少页表占用的内存空间</a:t>
            </a:r>
            <a:r>
              <a:rPr lang="zh-CN" altLang="en-US" b="1" dirty="0">
                <a:latin typeface="微软雅黑" panose="020B0503020204020204" pitchFamily="34" charset="-122"/>
                <a:ea typeface="微软雅黑" panose="020B0503020204020204" pitchFamily="34" charset="-122"/>
              </a:rPr>
              <a:t>，引入了反置页表：为</a:t>
            </a:r>
            <a:r>
              <a:rPr lang="zh-CN" altLang="en-US" b="1" dirty="0">
                <a:solidFill>
                  <a:srgbClr val="0000FF"/>
                </a:solidFill>
                <a:latin typeface="微软雅黑" panose="020B0503020204020204" pitchFamily="34" charset="-122"/>
                <a:ea typeface="微软雅黑" panose="020B0503020204020204" pitchFamily="34" charset="-122"/>
              </a:rPr>
              <a:t>每一个物理块设置一个页表项</a:t>
            </a:r>
            <a:r>
              <a:rPr lang="zh-CN" altLang="en-US" b="1" dirty="0">
                <a:latin typeface="微软雅黑" panose="020B0503020204020204" pitchFamily="34" charset="-122"/>
                <a:ea typeface="微软雅黑" panose="020B0503020204020204" pitchFamily="34" charset="-122"/>
              </a:rPr>
              <a:t>，并将它们按物理块的编号排序，其中的内容则是页号和其所隶属进程的标识符。</a:t>
            </a:r>
            <a:endParaRPr lang="en-US" altLang="zh-CN" b="1" dirty="0">
              <a:solidFill>
                <a:srgbClr val="0000FF"/>
              </a:solidFill>
              <a:latin typeface="微软雅黑" panose="020B0503020204020204" pitchFamily="34" charset="-122"/>
              <a:ea typeface="微软雅黑" panose="020B0503020204020204" pitchFamily="34" charset="-122"/>
            </a:endParaRPr>
          </a:p>
          <a:p>
            <a:pPr marL="457200" lvl="1" indent="-457200">
              <a:lnSpc>
                <a:spcPct val="150000"/>
              </a:lnSpc>
              <a:spcBef>
                <a:spcPts val="1000"/>
              </a:spcBef>
              <a:buClr>
                <a:srgbClr val="0000FF"/>
              </a:buClr>
              <a:buFont typeface="Wingdings" panose="05000000000000000000" pitchFamily="2" charset="2"/>
              <a:buChar char="n"/>
            </a:pPr>
            <a:r>
              <a:rPr lang="zh-CN" altLang="en-US" sz="2000" b="1" dirty="0">
                <a:solidFill>
                  <a:srgbClr val="0000FF"/>
                </a:solidFill>
                <a:latin typeface="微软雅黑" panose="020B0503020204020204" pitchFamily="34" charset="-122"/>
                <a:ea typeface="微软雅黑" panose="020B0503020204020204" pitchFamily="34" charset="-122"/>
              </a:rPr>
              <a:t>地址变换</a:t>
            </a:r>
            <a:endParaRPr lang="en-US" altLang="zh-CN" sz="2000" b="1" dirty="0">
              <a:solidFill>
                <a:srgbClr val="0000FF"/>
              </a:solidFill>
              <a:latin typeface="微软雅黑" panose="020B0503020204020204" pitchFamily="34" charset="-122"/>
              <a:ea typeface="微软雅黑" panose="020B0503020204020204" pitchFamily="34" charset="-122"/>
            </a:endParaRPr>
          </a:p>
          <a:p>
            <a:pPr marL="914400" lvl="2" indent="-457200">
              <a:lnSpc>
                <a:spcPct val="150000"/>
              </a:lnSpc>
              <a:spcBef>
                <a:spcPts val="1000"/>
              </a:spcBef>
              <a:buClr>
                <a:srgbClr val="0000FF"/>
              </a:buClr>
              <a:buFont typeface="Wingdings" panose="05000000000000000000" pitchFamily="2" charset="2"/>
              <a:buChar char="Ø"/>
            </a:pPr>
            <a:r>
              <a:rPr lang="zh-CN" altLang="en-US" b="1" dirty="0">
                <a:latin typeface="微软雅黑" panose="020B0503020204020204" pitchFamily="34" charset="-122"/>
                <a:ea typeface="微软雅黑" panose="020B0503020204020204" pitchFamily="34" charset="-122"/>
              </a:rPr>
              <a:t>根据</a:t>
            </a:r>
            <a:r>
              <a:rPr lang="zh-CN" altLang="en-US" b="1" dirty="0">
                <a:solidFill>
                  <a:srgbClr val="0000FF"/>
                </a:solidFill>
                <a:latin typeface="微软雅黑" panose="020B0503020204020204" pitchFamily="34" charset="-122"/>
                <a:ea typeface="微软雅黑" panose="020B0503020204020204" pitchFamily="34" charset="-122"/>
              </a:rPr>
              <a:t>进程标识符和页号</a:t>
            </a:r>
            <a:r>
              <a:rPr lang="zh-CN" altLang="en-US" b="1" dirty="0">
                <a:latin typeface="微软雅黑" panose="020B0503020204020204" pitchFamily="34" charset="-122"/>
                <a:ea typeface="微软雅黑" panose="020B0503020204020204" pitchFamily="34" charset="-122"/>
              </a:rPr>
              <a:t>，去检索反置页表。如果检索到与之匹配的页表项，则该页表项</a:t>
            </a:r>
            <a:r>
              <a:rPr lang="en-US" altLang="zh-CN" b="1" dirty="0">
                <a:latin typeface="微软雅黑" panose="020B0503020204020204" pitchFamily="34" charset="-122"/>
                <a:ea typeface="微软雅黑" panose="020B0503020204020204" pitchFamily="34" charset="-122"/>
              </a:rPr>
              <a:t>(</a:t>
            </a:r>
            <a:r>
              <a:rPr lang="zh-CN" altLang="en-US" b="1" dirty="0">
                <a:latin typeface="微软雅黑" panose="020B0503020204020204" pitchFamily="34" charset="-122"/>
                <a:ea typeface="微软雅黑" panose="020B0503020204020204" pitchFamily="34" charset="-122"/>
              </a:rPr>
              <a:t>中</a:t>
            </a:r>
            <a:r>
              <a:rPr lang="en-US" altLang="zh-CN" b="1" dirty="0">
                <a:latin typeface="微软雅黑" panose="020B0503020204020204" pitchFamily="34" charset="-122"/>
                <a:ea typeface="微软雅黑" panose="020B0503020204020204" pitchFamily="34" charset="-122"/>
              </a:rPr>
              <a:t>)</a:t>
            </a:r>
            <a:r>
              <a:rPr lang="zh-CN" altLang="en-US" b="1" dirty="0">
                <a:latin typeface="微软雅黑" panose="020B0503020204020204" pitchFamily="34" charset="-122"/>
                <a:ea typeface="微软雅黑" panose="020B0503020204020204" pitchFamily="34" charset="-122"/>
              </a:rPr>
              <a:t>的</a:t>
            </a:r>
            <a:r>
              <a:rPr lang="zh-CN" altLang="en-US" b="1" dirty="0">
                <a:solidFill>
                  <a:srgbClr val="0000FF"/>
                </a:solidFill>
                <a:latin typeface="微软雅黑" panose="020B0503020204020204" pitchFamily="34" charset="-122"/>
                <a:ea typeface="微软雅黑" panose="020B0503020204020204" pitchFamily="34" charset="-122"/>
              </a:rPr>
              <a:t>序号</a:t>
            </a:r>
            <a:r>
              <a:rPr lang="en-US" altLang="zh-CN" b="1" dirty="0" err="1">
                <a:solidFill>
                  <a:srgbClr val="0000FF"/>
                </a:solidFill>
                <a:latin typeface="微软雅黑" panose="020B0503020204020204" pitchFamily="34" charset="-122"/>
                <a:ea typeface="微软雅黑" panose="020B0503020204020204" pitchFamily="34" charset="-122"/>
              </a:rPr>
              <a:t>i</a:t>
            </a:r>
            <a:r>
              <a:rPr lang="zh-CN" altLang="en-US" b="1" dirty="0">
                <a:latin typeface="微软雅黑" panose="020B0503020204020204" pitchFamily="34" charset="-122"/>
                <a:ea typeface="微软雅黑" panose="020B0503020204020204" pitchFamily="34" charset="-122"/>
              </a:rPr>
              <a:t>便是该页所在的</a:t>
            </a:r>
            <a:r>
              <a:rPr lang="zh-CN" altLang="en-US" b="1" dirty="0">
                <a:solidFill>
                  <a:srgbClr val="0000FF"/>
                </a:solidFill>
                <a:latin typeface="微软雅黑" panose="020B0503020204020204" pitchFamily="34" charset="-122"/>
                <a:ea typeface="微软雅黑" panose="020B0503020204020204" pitchFamily="34" charset="-122"/>
              </a:rPr>
              <a:t>物理块号</a:t>
            </a:r>
            <a:r>
              <a:rPr lang="zh-CN" altLang="en-US" b="1" dirty="0">
                <a:latin typeface="微软雅黑" panose="020B0503020204020204" pitchFamily="34" charset="-122"/>
                <a:ea typeface="微软雅黑" panose="020B0503020204020204" pitchFamily="34" charset="-122"/>
              </a:rPr>
              <a:t>，可用该块号与页内地址一起构成物理地址送内存地址寄存器。</a:t>
            </a:r>
            <a:endParaRPr lang="en-US" altLang="zh-CN" b="1" dirty="0">
              <a:latin typeface="微软雅黑" panose="020B0503020204020204" pitchFamily="34" charset="-122"/>
              <a:ea typeface="微软雅黑" panose="020B0503020204020204" pitchFamily="34" charset="-122"/>
            </a:endParaRPr>
          </a:p>
          <a:p>
            <a:pPr marL="914400" lvl="2" indent="-457200">
              <a:lnSpc>
                <a:spcPct val="150000"/>
              </a:lnSpc>
              <a:spcBef>
                <a:spcPts val="1000"/>
              </a:spcBef>
              <a:buClr>
                <a:srgbClr val="0000FF"/>
              </a:buClr>
              <a:buFont typeface="Wingdings" panose="05000000000000000000" pitchFamily="2" charset="2"/>
              <a:buChar char="Ø"/>
            </a:pPr>
            <a:r>
              <a:rPr lang="zh-CN" altLang="en-US" b="1" dirty="0">
                <a:latin typeface="微软雅黑" panose="020B0503020204020204" pitchFamily="34" charset="-122"/>
                <a:ea typeface="微软雅黑" panose="020B0503020204020204" pitchFamily="34" charset="-122"/>
              </a:rPr>
              <a:t>若检索了整个反置页表仍未找到匹配的页表项，则表明此页</a:t>
            </a:r>
            <a:r>
              <a:rPr lang="zh-CN" altLang="en-US" b="1" dirty="0">
                <a:solidFill>
                  <a:srgbClr val="0000FF"/>
                </a:solidFill>
                <a:latin typeface="微软雅黑" panose="020B0503020204020204" pitchFamily="34" charset="-122"/>
                <a:ea typeface="微软雅黑" panose="020B0503020204020204" pitchFamily="34" charset="-122"/>
              </a:rPr>
              <a:t>尚未装入内存</a:t>
            </a:r>
            <a:r>
              <a:rPr lang="zh-CN" altLang="en-US" b="1" dirty="0">
                <a:latin typeface="微软雅黑" panose="020B0503020204020204" pitchFamily="34" charset="-122"/>
                <a:ea typeface="微软雅黑" panose="020B0503020204020204" pitchFamily="34" charset="-122"/>
              </a:rPr>
              <a:t>。</a:t>
            </a:r>
            <a:endParaRPr lang="en-US" altLang="zh-CN" b="1" dirty="0">
              <a:latin typeface="微软雅黑" panose="020B0503020204020204" pitchFamily="34" charset="-122"/>
              <a:ea typeface="微软雅黑" panose="020B0503020204020204" pitchFamily="34" charset="-122"/>
            </a:endParaRPr>
          </a:p>
        </p:txBody>
      </p:sp>
      <p:sp>
        <p:nvSpPr>
          <p:cNvPr id="5" name="标题 1"/>
          <p:cNvSpPr txBox="1"/>
          <p:nvPr/>
        </p:nvSpPr>
        <p:spPr>
          <a:xfrm>
            <a:off x="125095" y="33655"/>
            <a:ext cx="10915650" cy="108140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eaLnBrk="1" hangingPunct="1"/>
            <a:r>
              <a:rPr lang="en-US" altLang="zh-CN" sz="3900" b="1" dirty="0">
                <a:latin typeface="微软雅黑" panose="020B0503020204020204" pitchFamily="34" charset="-122"/>
                <a:ea typeface="微软雅黑" panose="020B0503020204020204" pitchFamily="34" charset="-122"/>
              </a:rPr>
              <a:t>4.5.5 </a:t>
            </a:r>
            <a:r>
              <a:rPr lang="zh-CN" altLang="en-US" sz="3900" b="1" dirty="0">
                <a:latin typeface="微软雅黑" panose="020B0503020204020204" pitchFamily="34" charset="-122"/>
                <a:ea typeface="微软雅黑" panose="020B0503020204020204" pitchFamily="34" charset="-122"/>
              </a:rPr>
              <a:t>反置页表</a:t>
            </a:r>
            <a:endParaRPr lang="zh-CN" altLang="en-US" sz="3900" b="1" dirty="0">
              <a:latin typeface="微软雅黑" panose="020B0503020204020204" pitchFamily="34" charset="-122"/>
              <a:ea typeface="微软雅黑" panose="020B0503020204020204" pitchFamily="34" charset="-122"/>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3"/>
          <p:cNvSpPr txBox="1">
            <a:spLocks noChangeArrowheads="1"/>
          </p:cNvSpPr>
          <p:nvPr/>
        </p:nvSpPr>
        <p:spPr>
          <a:xfrm>
            <a:off x="574675" y="1268730"/>
            <a:ext cx="10800715" cy="1685290"/>
          </a:xfrm>
          <a:prstGeom prst="rect">
            <a:avLst/>
          </a:prstGeom>
          <a:solidFill>
            <a:schemeClr val="accent6">
              <a:lumMod val="40000"/>
              <a:lumOff val="60000"/>
            </a:schemeClr>
          </a:solidFill>
          <a:ln w="28575">
            <a:solidFill>
              <a:srgbClr val="004992"/>
            </a:solidFill>
          </a:ln>
          <a:scene3d>
            <a:camera prst="orthographicFront"/>
            <a:lightRig rig="threePt" dir="t"/>
          </a:scene3d>
          <a:sp3d>
            <a:bevelT/>
          </a:sp3d>
        </p:spPr>
        <p:txBody>
          <a:bodyPr/>
          <a:lstStyle/>
          <a:p>
            <a:pPr marL="342900" marR="0" lvl="0" indent="-342900" algn="l" defTabSz="914400" rtl="0" eaLnBrk="0" fontAlgn="base" latinLnBrk="1" hangingPunct="0">
              <a:lnSpc>
                <a:spcPct val="120000"/>
              </a:lnSpc>
              <a:spcBef>
                <a:spcPct val="20000"/>
              </a:spcBef>
              <a:spcAft>
                <a:spcPct val="0"/>
              </a:spcAft>
              <a:buClrTx/>
              <a:buSzPct val="70000"/>
              <a:buFont typeface="Wingdings" panose="05000000000000000000" pitchFamily="2" charset="2"/>
              <a:buChar char="n"/>
              <a:defRPr/>
            </a:pPr>
            <a:r>
              <a:rPr kumimoji="1" lang="zh-CN" sz="2400" b="1" i="0" u="none" strike="noStrike" kern="0" cap="none" spc="0" normalizeH="0" baseline="0" noProof="0" dirty="0">
                <a:ln>
                  <a:noFill/>
                </a:ln>
                <a:solidFill>
                  <a:srgbClr val="C00000"/>
                </a:solidFill>
                <a:effectLst/>
                <a:uLnTx/>
                <a:uFillTx/>
                <a:latin typeface="Times New Roman" panose="02020503050405090304" pitchFamily="18" charset="0"/>
                <a:ea typeface="微软雅黑" panose="020B0503020204020204" pitchFamily="34" charset="-122"/>
                <a:cs typeface="Times New Roman" panose="02020503050405090304" pitchFamily="18" charset="0"/>
              </a:rPr>
              <a:t>优点：</a:t>
            </a:r>
            <a:endParaRPr kumimoji="1" lang="zh-CN" sz="2400" b="1" i="0" u="none" strike="noStrike" kern="0" cap="none" spc="0" normalizeH="0" baseline="0" noProof="0" dirty="0">
              <a:ln>
                <a:noFill/>
              </a:ln>
              <a:solidFill>
                <a:srgbClr val="C00000"/>
              </a:solidFill>
              <a:effectLst/>
              <a:uLnTx/>
              <a:uFillTx/>
              <a:latin typeface="Times New Roman" panose="02020503050405090304" pitchFamily="18" charset="0"/>
              <a:ea typeface="微软雅黑" panose="020B0503020204020204" pitchFamily="34" charset="-122"/>
              <a:cs typeface="Times New Roman" panose="02020503050405090304" pitchFamily="18" charset="0"/>
            </a:endParaRPr>
          </a:p>
          <a:p>
            <a:pPr marL="742950" marR="0" lvl="1" indent="-285750" algn="l" defTabSz="914400" rtl="0" eaLnBrk="0" fontAlgn="base" latinLnBrk="1" hangingPunct="0">
              <a:lnSpc>
                <a:spcPct val="120000"/>
              </a:lnSpc>
              <a:spcBef>
                <a:spcPct val="20000"/>
              </a:spcBef>
              <a:spcAft>
                <a:spcPct val="0"/>
              </a:spcAft>
              <a:buClrTx/>
              <a:buSzTx/>
              <a:buFontTx/>
              <a:buChar char="–"/>
              <a:defRPr/>
            </a:pPr>
            <a:r>
              <a:rPr kumimoji="1" lang="zh-CN" sz="2600" b="1" i="0" u="none" strike="noStrike" kern="0" cap="none" spc="0" normalizeH="0" baseline="0" noProof="0" dirty="0">
                <a:ln>
                  <a:noFill/>
                </a:ln>
                <a:solidFill>
                  <a:srgbClr val="002060"/>
                </a:solidFill>
                <a:effectLst/>
                <a:uLnTx/>
                <a:uFillTx/>
                <a:latin typeface="Times New Roman" panose="02020503050405090304" pitchFamily="18" charset="0"/>
                <a:ea typeface="微软雅黑" panose="020B0503020204020204" pitchFamily="34" charset="-122"/>
                <a:cs typeface="Times New Roman" panose="02020503050405090304" pitchFamily="18" charset="0"/>
              </a:rPr>
              <a:t>便于多道程序设计，提高了内存的利用率，而不必像动态分区分配那样执行紧凑操作。</a:t>
            </a:r>
            <a:endParaRPr kumimoji="1" lang="zh-CN" sz="2600" b="1" i="0" u="none" strike="noStrike" kern="0" cap="none" spc="0" normalizeH="0" baseline="0" noProof="0" dirty="0">
              <a:ln>
                <a:noFill/>
              </a:ln>
              <a:solidFill>
                <a:srgbClr val="002060"/>
              </a:solidFill>
              <a:effectLst/>
              <a:uLnTx/>
              <a:uFillTx/>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14" name="Rectangle 4"/>
          <p:cNvSpPr>
            <a:spLocks noChangeArrowheads="1"/>
          </p:cNvSpPr>
          <p:nvPr/>
        </p:nvSpPr>
        <p:spPr bwMode="auto">
          <a:xfrm>
            <a:off x="574675" y="1901825"/>
            <a:ext cx="10800715" cy="1622425"/>
          </a:xfrm>
          <a:prstGeom prst="rect">
            <a:avLst/>
          </a:prstGeom>
          <a:solidFill>
            <a:schemeClr val="accent5">
              <a:lumMod val="40000"/>
              <a:lumOff val="60000"/>
            </a:schemeClr>
          </a:solidFill>
          <a:ln w="28575">
            <a:solidFill>
              <a:srgbClr val="004992"/>
            </a:solidFill>
          </a:ln>
          <a:scene3d>
            <a:camera prst="orthographicFront"/>
            <a:lightRig rig="threePt" dir="t"/>
          </a:scene3d>
          <a:sp3d>
            <a:bevelT/>
          </a:sp3d>
        </p:spPr>
        <p:txBody>
          <a:bodyPr/>
          <a:lstStyle/>
          <a:p>
            <a:pPr marL="342900" indent="-342900" eaLnBrk="0" hangingPunct="0">
              <a:lnSpc>
                <a:spcPct val="120000"/>
              </a:lnSpc>
              <a:spcBef>
                <a:spcPct val="20000"/>
              </a:spcBef>
              <a:buFont typeface="Wingdings" panose="05000000000000000000" pitchFamily="2" charset="2"/>
              <a:buChar char="§"/>
            </a:pPr>
            <a:r>
              <a:rPr lang="zh-CN" sz="2400" b="1" kern="0"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缺点1：</a:t>
            </a:r>
            <a:endParaRPr lang="zh-CN" sz="2400" b="1" kern="0"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endParaRPr>
          </a:p>
          <a:p>
            <a:pPr marL="742950" lvl="1" indent="-285750" algn="l" eaLnBrk="0" hangingPunct="0">
              <a:lnSpc>
                <a:spcPct val="120000"/>
              </a:lnSpc>
              <a:spcBef>
                <a:spcPct val="20000"/>
              </a:spcBef>
              <a:buFontTx/>
              <a:buChar char="–"/>
            </a:pPr>
            <a:r>
              <a:rPr lang="zh-CN" sz="2600" b="1" kern="0" dirty="0">
                <a:solidFill>
                  <a:srgbClr val="002060"/>
                </a:solidFill>
                <a:latin typeface="Times New Roman" panose="02020503050405090304" pitchFamily="18" charset="0"/>
                <a:ea typeface="微软雅黑" panose="020B0503020204020204" pitchFamily="34" charset="-122"/>
                <a:cs typeface="Times New Roman" panose="02020503050405090304" pitchFamily="18" charset="0"/>
              </a:rPr>
              <a:t>采用动态地址映射会增加计算机成本和降低处理机的速度。</a:t>
            </a:r>
            <a:endParaRPr lang="zh-CN" sz="2600" b="1" kern="0" dirty="0">
              <a:solidFill>
                <a:srgbClr val="002060"/>
              </a:solidFill>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15" name="Rectangle 5"/>
          <p:cNvSpPr>
            <a:spLocks noChangeArrowheads="1"/>
          </p:cNvSpPr>
          <p:nvPr/>
        </p:nvSpPr>
        <p:spPr bwMode="auto">
          <a:xfrm>
            <a:off x="582295" y="2593340"/>
            <a:ext cx="10800715" cy="1846580"/>
          </a:xfrm>
          <a:prstGeom prst="rect">
            <a:avLst/>
          </a:prstGeom>
          <a:solidFill>
            <a:schemeClr val="accent5">
              <a:lumMod val="40000"/>
              <a:lumOff val="60000"/>
            </a:schemeClr>
          </a:solidFill>
          <a:ln w="28575">
            <a:solidFill>
              <a:srgbClr val="004992"/>
            </a:solidFill>
          </a:ln>
          <a:scene3d>
            <a:camera prst="orthographicFront"/>
            <a:lightRig rig="threePt" dir="t"/>
          </a:scene3d>
          <a:sp3d>
            <a:bevelT/>
          </a:sp3d>
        </p:spPr>
        <p:txBody>
          <a:bodyPr/>
          <a:lstStyle/>
          <a:p>
            <a:pPr marL="342900" indent="-342900" eaLnBrk="0" hangingPunct="0">
              <a:lnSpc>
                <a:spcPct val="120000"/>
              </a:lnSpc>
              <a:spcBef>
                <a:spcPct val="20000"/>
              </a:spcBef>
              <a:buClr>
                <a:srgbClr val="33CCFF"/>
              </a:buClr>
              <a:buFont typeface="Wingdings" panose="05000000000000000000" pitchFamily="2" charset="2"/>
              <a:buChar char="§"/>
            </a:pPr>
            <a:r>
              <a:rPr lang="zh-CN" sz="2400" b="1" kern="0"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缺点2：</a:t>
            </a:r>
            <a:endParaRPr lang="zh-CN" sz="2400" b="1" kern="0"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endParaRPr>
          </a:p>
          <a:p>
            <a:pPr marL="742950" lvl="1" indent="-285750" algn="l" eaLnBrk="0" hangingPunct="0">
              <a:lnSpc>
                <a:spcPct val="120000"/>
              </a:lnSpc>
              <a:spcBef>
                <a:spcPct val="20000"/>
              </a:spcBef>
              <a:buFontTx/>
              <a:buChar char="–"/>
            </a:pPr>
            <a:r>
              <a:rPr lang="zh-CN" sz="2600" b="1" kern="0" dirty="0">
                <a:solidFill>
                  <a:srgbClr val="002060"/>
                </a:solidFill>
                <a:latin typeface="Times New Roman" panose="02020503050405090304" pitchFamily="18" charset="0"/>
                <a:ea typeface="微软雅黑" panose="020B0503020204020204" pitchFamily="34" charset="-122"/>
                <a:cs typeface="Times New Roman" panose="02020503050405090304" pitchFamily="18" charset="0"/>
              </a:rPr>
              <a:t>各种表格要占用一定容量的内存空间，还要花费一部分处理机时间来建立和管理这些表格。</a:t>
            </a:r>
            <a:endParaRPr lang="zh-CN" sz="2600" b="1" kern="0" dirty="0">
              <a:solidFill>
                <a:srgbClr val="002060"/>
              </a:solidFill>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16" name="Rectangle 6"/>
          <p:cNvSpPr>
            <a:spLocks noChangeArrowheads="1"/>
          </p:cNvSpPr>
          <p:nvPr/>
        </p:nvSpPr>
        <p:spPr bwMode="auto">
          <a:xfrm>
            <a:off x="577215" y="3230880"/>
            <a:ext cx="10800715" cy="2637155"/>
          </a:xfrm>
          <a:prstGeom prst="rect">
            <a:avLst/>
          </a:prstGeom>
          <a:solidFill>
            <a:schemeClr val="accent5">
              <a:lumMod val="40000"/>
              <a:lumOff val="60000"/>
            </a:schemeClr>
          </a:solidFill>
          <a:ln w="28575">
            <a:solidFill>
              <a:srgbClr val="004992"/>
            </a:solidFill>
          </a:ln>
          <a:scene3d>
            <a:camera prst="orthographicFront"/>
            <a:lightRig rig="threePt" dir="t"/>
          </a:scene3d>
          <a:sp3d>
            <a:bevelT/>
          </a:sp3d>
        </p:spPr>
        <p:txBody>
          <a:bodyPr/>
          <a:lstStyle/>
          <a:p>
            <a:pPr marL="342900" indent="-342900" eaLnBrk="0" hangingPunct="0">
              <a:lnSpc>
                <a:spcPct val="120000"/>
              </a:lnSpc>
              <a:spcBef>
                <a:spcPct val="20000"/>
              </a:spcBef>
              <a:buClr>
                <a:srgbClr val="33CCFF"/>
              </a:buClr>
              <a:buFont typeface="Wingdings" panose="05000000000000000000" pitchFamily="2" charset="2"/>
              <a:buChar char="§"/>
            </a:pPr>
            <a:r>
              <a:rPr lang="zh-CN" sz="2400" b="1" kern="0"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缺点3：</a:t>
            </a:r>
            <a:endParaRPr lang="zh-CN" sz="2400" b="1" kern="0"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endParaRPr>
          </a:p>
          <a:p>
            <a:pPr marL="742950" lvl="1" indent="-285750" algn="l" eaLnBrk="0" hangingPunct="0">
              <a:lnSpc>
                <a:spcPct val="120000"/>
              </a:lnSpc>
              <a:spcBef>
                <a:spcPct val="20000"/>
              </a:spcBef>
              <a:buFontTx/>
              <a:buChar char="–"/>
            </a:pPr>
            <a:r>
              <a:rPr lang="zh-CN" sz="2600" b="1" kern="0" dirty="0">
                <a:solidFill>
                  <a:srgbClr val="002060"/>
                </a:solidFill>
                <a:latin typeface="Times New Roman" panose="02020503050405090304" pitchFamily="18" charset="0"/>
                <a:ea typeface="微软雅黑" panose="020B0503020204020204" pitchFamily="34" charset="-122"/>
                <a:cs typeface="Times New Roman" panose="02020503050405090304" pitchFamily="18" charset="0"/>
              </a:rPr>
              <a:t>虽然消除了大量碎片，但每个作业的最后一页一般都有不能充分利用的空白区；减少页面大小，可以减少内存的浪费，但页表的长度又增加了，这也是一个矛盾。</a:t>
            </a:r>
            <a:endParaRPr lang="zh-CN" sz="2600" b="1" kern="0" dirty="0">
              <a:solidFill>
                <a:srgbClr val="002060"/>
              </a:solidFill>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17" name="Rectangle 7"/>
          <p:cNvSpPr>
            <a:spLocks noChangeArrowheads="1"/>
          </p:cNvSpPr>
          <p:nvPr/>
        </p:nvSpPr>
        <p:spPr bwMode="auto">
          <a:xfrm>
            <a:off x="574675" y="3871595"/>
            <a:ext cx="10800715" cy="2042160"/>
          </a:xfrm>
          <a:prstGeom prst="rect">
            <a:avLst/>
          </a:prstGeom>
          <a:solidFill>
            <a:schemeClr val="accent5">
              <a:lumMod val="40000"/>
              <a:lumOff val="60000"/>
            </a:schemeClr>
          </a:solidFill>
          <a:ln w="28575">
            <a:solidFill>
              <a:srgbClr val="004992"/>
            </a:solidFill>
          </a:ln>
          <a:scene3d>
            <a:camera prst="orthographicFront"/>
            <a:lightRig rig="threePt" dir="t"/>
          </a:scene3d>
          <a:sp3d>
            <a:bevelT/>
          </a:sp3d>
        </p:spPr>
        <p:txBody>
          <a:bodyPr/>
          <a:lstStyle/>
          <a:p>
            <a:pPr marL="342900" indent="-342900" eaLnBrk="0" hangingPunct="0">
              <a:lnSpc>
                <a:spcPct val="120000"/>
              </a:lnSpc>
              <a:spcBef>
                <a:spcPct val="20000"/>
              </a:spcBef>
              <a:buClr>
                <a:srgbClr val="33CCFF"/>
              </a:buClr>
              <a:buFont typeface="Wingdings" panose="05000000000000000000" pitchFamily="2" charset="2"/>
              <a:buChar char="§"/>
            </a:pPr>
            <a:r>
              <a:rPr lang="zh-CN" sz="2400" b="1" kern="0"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缺点4：</a:t>
            </a:r>
            <a:endParaRPr lang="zh-CN" sz="2400" b="1" kern="0"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endParaRPr>
          </a:p>
          <a:p>
            <a:pPr marL="742950" lvl="1" indent="-285750" algn="l" eaLnBrk="0" hangingPunct="0">
              <a:lnSpc>
                <a:spcPct val="120000"/>
              </a:lnSpc>
              <a:spcBef>
                <a:spcPct val="20000"/>
              </a:spcBef>
              <a:buFontTx/>
              <a:buChar char="–"/>
            </a:pPr>
            <a:r>
              <a:rPr lang="zh-CN" sz="2600" b="1" kern="0" dirty="0">
                <a:solidFill>
                  <a:srgbClr val="002060"/>
                </a:solidFill>
                <a:latin typeface="Times New Roman" panose="02020503050405090304" pitchFamily="18" charset="0"/>
                <a:ea typeface="微软雅黑" panose="020B0503020204020204" pitchFamily="34" charset="-122"/>
                <a:cs typeface="Times New Roman" panose="02020503050405090304" pitchFamily="18" charset="0"/>
              </a:rPr>
              <a:t>存储扩充问题仍未得到解决</a:t>
            </a:r>
            <a:r>
              <a:rPr lang="zh-CN" altLang="en-US" sz="2600" b="1" kern="0" dirty="0">
                <a:solidFill>
                  <a:srgbClr val="002060"/>
                </a:solidFill>
                <a:latin typeface="Times New Roman" panose="02020503050405090304" pitchFamily="18" charset="0"/>
                <a:ea typeface="微软雅黑" panose="020B0503020204020204" pitchFamily="34" charset="-122"/>
                <a:cs typeface="Times New Roman" panose="02020503050405090304" pitchFamily="18" charset="0"/>
              </a:rPr>
              <a:t>，</a:t>
            </a:r>
            <a:r>
              <a:rPr lang="zh-CN" sz="2600" b="1" kern="0" dirty="0">
                <a:solidFill>
                  <a:srgbClr val="002060"/>
                </a:solidFill>
                <a:latin typeface="Times New Roman" panose="02020503050405090304" pitchFamily="18" charset="0"/>
                <a:ea typeface="微软雅黑" panose="020B0503020204020204" pitchFamily="34" charset="-122"/>
                <a:cs typeface="Times New Roman" panose="02020503050405090304" pitchFamily="18" charset="0"/>
              </a:rPr>
              <a:t>当没有足够空间装下整个作业地址空间时，该作业</a:t>
            </a:r>
            <a:r>
              <a:rPr lang="zh-CN" altLang="en-US" sz="2600" b="1" kern="0" dirty="0">
                <a:solidFill>
                  <a:srgbClr val="002060"/>
                </a:solidFill>
                <a:latin typeface="Times New Roman" panose="02020503050405090304" pitchFamily="18" charset="0"/>
                <a:ea typeface="微软雅黑" panose="020B0503020204020204" pitchFamily="34" charset="-122"/>
                <a:cs typeface="Times New Roman" panose="02020503050405090304" pitchFamily="18" charset="0"/>
              </a:rPr>
              <a:t>仍</a:t>
            </a:r>
            <a:r>
              <a:rPr lang="zh-CN" sz="2600" b="1" kern="0" dirty="0">
                <a:solidFill>
                  <a:srgbClr val="002060"/>
                </a:solidFill>
                <a:latin typeface="Times New Roman" panose="02020503050405090304" pitchFamily="18" charset="0"/>
                <a:ea typeface="微软雅黑" panose="020B0503020204020204" pitchFamily="34" charset="-122"/>
                <a:cs typeface="Times New Roman" panose="02020503050405090304" pitchFamily="18" charset="0"/>
              </a:rPr>
              <a:t>无法运行。</a:t>
            </a:r>
            <a:endParaRPr lang="zh-CN" sz="2600" b="1" kern="0" dirty="0">
              <a:solidFill>
                <a:srgbClr val="002060"/>
              </a:solidFill>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13" name="标题 1"/>
          <p:cNvSpPr txBox="1"/>
          <p:nvPr/>
        </p:nvSpPr>
        <p:spPr>
          <a:xfrm>
            <a:off x="99695" y="-13335"/>
            <a:ext cx="10941050" cy="108140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eaLnBrk="1" hangingPunct="1"/>
            <a:r>
              <a:rPr lang="en-US" altLang="zh-CN" sz="3900" b="1" dirty="0">
                <a:latin typeface="Times New Roman" panose="02020503050405090304" pitchFamily="18" charset="0"/>
                <a:ea typeface="微软雅黑" panose="020B0503020204020204" pitchFamily="34" charset="-122"/>
                <a:cs typeface="Times New Roman" panose="02020503050405090304" pitchFamily="18" charset="0"/>
              </a:rPr>
              <a:t>4.5 </a:t>
            </a:r>
            <a:r>
              <a:rPr lang="zh-CN" altLang="en-US" sz="3900" b="1" dirty="0">
                <a:latin typeface="Times New Roman" panose="02020503050405090304" pitchFamily="18" charset="0"/>
                <a:ea typeface="微软雅黑" panose="020B0503020204020204" pitchFamily="34" charset="-122"/>
                <a:cs typeface="Times New Roman" panose="02020503050405090304" pitchFamily="18" charset="0"/>
              </a:rPr>
              <a:t>分页式存储管理</a:t>
            </a:r>
            <a:endParaRPr lang="zh-CN" altLang="en-US" sz="3900" b="1" dirty="0">
              <a:solidFill>
                <a:srgbClr val="FF0000"/>
              </a:solidFill>
              <a:latin typeface="Times New Roman" panose="02020503050405090304" pitchFamily="18" charset="0"/>
              <a:ea typeface="微软雅黑" panose="020B0503020204020204" pitchFamily="34" charset="-122"/>
              <a:cs typeface="Times New Roman" panose="0202050305040509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bldLvl="0" animBg="1"/>
      <p:bldP spid="14" grpId="0" bldLvl="0" animBg="1" autoUpdateAnimBg="0"/>
      <p:bldP spid="15" grpId="0" bldLvl="0" animBg="1" autoUpdateAnimBg="0"/>
      <p:bldP spid="16" grpId="0" bldLvl="0" animBg="1" autoUpdateAnimBg="0"/>
      <p:bldP spid="17" grpId="0" bldLvl="0" animBg="1" autoUpdateAnimBg="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AutoShape 4" descr="“data”的图片搜索结果"/>
          <p:cNvSpPr>
            <a:spLocks noChangeAspect="1" noChangeArrowheads="1"/>
          </p:cNvSpPr>
          <p:nvPr/>
        </p:nvSpPr>
        <p:spPr bwMode="auto">
          <a:xfrm>
            <a:off x="1492251" y="-13652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latin typeface="Times New Roman" panose="02020503050405090304" pitchFamily="18" charset="0"/>
              <a:ea typeface="微软雅黑" panose="020B0503020204020204" pitchFamily="34" charset="-122"/>
              <a:cs typeface="Times New Roman" panose="02020503050405090304" pitchFamily="18" charset="0"/>
            </a:endParaRPr>
          </a:p>
        </p:txBody>
      </p:sp>
      <p:grpSp>
        <p:nvGrpSpPr>
          <p:cNvPr id="11" name="组合 10"/>
          <p:cNvGrpSpPr/>
          <p:nvPr/>
        </p:nvGrpSpPr>
        <p:grpSpPr>
          <a:xfrm>
            <a:off x="7018282" y="207525"/>
            <a:ext cx="3649718" cy="611540"/>
            <a:chOff x="5494282" y="112021"/>
            <a:chExt cx="3649718" cy="611540"/>
          </a:xfrm>
        </p:grpSpPr>
        <p:pic>
          <p:nvPicPr>
            <p:cNvPr id="12" name="Picture 6"/>
            <p:cNvPicPr>
              <a:picLocks noChangeAspect="1" noChangeArrowheads="1"/>
            </p:cNvPicPr>
            <p:nvPr/>
          </p:nvPicPr>
          <p:blipFill rotWithShape="1">
            <a:blip r:embed="rId1">
              <a:extLst>
                <a:ext uri="{28A0092B-C50C-407E-A947-70E740481C1C}">
                  <a14:useLocalDpi xmlns:a14="http://schemas.microsoft.com/office/drawing/2010/main" val="0"/>
                </a:ext>
              </a:extLst>
            </a:blip>
            <a:srcRect t="79825"/>
            <a:stretch>
              <a:fillRect/>
            </a:stretch>
          </p:blipFill>
          <p:spPr bwMode="auto">
            <a:xfrm>
              <a:off x="5494282" y="407985"/>
              <a:ext cx="3649717" cy="315576"/>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4"/>
            <p:cNvPicPr>
              <a:picLocks noChangeAspect="1" noChangeArrowheads="1"/>
            </p:cNvPicPr>
            <p:nvPr/>
          </p:nvPicPr>
          <p:blipFill rotWithShape="1">
            <a:blip r:embed="rId1">
              <a:extLst>
                <a:ext uri="{28A0092B-C50C-407E-A947-70E740481C1C}">
                  <a14:useLocalDpi xmlns:a14="http://schemas.microsoft.com/office/drawing/2010/main" val="0"/>
                </a:ext>
              </a:extLst>
            </a:blip>
            <a:srcRect b="75383"/>
            <a:stretch>
              <a:fillRect/>
            </a:stretch>
          </p:blipFill>
          <p:spPr bwMode="auto">
            <a:xfrm>
              <a:off x="5494286" y="112021"/>
              <a:ext cx="3649714" cy="385041"/>
            </a:xfrm>
            <a:prstGeom prst="rect">
              <a:avLst/>
            </a:prstGeom>
            <a:noFill/>
            <a:extLst>
              <a:ext uri="{909E8E84-426E-40DD-AFC4-6F175D3DCCD1}">
                <a14:hiddenFill xmlns:a14="http://schemas.microsoft.com/office/drawing/2010/main">
                  <a:solidFill>
                    <a:srgbClr val="FFFFFF"/>
                  </a:solidFill>
                </a14:hiddenFill>
              </a:ext>
            </a:extLst>
          </p:spPr>
        </p:pic>
      </p:grpSp>
      <p:graphicFrame>
        <p:nvGraphicFramePr>
          <p:cNvPr id="2" name="图示 1"/>
          <p:cNvGraphicFramePr/>
          <p:nvPr/>
        </p:nvGraphicFramePr>
        <p:xfrm>
          <a:off x="2167467" y="1115029"/>
          <a:ext cx="7335520" cy="562774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8" name="标题 1"/>
          <p:cNvSpPr txBox="1"/>
          <p:nvPr/>
        </p:nvSpPr>
        <p:spPr>
          <a:xfrm>
            <a:off x="181610" y="24130"/>
            <a:ext cx="6774815" cy="95885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eaLnBrk="1" hangingPunct="1"/>
            <a:r>
              <a:rPr lang="zh-CN" altLang="en-US" sz="4400" b="1" dirty="0">
                <a:latin typeface="微软雅黑" panose="020B0503020204020204" pitchFamily="34" charset="-122"/>
                <a:ea typeface="微软雅黑" panose="020B0503020204020204" pitchFamily="34" charset="-122"/>
              </a:rPr>
              <a:t>存储器管理</a:t>
            </a:r>
            <a:endParaRPr lang="zh-CN" altLang="en-US" sz="4400" b="1" dirty="0">
              <a:latin typeface="微软雅黑" panose="020B0503020204020204" pitchFamily="34" charset="-122"/>
              <a:ea typeface="微软雅黑" panose="020B0503020204020204" pitchFamily="34" charset="-122"/>
            </a:endParaRPr>
          </a:p>
        </p:txBody>
      </p:sp>
      <p:sp>
        <p:nvSpPr>
          <p:cNvPr id="15" name="星形: 五角 14"/>
          <p:cNvSpPr/>
          <p:nvPr/>
        </p:nvSpPr>
        <p:spPr>
          <a:xfrm>
            <a:off x="8718367" y="5094141"/>
            <a:ext cx="535754" cy="500776"/>
          </a:xfrm>
          <a:prstGeom prst="star5">
            <a:avLst/>
          </a:prstGeom>
          <a:solidFill>
            <a:srgbClr val="FFFF00"/>
          </a:solidFill>
          <a:ln>
            <a:solidFill>
              <a:srgbClr val="FFFF00"/>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AutoShape 4" descr="“data”的图片搜索结果"/>
          <p:cNvSpPr>
            <a:spLocks noChangeAspect="1" noChangeArrowheads="1"/>
          </p:cNvSpPr>
          <p:nvPr/>
        </p:nvSpPr>
        <p:spPr bwMode="auto">
          <a:xfrm>
            <a:off x="1492251" y="-13652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latin typeface="Times New Roman" panose="02020503050405090304" pitchFamily="18" charset="0"/>
              <a:ea typeface="微软雅黑" panose="020B0503020204020204" pitchFamily="34" charset="-122"/>
              <a:cs typeface="Times New Roman" panose="02020503050405090304" pitchFamily="18" charset="0"/>
            </a:endParaRPr>
          </a:p>
        </p:txBody>
      </p:sp>
      <p:grpSp>
        <p:nvGrpSpPr>
          <p:cNvPr id="11" name="组合 10"/>
          <p:cNvGrpSpPr/>
          <p:nvPr/>
        </p:nvGrpSpPr>
        <p:grpSpPr>
          <a:xfrm>
            <a:off x="7018282" y="207525"/>
            <a:ext cx="3649718" cy="611540"/>
            <a:chOff x="5494282" y="112021"/>
            <a:chExt cx="3649718" cy="611540"/>
          </a:xfrm>
        </p:grpSpPr>
        <p:pic>
          <p:nvPicPr>
            <p:cNvPr id="12" name="Picture 6"/>
            <p:cNvPicPr>
              <a:picLocks noChangeAspect="1" noChangeArrowheads="1"/>
            </p:cNvPicPr>
            <p:nvPr/>
          </p:nvPicPr>
          <p:blipFill rotWithShape="1">
            <a:blip r:embed="rId1">
              <a:extLst>
                <a:ext uri="{28A0092B-C50C-407E-A947-70E740481C1C}">
                  <a14:useLocalDpi xmlns:a14="http://schemas.microsoft.com/office/drawing/2010/main" val="0"/>
                </a:ext>
              </a:extLst>
            </a:blip>
            <a:srcRect t="79825"/>
            <a:stretch>
              <a:fillRect/>
            </a:stretch>
          </p:blipFill>
          <p:spPr bwMode="auto">
            <a:xfrm>
              <a:off x="5494282" y="407985"/>
              <a:ext cx="3649717" cy="315576"/>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4"/>
            <p:cNvPicPr>
              <a:picLocks noChangeAspect="1" noChangeArrowheads="1"/>
            </p:cNvPicPr>
            <p:nvPr/>
          </p:nvPicPr>
          <p:blipFill rotWithShape="1">
            <a:blip r:embed="rId1">
              <a:extLst>
                <a:ext uri="{28A0092B-C50C-407E-A947-70E740481C1C}">
                  <a14:useLocalDpi xmlns:a14="http://schemas.microsoft.com/office/drawing/2010/main" val="0"/>
                </a:ext>
              </a:extLst>
            </a:blip>
            <a:srcRect b="75383"/>
            <a:stretch>
              <a:fillRect/>
            </a:stretch>
          </p:blipFill>
          <p:spPr bwMode="auto">
            <a:xfrm>
              <a:off x="5494286" y="112021"/>
              <a:ext cx="3649714" cy="385041"/>
            </a:xfrm>
            <a:prstGeom prst="rect">
              <a:avLst/>
            </a:prstGeom>
            <a:noFill/>
            <a:extLst>
              <a:ext uri="{909E8E84-426E-40DD-AFC4-6F175D3DCCD1}">
                <a14:hiddenFill xmlns:a14="http://schemas.microsoft.com/office/drawing/2010/main">
                  <a:solidFill>
                    <a:srgbClr val="FFFFFF"/>
                  </a:solidFill>
                </a14:hiddenFill>
              </a:ext>
            </a:extLst>
          </p:spPr>
        </p:pic>
      </p:grpSp>
      <p:sp>
        <p:nvSpPr>
          <p:cNvPr id="18" name="标题 1"/>
          <p:cNvSpPr txBox="1"/>
          <p:nvPr/>
        </p:nvSpPr>
        <p:spPr>
          <a:xfrm>
            <a:off x="104140" y="24130"/>
            <a:ext cx="6852285" cy="95885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eaLnBrk="1" hangingPunct="1"/>
            <a:r>
              <a:rPr lang="zh-CN" altLang="en-US" sz="4400" b="1" dirty="0">
                <a:latin typeface="微软雅黑" panose="020B0503020204020204" pitchFamily="34" charset="-122"/>
                <a:ea typeface="微软雅黑" panose="020B0503020204020204" pitchFamily="34" charset="-122"/>
              </a:rPr>
              <a:t>存储器管理</a:t>
            </a:r>
            <a:endParaRPr lang="zh-CN" altLang="en-US" sz="4400" b="1" dirty="0">
              <a:latin typeface="微软雅黑" panose="020B0503020204020204" pitchFamily="34" charset="-122"/>
              <a:ea typeface="微软雅黑" panose="020B0503020204020204" pitchFamily="34" charset="-122"/>
            </a:endParaRPr>
          </a:p>
        </p:txBody>
      </p:sp>
      <p:grpSp>
        <p:nvGrpSpPr>
          <p:cNvPr id="17" name="组合 16"/>
          <p:cNvGrpSpPr/>
          <p:nvPr/>
        </p:nvGrpSpPr>
        <p:grpSpPr>
          <a:xfrm>
            <a:off x="2204336" y="1278935"/>
            <a:ext cx="7571495" cy="926700"/>
            <a:chOff x="0" y="404"/>
            <a:chExt cx="7335520" cy="926700"/>
          </a:xfrm>
        </p:grpSpPr>
        <p:sp>
          <p:nvSpPr>
            <p:cNvPr id="19" name="矩形: 圆角 18"/>
            <p:cNvSpPr/>
            <p:nvPr/>
          </p:nvSpPr>
          <p:spPr>
            <a:xfrm>
              <a:off x="0" y="404"/>
              <a:ext cx="7335520" cy="926700"/>
            </a:xfrm>
            <a:prstGeom prst="roundRect">
              <a:avLst/>
            </a:prstGeom>
            <a:solidFill>
              <a:schemeClr val="accent1">
                <a:lumMod val="75000"/>
              </a:schemeClr>
            </a:solidFill>
          </p:spPr>
          <p:style>
            <a:lnRef idx="2">
              <a:schemeClr val="lt1">
                <a:hueOff val="0"/>
                <a:satOff val="0"/>
                <a:lumOff val="0"/>
                <a:alphaOff val="0"/>
              </a:schemeClr>
            </a:lnRef>
            <a:fillRef idx="1">
              <a:scrgbClr r="0" g="0" b="0"/>
            </a:fillRef>
            <a:effectRef idx="0">
              <a:schemeClr val="accent2">
                <a:hueOff val="0"/>
                <a:satOff val="0"/>
                <a:lumOff val="0"/>
                <a:alphaOff val="0"/>
              </a:schemeClr>
            </a:effectRef>
            <a:fontRef idx="minor">
              <a:schemeClr val="lt1"/>
            </a:fontRef>
          </p:style>
        </p:sp>
        <p:sp>
          <p:nvSpPr>
            <p:cNvPr id="20" name="矩形: 圆角 4"/>
            <p:cNvSpPr txBox="1"/>
            <p:nvPr/>
          </p:nvSpPr>
          <p:spPr>
            <a:xfrm>
              <a:off x="45238" y="45642"/>
              <a:ext cx="7245044" cy="836224"/>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558556" tIns="83820" rIns="83820" bIns="83820" numCol="1" spcCol="1270" anchor="ctr" anchorCtr="0">
              <a:noAutofit/>
            </a:bodyPr>
            <a:lstStyle/>
            <a:p>
              <a:pPr marL="0" lvl="0" indent="0" algn="l" defTabSz="1466850">
                <a:lnSpc>
                  <a:spcPct val="90000"/>
                </a:lnSpc>
                <a:spcBef>
                  <a:spcPct val="0"/>
                </a:spcBef>
                <a:spcAft>
                  <a:spcPct val="35000"/>
                </a:spcAft>
                <a:buNone/>
              </a:pPr>
              <a:r>
                <a:rPr lang="zh-CN" altLang="en-US" sz="3200" b="1" kern="1200" dirty="0">
                  <a:solidFill>
                    <a:prstClr val="white"/>
                  </a:solidFill>
                  <a:latin typeface="微软雅黑" panose="020B0503020204020204" pitchFamily="34" charset="-122"/>
                  <a:ea typeface="微软雅黑" panose="020B0503020204020204" pitchFamily="34" charset="-122"/>
                  <a:cs typeface="+mn-cs"/>
                </a:rPr>
                <a:t>分段存储管理方式</a:t>
              </a:r>
              <a:endParaRPr lang="zh-CN" altLang="en-US" sz="3200" b="1" kern="1200" dirty="0">
                <a:solidFill>
                  <a:prstClr val="white"/>
                </a:solidFill>
                <a:latin typeface="微软雅黑" panose="020B0503020204020204" pitchFamily="34" charset="-122"/>
                <a:ea typeface="微软雅黑" panose="020B0503020204020204" pitchFamily="34" charset="-122"/>
                <a:cs typeface="+mn-cs"/>
              </a:endParaRPr>
            </a:p>
          </p:txBody>
        </p:sp>
      </p:grpSp>
      <p:graphicFrame>
        <p:nvGraphicFramePr>
          <p:cNvPr id="3" name="图示 2"/>
          <p:cNvGraphicFramePr/>
          <p:nvPr/>
        </p:nvGraphicFramePr>
        <p:xfrm>
          <a:off x="3289447" y="2487357"/>
          <a:ext cx="6486385" cy="427242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cxnSp>
        <p:nvCxnSpPr>
          <p:cNvPr id="7" name="直接连接符 6"/>
          <p:cNvCxnSpPr/>
          <p:nvPr/>
        </p:nvCxnSpPr>
        <p:spPr>
          <a:xfrm>
            <a:off x="2770239" y="2212873"/>
            <a:ext cx="0" cy="4303130"/>
          </a:xfrm>
          <a:prstGeom prst="line">
            <a:avLst/>
          </a:prstGeom>
          <a:ln w="28575">
            <a:solidFill>
              <a:srgbClr val="2F5597"/>
            </a:solidFill>
          </a:ln>
        </p:spPr>
        <p:style>
          <a:lnRef idx="1">
            <a:schemeClr val="accent1"/>
          </a:lnRef>
          <a:fillRef idx="0">
            <a:schemeClr val="accent1"/>
          </a:fillRef>
          <a:effectRef idx="0">
            <a:schemeClr val="accent1"/>
          </a:effectRef>
          <a:fontRef idx="minor">
            <a:schemeClr val="tx1"/>
          </a:fontRef>
        </p:style>
      </p:cxnSp>
      <p:cxnSp>
        <p:nvCxnSpPr>
          <p:cNvPr id="21" name="直接连接符 20"/>
          <p:cNvCxnSpPr/>
          <p:nvPr/>
        </p:nvCxnSpPr>
        <p:spPr>
          <a:xfrm>
            <a:off x="2770239" y="3165104"/>
            <a:ext cx="519208" cy="0"/>
          </a:xfrm>
          <a:prstGeom prst="line">
            <a:avLst/>
          </a:prstGeom>
          <a:ln w="28575">
            <a:solidFill>
              <a:srgbClr val="2F5597"/>
            </a:solidFill>
          </a:ln>
        </p:spPr>
        <p:style>
          <a:lnRef idx="1">
            <a:schemeClr val="accent1"/>
          </a:lnRef>
          <a:fillRef idx="0">
            <a:schemeClr val="accent1"/>
          </a:fillRef>
          <a:effectRef idx="0">
            <a:schemeClr val="accent1"/>
          </a:effectRef>
          <a:fontRef idx="minor">
            <a:schemeClr val="tx1"/>
          </a:fontRef>
        </p:style>
      </p:cxnSp>
      <p:cxnSp>
        <p:nvCxnSpPr>
          <p:cNvPr id="22" name="直接连接符 21"/>
          <p:cNvCxnSpPr/>
          <p:nvPr/>
        </p:nvCxnSpPr>
        <p:spPr>
          <a:xfrm>
            <a:off x="2770239" y="4272208"/>
            <a:ext cx="519208" cy="0"/>
          </a:xfrm>
          <a:prstGeom prst="line">
            <a:avLst/>
          </a:prstGeom>
          <a:ln w="28575">
            <a:solidFill>
              <a:srgbClr val="2F5597"/>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a:off x="2770239" y="5348551"/>
            <a:ext cx="519208" cy="0"/>
          </a:xfrm>
          <a:prstGeom prst="line">
            <a:avLst/>
          </a:prstGeom>
          <a:ln w="28575">
            <a:solidFill>
              <a:srgbClr val="2F5597"/>
            </a:solidFill>
          </a:ln>
        </p:spPr>
        <p:style>
          <a:lnRef idx="1">
            <a:schemeClr val="accent1"/>
          </a:lnRef>
          <a:fillRef idx="0">
            <a:schemeClr val="accent1"/>
          </a:fillRef>
          <a:effectRef idx="0">
            <a:schemeClr val="accent1"/>
          </a:effectRef>
          <a:fontRef idx="minor">
            <a:schemeClr val="tx1"/>
          </a:fontRef>
        </p:style>
      </p:cxnSp>
      <p:cxnSp>
        <p:nvCxnSpPr>
          <p:cNvPr id="23" name="直接连接符 22"/>
          <p:cNvCxnSpPr/>
          <p:nvPr/>
        </p:nvCxnSpPr>
        <p:spPr>
          <a:xfrm>
            <a:off x="2770239" y="6516003"/>
            <a:ext cx="519208" cy="0"/>
          </a:xfrm>
          <a:prstGeom prst="line">
            <a:avLst/>
          </a:prstGeom>
          <a:ln w="28575">
            <a:solidFill>
              <a:srgbClr val="2F5597"/>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8" name="Rectangle 3"/>
          <p:cNvSpPr>
            <a:spLocks noGrp="1"/>
          </p:cNvSpPr>
          <p:nvPr>
            <p:ph idx="1"/>
          </p:nvPr>
        </p:nvSpPr>
        <p:spPr>
          <a:xfrm>
            <a:off x="713740" y="959485"/>
            <a:ext cx="10597515" cy="4935220"/>
          </a:xfrm>
        </p:spPr>
        <p:txBody>
          <a:bodyPr vert="horz" wrap="square" lIns="91440" tIns="45720" rIns="91440" bIns="45720" anchor="t" anchorCtr="0">
            <a:normAutofit/>
          </a:bodyPr>
          <a:lstStyle/>
          <a:p>
            <a:pPr marL="457200" lvl="1" indent="-457200">
              <a:lnSpc>
                <a:spcPct val="150000"/>
              </a:lnSpc>
              <a:spcBef>
                <a:spcPts val="1000"/>
              </a:spcBef>
              <a:buClr>
                <a:srgbClr val="0000FF"/>
              </a:buClr>
              <a:buFont typeface="Wingdings" panose="05000000000000000000" pitchFamily="2" charset="2"/>
              <a:buChar char="n"/>
            </a:pPr>
            <a:r>
              <a:rPr lang="zh-CN" altLang="en-US" sz="2000" b="1" dirty="0">
                <a:solidFill>
                  <a:srgbClr val="0000FF"/>
                </a:solidFill>
                <a:latin typeface="微软雅黑" panose="020B0503020204020204" pitchFamily="34" charset="-122"/>
                <a:ea typeface="微软雅黑" panose="020B0503020204020204" pitchFamily="34" charset="-122"/>
              </a:rPr>
              <a:t>引入分段存储管理方式的目的</a:t>
            </a:r>
            <a:endParaRPr lang="en-US" altLang="zh-CN" sz="2000" b="1" dirty="0">
              <a:solidFill>
                <a:srgbClr val="0000FF"/>
              </a:solidFill>
              <a:latin typeface="微软雅黑" panose="020B0503020204020204" pitchFamily="34" charset="-122"/>
              <a:ea typeface="微软雅黑" panose="020B0503020204020204" pitchFamily="34" charset="-122"/>
            </a:endParaRPr>
          </a:p>
          <a:p>
            <a:pPr marL="914400" lvl="2" indent="-457200">
              <a:lnSpc>
                <a:spcPct val="150000"/>
              </a:lnSpc>
              <a:spcBef>
                <a:spcPts val="1000"/>
              </a:spcBef>
              <a:buClr>
                <a:srgbClr val="0000FF"/>
              </a:buClr>
              <a:buFont typeface="Wingdings" panose="05000000000000000000" pitchFamily="2" charset="2"/>
              <a:buChar char="Ø"/>
            </a:pPr>
            <a:r>
              <a:rPr lang="zh-CN" altLang="en-US" b="1" dirty="0">
                <a:latin typeface="微软雅黑" panose="020B0503020204020204" pitchFamily="34" charset="-122"/>
                <a:ea typeface="微软雅黑" panose="020B0503020204020204" pitchFamily="34" charset="-122"/>
              </a:rPr>
              <a:t>满足用户</a:t>
            </a:r>
            <a:r>
              <a:rPr lang="en-US" altLang="zh-CN" b="1" dirty="0">
                <a:latin typeface="微软雅黑" panose="020B0503020204020204" pitchFamily="34" charset="-122"/>
                <a:ea typeface="微软雅黑" panose="020B0503020204020204" pitchFamily="34" charset="-122"/>
              </a:rPr>
              <a:t>(</a:t>
            </a:r>
            <a:r>
              <a:rPr lang="zh-CN" altLang="en-US" b="1" dirty="0">
                <a:latin typeface="微软雅黑" panose="020B0503020204020204" pitchFamily="34" charset="-122"/>
                <a:ea typeface="微软雅黑" panose="020B0503020204020204" pitchFamily="34" charset="-122"/>
              </a:rPr>
              <a:t>程序员</a:t>
            </a:r>
            <a:r>
              <a:rPr lang="en-US" altLang="zh-CN" b="1" dirty="0">
                <a:latin typeface="微软雅黑" panose="020B0503020204020204" pitchFamily="34" charset="-122"/>
                <a:ea typeface="微软雅黑" panose="020B0503020204020204" pitchFamily="34" charset="-122"/>
              </a:rPr>
              <a:t>)</a:t>
            </a:r>
            <a:r>
              <a:rPr lang="zh-CN" altLang="en-US" b="1" dirty="0">
                <a:latin typeface="微软雅黑" panose="020B0503020204020204" pitchFamily="34" charset="-122"/>
                <a:ea typeface="微软雅黑" panose="020B0503020204020204" pitchFamily="34" charset="-122"/>
              </a:rPr>
              <a:t>在编程和使用上多方面的要求</a:t>
            </a:r>
            <a:endParaRPr lang="en-US" altLang="zh-CN" b="1" dirty="0">
              <a:latin typeface="微软雅黑" panose="020B0503020204020204" pitchFamily="34" charset="-122"/>
              <a:ea typeface="微软雅黑" panose="020B0503020204020204" pitchFamily="34" charset="-122"/>
            </a:endParaRPr>
          </a:p>
          <a:p>
            <a:pPr marL="457200" lvl="1" indent="-457200">
              <a:lnSpc>
                <a:spcPct val="150000"/>
              </a:lnSpc>
              <a:spcBef>
                <a:spcPts val="1000"/>
              </a:spcBef>
              <a:buClr>
                <a:srgbClr val="0000FF"/>
              </a:buClr>
              <a:buFont typeface="Wingdings" panose="05000000000000000000" pitchFamily="2" charset="2"/>
              <a:buChar char="n"/>
            </a:pPr>
            <a:r>
              <a:rPr lang="zh-CN" altLang="en-US" sz="2000" b="1" dirty="0">
                <a:solidFill>
                  <a:srgbClr val="0000FF"/>
                </a:solidFill>
                <a:latin typeface="微软雅黑" panose="020B0503020204020204" pitchFamily="34" charset="-122"/>
                <a:ea typeface="微软雅黑" panose="020B0503020204020204" pitchFamily="34" charset="-122"/>
              </a:rPr>
              <a:t>每个段可有其逻辑意义及功能：</a:t>
            </a:r>
            <a:endParaRPr lang="zh-CN" altLang="en-US" b="1" dirty="0">
              <a:latin typeface="微软雅黑" panose="020B0503020204020204" pitchFamily="34" charset="-122"/>
              <a:ea typeface="微软雅黑" panose="020B0503020204020204" pitchFamily="34" charset="-122"/>
            </a:endParaRPr>
          </a:p>
          <a:p>
            <a:pPr marL="914400" lvl="2" indent="-457200">
              <a:lnSpc>
                <a:spcPct val="150000"/>
              </a:lnSpc>
              <a:spcBef>
                <a:spcPts val="1000"/>
              </a:spcBef>
              <a:buClr>
                <a:srgbClr val="0000FF"/>
              </a:buClr>
              <a:buFont typeface="Wingdings" panose="05000000000000000000" pitchFamily="2" charset="2"/>
              <a:buChar char="Ø"/>
            </a:pPr>
            <a:r>
              <a:rPr lang="zh-CN" altLang="en-US" b="1" dirty="0">
                <a:latin typeface="微软雅黑" panose="020B0503020204020204" pitchFamily="34" charset="-122"/>
                <a:ea typeface="微软雅黑" panose="020B0503020204020204" pitchFamily="34" charset="-122"/>
              </a:rPr>
              <a:t>方便编程：程序更直观，更具可读性</a:t>
            </a:r>
            <a:endParaRPr lang="zh-CN" altLang="en-US" b="1" dirty="0">
              <a:latin typeface="微软雅黑" panose="020B0503020204020204" pitchFamily="34" charset="-122"/>
              <a:ea typeface="微软雅黑" panose="020B0503020204020204" pitchFamily="34" charset="-122"/>
            </a:endParaRPr>
          </a:p>
          <a:p>
            <a:pPr marL="914400" lvl="2" indent="-457200">
              <a:lnSpc>
                <a:spcPct val="150000"/>
              </a:lnSpc>
              <a:spcBef>
                <a:spcPts val="1000"/>
              </a:spcBef>
              <a:buClr>
                <a:srgbClr val="0000FF"/>
              </a:buClr>
              <a:buFont typeface="Wingdings" panose="05000000000000000000" pitchFamily="2" charset="2"/>
              <a:buChar char="Ø"/>
            </a:pPr>
            <a:r>
              <a:rPr lang="zh-CN" altLang="en-US" b="1" dirty="0">
                <a:latin typeface="微软雅黑" panose="020B0503020204020204" pitchFamily="34" charset="-122"/>
                <a:ea typeface="微软雅黑" panose="020B0503020204020204" pitchFamily="34" charset="-122"/>
              </a:rPr>
              <a:t>分段信息共享：段可以是信息的逻辑单位，可简化共享的实现</a:t>
            </a:r>
            <a:endParaRPr lang="zh-CN" altLang="en-US" b="1" dirty="0">
              <a:latin typeface="微软雅黑" panose="020B0503020204020204" pitchFamily="34" charset="-122"/>
              <a:ea typeface="微软雅黑" panose="020B0503020204020204" pitchFamily="34" charset="-122"/>
            </a:endParaRPr>
          </a:p>
          <a:p>
            <a:pPr marL="914400" lvl="2" indent="-457200">
              <a:lnSpc>
                <a:spcPct val="150000"/>
              </a:lnSpc>
              <a:spcBef>
                <a:spcPts val="1000"/>
              </a:spcBef>
              <a:buClr>
                <a:srgbClr val="0000FF"/>
              </a:buClr>
              <a:buFont typeface="Wingdings" panose="05000000000000000000" pitchFamily="2" charset="2"/>
              <a:buChar char="Ø"/>
            </a:pPr>
            <a:r>
              <a:rPr lang="zh-CN" altLang="en-US" b="1" dirty="0">
                <a:latin typeface="微软雅黑" panose="020B0503020204020204" pitchFamily="34" charset="-122"/>
                <a:ea typeface="微软雅黑" panose="020B0503020204020204" pitchFamily="34" charset="-122"/>
              </a:rPr>
              <a:t>分段信息保护：一般以一个进程、函数或文件为基本单位进行保护，更有效方便</a:t>
            </a:r>
            <a:endParaRPr lang="zh-CN" altLang="en-US" b="1" dirty="0">
              <a:latin typeface="微软雅黑" panose="020B0503020204020204" pitchFamily="34" charset="-122"/>
              <a:ea typeface="微软雅黑" panose="020B0503020204020204" pitchFamily="34" charset="-122"/>
            </a:endParaRPr>
          </a:p>
          <a:p>
            <a:pPr marL="914400" lvl="2" indent="-457200">
              <a:lnSpc>
                <a:spcPct val="150000"/>
              </a:lnSpc>
              <a:spcBef>
                <a:spcPts val="1000"/>
              </a:spcBef>
              <a:buClr>
                <a:srgbClr val="0000FF"/>
              </a:buClr>
              <a:buFont typeface="Wingdings" panose="05000000000000000000" pitchFamily="2" charset="2"/>
              <a:buChar char="Ø"/>
            </a:pPr>
            <a:r>
              <a:rPr lang="zh-CN" altLang="en-US" b="1" dirty="0">
                <a:latin typeface="微软雅黑" panose="020B0503020204020204" pitchFamily="34" charset="-122"/>
                <a:ea typeface="微软雅黑" panose="020B0503020204020204" pitchFamily="34" charset="-122"/>
              </a:rPr>
              <a:t>动态增长：如数据段的动态增长</a:t>
            </a:r>
            <a:endParaRPr lang="zh-CN" altLang="en-US" b="1" dirty="0">
              <a:latin typeface="微软雅黑" panose="020B0503020204020204" pitchFamily="34" charset="-122"/>
              <a:ea typeface="微软雅黑" panose="020B0503020204020204" pitchFamily="34" charset="-122"/>
            </a:endParaRPr>
          </a:p>
          <a:p>
            <a:pPr marL="914400" lvl="2" indent="-457200">
              <a:lnSpc>
                <a:spcPct val="150000"/>
              </a:lnSpc>
              <a:spcBef>
                <a:spcPts val="1000"/>
              </a:spcBef>
              <a:buClr>
                <a:srgbClr val="0000FF"/>
              </a:buClr>
              <a:buFont typeface="Wingdings" panose="05000000000000000000" pitchFamily="2" charset="2"/>
              <a:buChar char="Ø"/>
            </a:pPr>
            <a:r>
              <a:rPr lang="zh-CN" altLang="en-US" b="1" dirty="0">
                <a:latin typeface="微软雅黑" panose="020B0503020204020204" pitchFamily="34" charset="-122"/>
                <a:ea typeface="微软雅黑" panose="020B0503020204020204" pitchFamily="34" charset="-122"/>
              </a:rPr>
              <a:t>动态链接：动态链接要求以目标程序（即段）作为链接基本单位</a:t>
            </a:r>
            <a:endParaRPr lang="zh-CN" altLang="en-US" b="1" dirty="0">
              <a:latin typeface="微软雅黑" panose="020B0503020204020204" pitchFamily="34" charset="-122"/>
              <a:ea typeface="微软雅黑" panose="020B0503020204020204" pitchFamily="34" charset="-122"/>
            </a:endParaRPr>
          </a:p>
        </p:txBody>
      </p:sp>
      <p:sp>
        <p:nvSpPr>
          <p:cNvPr id="5" name="标题 1"/>
          <p:cNvSpPr txBox="1"/>
          <p:nvPr/>
        </p:nvSpPr>
        <p:spPr>
          <a:xfrm>
            <a:off x="292100" y="33655"/>
            <a:ext cx="10748645" cy="108140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eaLnBrk="1" hangingPunct="1"/>
            <a:r>
              <a:rPr lang="en-US" altLang="zh-CN" sz="3900" b="1" dirty="0">
                <a:latin typeface="微软雅黑" panose="020B0503020204020204" pitchFamily="34" charset="-122"/>
                <a:ea typeface="微软雅黑" panose="020B0503020204020204" pitchFamily="34" charset="-122"/>
              </a:rPr>
              <a:t>4.6.1 </a:t>
            </a:r>
            <a:r>
              <a:rPr lang="zh-CN" altLang="en-US" sz="3900" b="1" dirty="0">
                <a:latin typeface="微软雅黑" panose="020B0503020204020204" pitchFamily="34" charset="-122"/>
                <a:ea typeface="微软雅黑" panose="020B0503020204020204" pitchFamily="34" charset="-122"/>
              </a:rPr>
              <a:t>分段存储管理方式的引入</a:t>
            </a:r>
            <a:endParaRPr lang="zh-CN" altLang="en-US" sz="3900" b="1" dirty="0">
              <a:latin typeface="微软雅黑" panose="020B0503020204020204" pitchFamily="34" charset="-122"/>
              <a:ea typeface="微软雅黑" panose="020B0503020204020204" pitchFamily="34" charset="-122"/>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1"/>
          <a:stretch>
            <a:fillRect/>
          </a:stretch>
        </p:blipFill>
        <p:spPr>
          <a:xfrm>
            <a:off x="2719070" y="2760980"/>
            <a:ext cx="6311265" cy="4010025"/>
          </a:xfrm>
          <a:prstGeom prst="rect">
            <a:avLst/>
          </a:prstGeom>
        </p:spPr>
      </p:pic>
      <p:sp>
        <p:nvSpPr>
          <p:cNvPr id="6148" name="Rectangle 3"/>
          <p:cNvSpPr>
            <a:spLocks noGrp="1"/>
          </p:cNvSpPr>
          <p:nvPr>
            <p:ph idx="1"/>
          </p:nvPr>
        </p:nvSpPr>
        <p:spPr>
          <a:xfrm>
            <a:off x="354965" y="959485"/>
            <a:ext cx="11384915" cy="2367280"/>
          </a:xfrm>
        </p:spPr>
        <p:txBody>
          <a:bodyPr vert="horz" wrap="square" lIns="91440" tIns="45720" rIns="91440" bIns="45720" anchor="t" anchorCtr="0">
            <a:normAutofit/>
          </a:bodyPr>
          <a:lstStyle/>
          <a:p>
            <a:pPr marL="457200" lvl="1" indent="-457200">
              <a:lnSpc>
                <a:spcPct val="150000"/>
              </a:lnSpc>
              <a:spcBef>
                <a:spcPts val="1000"/>
              </a:spcBef>
              <a:buClr>
                <a:srgbClr val="0000FF"/>
              </a:buClr>
              <a:buFont typeface="Wingdings" panose="05000000000000000000" pitchFamily="2" charset="2"/>
              <a:buChar char="n"/>
            </a:pPr>
            <a:r>
              <a:rPr lang="zh-CN" altLang="en-US" sz="2000" b="1" dirty="0">
                <a:solidFill>
                  <a:srgbClr val="0000FF"/>
                </a:solidFill>
                <a:latin typeface="微软雅黑" panose="020B0503020204020204" pitchFamily="34" charset="-122"/>
                <a:ea typeface="微软雅黑" panose="020B0503020204020204" pitchFamily="34" charset="-122"/>
              </a:rPr>
              <a:t>分段</a:t>
            </a:r>
            <a:endParaRPr lang="zh-CN" altLang="en-US" b="1" dirty="0">
              <a:latin typeface="微软雅黑" panose="020B0503020204020204" pitchFamily="34" charset="-122"/>
              <a:ea typeface="微软雅黑" panose="020B0503020204020204" pitchFamily="34" charset="-122"/>
            </a:endParaRPr>
          </a:p>
          <a:p>
            <a:pPr marL="914400" lvl="2" indent="-457200">
              <a:lnSpc>
                <a:spcPct val="150000"/>
              </a:lnSpc>
              <a:spcBef>
                <a:spcPts val="1000"/>
              </a:spcBef>
              <a:buClr>
                <a:srgbClr val="0000FF"/>
              </a:buClr>
              <a:buFont typeface="Wingdings" panose="05000000000000000000" pitchFamily="2" charset="2"/>
              <a:buChar char="Ø"/>
            </a:pPr>
            <a:r>
              <a:rPr lang="zh-CN" altLang="en-US" sz="1800" b="1" dirty="0">
                <a:latin typeface="微软雅黑" panose="020B0503020204020204" pitchFamily="34" charset="-122"/>
                <a:ea typeface="微软雅黑" panose="020B0503020204020204" pitchFamily="34" charset="-122"/>
              </a:rPr>
              <a:t>作业的地址空间被划分为若干个段，每个段定义了一组</a:t>
            </a:r>
            <a:r>
              <a:rPr lang="zh-CN" altLang="en-US" sz="1800" b="1" dirty="0">
                <a:solidFill>
                  <a:srgbClr val="0000FF"/>
                </a:solidFill>
                <a:latin typeface="微软雅黑" panose="020B0503020204020204" pitchFamily="34" charset="-122"/>
                <a:ea typeface="微软雅黑" panose="020B0503020204020204" pitchFamily="34" charset="-122"/>
              </a:rPr>
              <a:t>逻辑信息</a:t>
            </a:r>
            <a:r>
              <a:rPr lang="zh-CN" altLang="en-US" sz="1800" b="1" dirty="0">
                <a:latin typeface="微软雅黑" panose="020B0503020204020204" pitchFamily="34" charset="-122"/>
                <a:ea typeface="微软雅黑" panose="020B0503020204020204" pitchFamily="34" charset="-122"/>
              </a:rPr>
              <a:t>，并有自己的</a:t>
            </a:r>
            <a:r>
              <a:rPr lang="zh-CN" altLang="en-US" sz="1800" b="1" dirty="0">
                <a:solidFill>
                  <a:srgbClr val="0000FF"/>
                </a:solidFill>
                <a:latin typeface="微软雅黑" panose="020B0503020204020204" pitchFamily="34" charset="-122"/>
                <a:ea typeface="微软雅黑" panose="020B0503020204020204" pitchFamily="34" charset="-122"/>
              </a:rPr>
              <a:t>名字</a:t>
            </a:r>
            <a:r>
              <a:rPr lang="zh-CN" altLang="en-US" sz="1800" b="1" dirty="0">
                <a:latin typeface="微软雅黑" panose="020B0503020204020204" pitchFamily="34" charset="-122"/>
                <a:ea typeface="微软雅黑" panose="020B0503020204020204" pitchFamily="34" charset="-122"/>
              </a:rPr>
              <a:t>和对应的</a:t>
            </a:r>
            <a:r>
              <a:rPr lang="zh-CN" altLang="en-US" sz="1800" b="1" dirty="0">
                <a:solidFill>
                  <a:srgbClr val="0000FF"/>
                </a:solidFill>
                <a:latin typeface="微软雅黑" panose="020B0503020204020204" pitchFamily="34" charset="-122"/>
                <a:ea typeface="微软雅黑" panose="020B0503020204020204" pitchFamily="34" charset="-122"/>
              </a:rPr>
              <a:t>段号</a:t>
            </a:r>
            <a:r>
              <a:rPr lang="zh-CN" altLang="en-US" sz="1800" b="1" dirty="0">
                <a:latin typeface="微软雅黑" panose="020B0503020204020204" pitchFamily="34" charset="-122"/>
                <a:ea typeface="微软雅黑" panose="020B0503020204020204" pitchFamily="34" charset="-122"/>
              </a:rPr>
              <a:t>。每个都从</a:t>
            </a:r>
            <a:r>
              <a:rPr lang="en-US" altLang="zh-CN" sz="1800" b="1" dirty="0">
                <a:latin typeface="微软雅黑" panose="020B0503020204020204" pitchFamily="34" charset="-122"/>
                <a:ea typeface="微软雅黑" panose="020B0503020204020204" pitchFamily="34" charset="-122"/>
              </a:rPr>
              <a:t>0</a:t>
            </a:r>
            <a:r>
              <a:rPr lang="zh-CN" altLang="en-US" sz="1800" b="1" dirty="0">
                <a:latin typeface="微软雅黑" panose="020B0503020204020204" pitchFamily="34" charset="-122"/>
                <a:ea typeface="微软雅黑" panose="020B0503020204020204" pitchFamily="34" charset="-122"/>
              </a:rPr>
              <a:t>开始编址，采用一段</a:t>
            </a:r>
            <a:r>
              <a:rPr lang="zh-CN" altLang="en-US" sz="1800" b="1" dirty="0">
                <a:solidFill>
                  <a:srgbClr val="0000FF"/>
                </a:solidFill>
                <a:latin typeface="微软雅黑" panose="020B0503020204020204" pitchFamily="34" charset="-122"/>
                <a:ea typeface="微软雅黑" panose="020B0503020204020204" pitchFamily="34" charset="-122"/>
              </a:rPr>
              <a:t>连续的地址空间</a:t>
            </a:r>
            <a:r>
              <a:rPr lang="zh-CN" altLang="en-US" sz="1800" b="1" dirty="0">
                <a:latin typeface="微软雅黑" panose="020B0503020204020204" pitchFamily="34" charset="-122"/>
                <a:ea typeface="微软雅黑" panose="020B0503020204020204" pitchFamily="34" charset="-122"/>
              </a:rPr>
              <a:t>。段的长度由相应的逻辑信息组的长度决定。整个作业的地址空间由于是分成多个段，因而是</a:t>
            </a:r>
            <a:r>
              <a:rPr lang="zh-CN" altLang="en-US" sz="1800" b="1" dirty="0">
                <a:solidFill>
                  <a:srgbClr val="0000FF"/>
                </a:solidFill>
                <a:latin typeface="微软雅黑" panose="020B0503020204020204" pitchFamily="34" charset="-122"/>
                <a:ea typeface="微软雅黑" panose="020B0503020204020204" pitchFamily="34" charset="-122"/>
              </a:rPr>
              <a:t>二维</a:t>
            </a:r>
            <a:r>
              <a:rPr lang="zh-CN" altLang="en-US" sz="1800" b="1" dirty="0">
                <a:latin typeface="微软雅黑" panose="020B0503020204020204" pitchFamily="34" charset="-122"/>
                <a:ea typeface="微软雅黑" panose="020B0503020204020204" pitchFamily="34" charset="-122"/>
              </a:rPr>
              <a:t>的，亦即，其逻辑地址由</a:t>
            </a:r>
            <a:r>
              <a:rPr lang="zh-CN" altLang="en-US" sz="1800" b="1" dirty="0">
                <a:solidFill>
                  <a:srgbClr val="0000FF"/>
                </a:solidFill>
                <a:latin typeface="微软雅黑" panose="020B0503020204020204" pitchFamily="34" charset="-122"/>
                <a:ea typeface="微软雅黑" panose="020B0503020204020204" pitchFamily="34" charset="-122"/>
              </a:rPr>
              <a:t>段号</a:t>
            </a:r>
            <a:r>
              <a:rPr lang="en-US" altLang="zh-CN" sz="1800" b="1" dirty="0">
                <a:solidFill>
                  <a:srgbClr val="0000FF"/>
                </a:solidFill>
                <a:latin typeface="微软雅黑" panose="020B0503020204020204" pitchFamily="34" charset="-122"/>
                <a:ea typeface="微软雅黑" panose="020B0503020204020204" pitchFamily="34" charset="-122"/>
              </a:rPr>
              <a:t>(</a:t>
            </a:r>
            <a:r>
              <a:rPr lang="zh-CN" altLang="en-US" sz="1800" b="1" dirty="0">
                <a:solidFill>
                  <a:srgbClr val="0000FF"/>
                </a:solidFill>
                <a:latin typeface="微软雅黑" panose="020B0503020204020204" pitchFamily="34" charset="-122"/>
                <a:ea typeface="微软雅黑" panose="020B0503020204020204" pitchFamily="34" charset="-122"/>
              </a:rPr>
              <a:t>段名</a:t>
            </a:r>
            <a:r>
              <a:rPr lang="en-US" altLang="zh-CN" sz="1800" b="1" dirty="0">
                <a:solidFill>
                  <a:srgbClr val="0000FF"/>
                </a:solidFill>
                <a:latin typeface="微软雅黑" panose="020B0503020204020204" pitchFamily="34" charset="-122"/>
                <a:ea typeface="微软雅黑" panose="020B0503020204020204" pitchFamily="34" charset="-122"/>
              </a:rPr>
              <a:t>)</a:t>
            </a:r>
            <a:r>
              <a:rPr lang="zh-CN" altLang="en-US" sz="1800" b="1" dirty="0">
                <a:solidFill>
                  <a:srgbClr val="0000FF"/>
                </a:solidFill>
                <a:latin typeface="微软雅黑" panose="020B0503020204020204" pitchFamily="34" charset="-122"/>
                <a:ea typeface="微软雅黑" panose="020B0503020204020204" pitchFamily="34" charset="-122"/>
              </a:rPr>
              <a:t>和段内地址</a:t>
            </a:r>
            <a:r>
              <a:rPr lang="zh-CN" altLang="en-US" sz="1800" b="1" dirty="0">
                <a:latin typeface="微软雅黑" panose="020B0503020204020204" pitchFamily="34" charset="-122"/>
                <a:ea typeface="微软雅黑" panose="020B0503020204020204" pitchFamily="34" charset="-122"/>
              </a:rPr>
              <a:t>所组成。</a:t>
            </a:r>
            <a:endParaRPr lang="zh-CN" altLang="en-US" sz="1800" b="1" dirty="0">
              <a:latin typeface="微软雅黑" panose="020B0503020204020204" pitchFamily="34" charset="-122"/>
              <a:ea typeface="微软雅黑" panose="020B0503020204020204" pitchFamily="34" charset="-122"/>
            </a:endParaRPr>
          </a:p>
        </p:txBody>
      </p:sp>
      <p:sp>
        <p:nvSpPr>
          <p:cNvPr id="5" name="标题 1"/>
          <p:cNvSpPr txBox="1"/>
          <p:nvPr/>
        </p:nvSpPr>
        <p:spPr>
          <a:xfrm>
            <a:off x="150495" y="33655"/>
            <a:ext cx="10890250" cy="108140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eaLnBrk="1" hangingPunct="1"/>
            <a:r>
              <a:rPr lang="en-US" altLang="zh-CN" sz="3900" b="1" dirty="0">
                <a:latin typeface="微软雅黑" panose="020B0503020204020204" pitchFamily="34" charset="-122"/>
                <a:ea typeface="微软雅黑" panose="020B0503020204020204" pitchFamily="34" charset="-122"/>
              </a:rPr>
              <a:t>4.6.2 </a:t>
            </a:r>
            <a:r>
              <a:rPr lang="zh-CN" altLang="en-US" sz="3900" b="1" dirty="0">
                <a:latin typeface="微软雅黑" panose="020B0503020204020204" pitchFamily="34" charset="-122"/>
                <a:ea typeface="微软雅黑" panose="020B0503020204020204" pitchFamily="34" charset="-122"/>
              </a:rPr>
              <a:t>分段系统的基本原理</a:t>
            </a:r>
            <a:endParaRPr lang="zh-CN" altLang="en-US" sz="3900" b="1" dirty="0">
              <a:latin typeface="微软雅黑" panose="020B0503020204020204" pitchFamily="34" charset="-122"/>
              <a:ea typeface="微软雅黑" panose="020B0503020204020204" pitchFamily="34" charset="-122"/>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8" name="Rectangle 3"/>
          <p:cNvSpPr>
            <a:spLocks noGrp="1"/>
          </p:cNvSpPr>
          <p:nvPr>
            <p:ph idx="1"/>
          </p:nvPr>
        </p:nvSpPr>
        <p:spPr>
          <a:xfrm>
            <a:off x="335280" y="940435"/>
            <a:ext cx="11520805" cy="2061845"/>
          </a:xfrm>
        </p:spPr>
        <p:txBody>
          <a:bodyPr vert="horz" wrap="square" lIns="91440" tIns="45720" rIns="91440" bIns="45720" anchor="t" anchorCtr="0">
            <a:normAutofit/>
          </a:bodyPr>
          <a:lstStyle/>
          <a:p>
            <a:pPr marL="457200" lvl="1" indent="-457200">
              <a:lnSpc>
                <a:spcPct val="150000"/>
              </a:lnSpc>
              <a:spcBef>
                <a:spcPts val="1000"/>
              </a:spcBef>
              <a:buClr>
                <a:srgbClr val="0000FF"/>
              </a:buClr>
              <a:buFont typeface="Wingdings" panose="05000000000000000000" pitchFamily="2" charset="2"/>
              <a:buChar char="n"/>
            </a:pPr>
            <a:r>
              <a:rPr lang="zh-CN" altLang="en-US" sz="2000" b="1" dirty="0">
                <a:solidFill>
                  <a:srgbClr val="0000FF"/>
                </a:solidFill>
                <a:latin typeface="微软雅黑" panose="020B0503020204020204" pitchFamily="34" charset="-122"/>
                <a:ea typeface="微软雅黑" panose="020B0503020204020204" pitchFamily="34" charset="-122"/>
              </a:rPr>
              <a:t>段表：实现从逻辑段到物理内存区的映射</a:t>
            </a:r>
            <a:endParaRPr lang="zh-CN" altLang="en-US" b="1" dirty="0">
              <a:latin typeface="微软雅黑" panose="020B0503020204020204" pitchFamily="34" charset="-122"/>
              <a:ea typeface="微软雅黑" panose="020B0503020204020204" pitchFamily="34" charset="-122"/>
            </a:endParaRPr>
          </a:p>
          <a:p>
            <a:pPr marL="914400" lvl="2" indent="-457200">
              <a:lnSpc>
                <a:spcPct val="150000"/>
              </a:lnSpc>
              <a:spcBef>
                <a:spcPts val="1000"/>
              </a:spcBef>
              <a:buClr>
                <a:srgbClr val="0000FF"/>
              </a:buClr>
              <a:buFont typeface="Wingdings" panose="05000000000000000000" pitchFamily="2" charset="2"/>
              <a:buChar char="Ø"/>
            </a:pPr>
            <a:r>
              <a:rPr lang="zh-CN" altLang="en-US" sz="1800" b="1" dirty="0">
                <a:latin typeface="微软雅黑" panose="020B0503020204020204" pitchFamily="34" charset="-122"/>
                <a:ea typeface="微软雅黑" panose="020B0503020204020204" pitchFamily="34" charset="-122"/>
              </a:rPr>
              <a:t>为每个分段分配一个连续的分区，进程中的各个段可以离散地移入内存中不同的分区中。为每个进程建立一张 “段表”。每个段在表中占一个表项，记录了该段在内存中的起始地址</a:t>
            </a:r>
            <a:r>
              <a:rPr lang="en-US" altLang="zh-CN" sz="1800" b="1" dirty="0">
                <a:latin typeface="微软雅黑" panose="020B0503020204020204" pitchFamily="34" charset="-122"/>
                <a:ea typeface="微软雅黑" panose="020B0503020204020204" pitchFamily="34" charset="-122"/>
              </a:rPr>
              <a:t>(</a:t>
            </a:r>
            <a:r>
              <a:rPr lang="zh-CN" altLang="en-US" sz="1800" b="1" dirty="0">
                <a:latin typeface="微软雅黑" panose="020B0503020204020204" pitchFamily="34" charset="-122"/>
                <a:ea typeface="微软雅黑" panose="020B0503020204020204" pitchFamily="34" charset="-122"/>
              </a:rPr>
              <a:t>基址</a:t>
            </a:r>
            <a:r>
              <a:rPr lang="en-US" altLang="zh-CN" sz="1800" b="1" dirty="0">
                <a:latin typeface="微软雅黑" panose="020B0503020204020204" pitchFamily="34" charset="-122"/>
                <a:ea typeface="微软雅黑" panose="020B0503020204020204" pitchFamily="34" charset="-122"/>
              </a:rPr>
              <a:t>)</a:t>
            </a:r>
            <a:r>
              <a:rPr lang="zh-CN" altLang="en-US" sz="1800" b="1" dirty="0">
                <a:latin typeface="微软雅黑" panose="020B0503020204020204" pitchFamily="34" charset="-122"/>
                <a:ea typeface="微软雅黑" panose="020B0503020204020204" pitchFamily="34" charset="-122"/>
              </a:rPr>
              <a:t>和段的长度</a:t>
            </a:r>
            <a:endParaRPr lang="zh-CN" altLang="en-US" sz="1800" b="1" dirty="0">
              <a:latin typeface="微软雅黑" panose="020B0503020204020204" pitchFamily="34" charset="-122"/>
              <a:ea typeface="微软雅黑" panose="020B0503020204020204" pitchFamily="34" charset="-122"/>
            </a:endParaRPr>
          </a:p>
        </p:txBody>
      </p:sp>
      <p:sp>
        <p:nvSpPr>
          <p:cNvPr id="5" name="标题 1"/>
          <p:cNvSpPr txBox="1"/>
          <p:nvPr/>
        </p:nvSpPr>
        <p:spPr>
          <a:xfrm>
            <a:off x="150495" y="33655"/>
            <a:ext cx="10890250" cy="108140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eaLnBrk="1" hangingPunct="1"/>
            <a:r>
              <a:rPr lang="en-US" altLang="zh-CN" sz="3900" b="1" dirty="0">
                <a:latin typeface="微软雅黑" panose="020B0503020204020204" pitchFamily="34" charset="-122"/>
                <a:ea typeface="微软雅黑" panose="020B0503020204020204" pitchFamily="34" charset="-122"/>
              </a:rPr>
              <a:t>4.6.2 </a:t>
            </a:r>
            <a:r>
              <a:rPr lang="zh-CN" altLang="en-US" sz="3900" b="1" dirty="0">
                <a:latin typeface="微软雅黑" panose="020B0503020204020204" pitchFamily="34" charset="-122"/>
                <a:ea typeface="微软雅黑" panose="020B0503020204020204" pitchFamily="34" charset="-122"/>
              </a:rPr>
              <a:t>分段系统的基本原理</a:t>
            </a:r>
            <a:endParaRPr lang="zh-CN" altLang="en-US" sz="3900" b="1" dirty="0">
              <a:latin typeface="微软雅黑" panose="020B0503020204020204" pitchFamily="34" charset="-122"/>
              <a:ea typeface="微软雅黑" panose="020B0503020204020204" pitchFamily="34" charset="-122"/>
            </a:endParaRPr>
          </a:p>
        </p:txBody>
      </p:sp>
      <p:pic>
        <p:nvPicPr>
          <p:cNvPr id="6" name="图片 5"/>
          <p:cNvPicPr>
            <a:picLocks noChangeAspect="1"/>
          </p:cNvPicPr>
          <p:nvPr/>
        </p:nvPicPr>
        <p:blipFill>
          <a:blip r:embed="rId1"/>
          <a:stretch>
            <a:fillRect/>
          </a:stretch>
        </p:blipFill>
        <p:spPr>
          <a:xfrm>
            <a:off x="2534285" y="2437765"/>
            <a:ext cx="6932295" cy="4404360"/>
          </a:xfrm>
          <a:prstGeom prst="rect">
            <a:avLst/>
          </a:prstGeom>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8" name="Rectangle 3"/>
          <p:cNvSpPr>
            <a:spLocks noGrp="1"/>
          </p:cNvSpPr>
          <p:nvPr>
            <p:ph idx="1"/>
          </p:nvPr>
        </p:nvSpPr>
        <p:spPr>
          <a:xfrm>
            <a:off x="316865" y="959485"/>
            <a:ext cx="11365230" cy="2061845"/>
          </a:xfrm>
        </p:spPr>
        <p:txBody>
          <a:bodyPr vert="horz" wrap="square" lIns="91440" tIns="45720" rIns="91440" bIns="45720" anchor="t" anchorCtr="0">
            <a:normAutofit fontScale="80000" lnSpcReduction="10000"/>
          </a:bodyPr>
          <a:lstStyle/>
          <a:p>
            <a:pPr marL="457200" lvl="1" indent="-457200">
              <a:lnSpc>
                <a:spcPct val="150000"/>
              </a:lnSpc>
              <a:spcBef>
                <a:spcPts val="1000"/>
              </a:spcBef>
              <a:buClr>
                <a:srgbClr val="0000FF"/>
              </a:buClr>
              <a:buFont typeface="Wingdings" panose="05000000000000000000" pitchFamily="2" charset="2"/>
              <a:buChar char="n"/>
            </a:pPr>
            <a:r>
              <a:rPr lang="zh-CN" altLang="en-US" sz="2000" b="1" dirty="0">
                <a:solidFill>
                  <a:srgbClr val="0000FF"/>
                </a:solidFill>
                <a:latin typeface="微软雅黑" panose="020B0503020204020204" pitchFamily="34" charset="-122"/>
                <a:ea typeface="微软雅黑" panose="020B0503020204020204" pitchFamily="34" charset="-122"/>
              </a:rPr>
              <a:t>地址变换机构</a:t>
            </a:r>
            <a:endParaRPr lang="zh-CN" altLang="en-US" sz="2000" b="1" dirty="0">
              <a:solidFill>
                <a:srgbClr val="0000FF"/>
              </a:solidFill>
              <a:latin typeface="微软雅黑" panose="020B0503020204020204" pitchFamily="34" charset="-122"/>
              <a:ea typeface="微软雅黑" panose="020B0503020204020204" pitchFamily="34" charset="-122"/>
            </a:endParaRPr>
          </a:p>
          <a:p>
            <a:pPr marL="914400" lvl="2" indent="-457200">
              <a:lnSpc>
                <a:spcPct val="150000"/>
              </a:lnSpc>
              <a:spcBef>
                <a:spcPts val="1000"/>
              </a:spcBef>
              <a:buClr>
                <a:srgbClr val="0000FF"/>
              </a:buClr>
              <a:buFont typeface="Wingdings" panose="05000000000000000000" pitchFamily="2" charset="2"/>
              <a:buChar char="Ø"/>
            </a:pPr>
            <a:r>
              <a:rPr lang="zh-CN" altLang="en-US" sz="1800" b="1" dirty="0">
                <a:latin typeface="微软雅黑" panose="020B0503020204020204" pitchFamily="34" charset="-122"/>
                <a:ea typeface="微软雅黑" panose="020B0503020204020204" pitchFamily="34" charset="-122"/>
              </a:rPr>
              <a:t>系统中设置了</a:t>
            </a:r>
            <a:r>
              <a:rPr lang="zh-CN" altLang="en-US" sz="1800" b="1" dirty="0">
                <a:solidFill>
                  <a:srgbClr val="0000FF"/>
                </a:solidFill>
                <a:latin typeface="微软雅黑" panose="020B0503020204020204" pitchFamily="34" charset="-122"/>
                <a:ea typeface="微软雅黑" panose="020B0503020204020204" pitchFamily="34" charset="-122"/>
              </a:rPr>
              <a:t>段表寄存器</a:t>
            </a:r>
            <a:r>
              <a:rPr lang="zh-CN" altLang="en-US" sz="1800" b="1" dirty="0">
                <a:latin typeface="微软雅黑" panose="020B0503020204020204" pitchFamily="34" charset="-122"/>
                <a:ea typeface="微软雅黑" panose="020B0503020204020204" pitchFamily="34" charset="-122"/>
              </a:rPr>
              <a:t>，用于存放</a:t>
            </a:r>
            <a:r>
              <a:rPr lang="zh-CN" altLang="en-US" sz="1800" b="1" dirty="0">
                <a:solidFill>
                  <a:srgbClr val="0000FF"/>
                </a:solidFill>
                <a:latin typeface="微软雅黑" panose="020B0503020204020204" pitchFamily="34" charset="-122"/>
                <a:ea typeface="微软雅黑" panose="020B0503020204020204" pitchFamily="34" charset="-122"/>
              </a:rPr>
              <a:t>段表始址和段表长度</a:t>
            </a:r>
            <a:r>
              <a:rPr lang="en-US" altLang="zh-CN" sz="1800" b="1" dirty="0">
                <a:latin typeface="微软雅黑" panose="020B0503020204020204" pitchFamily="34" charset="-122"/>
                <a:ea typeface="微软雅黑" panose="020B0503020204020204" pitchFamily="34" charset="-122"/>
              </a:rPr>
              <a:t>TL</a:t>
            </a:r>
            <a:r>
              <a:rPr lang="zh-CN" altLang="en-US" sz="1800" b="1" dirty="0">
                <a:latin typeface="微软雅黑" panose="020B0503020204020204" pitchFamily="34" charset="-122"/>
                <a:ea typeface="微软雅黑" panose="020B0503020204020204" pitchFamily="34" charset="-122"/>
              </a:rPr>
              <a:t>。在进行地址变换时，系统将逻辑地址中的段号与段表长度</a:t>
            </a:r>
            <a:r>
              <a:rPr lang="en-US" altLang="zh-CN" sz="1800" b="1" dirty="0">
                <a:latin typeface="微软雅黑" panose="020B0503020204020204" pitchFamily="34" charset="-122"/>
                <a:ea typeface="微软雅黑" panose="020B0503020204020204" pitchFamily="34" charset="-122"/>
              </a:rPr>
              <a:t>TL</a:t>
            </a:r>
            <a:r>
              <a:rPr lang="zh-CN" altLang="en-US" sz="1800" b="1" dirty="0">
                <a:latin typeface="微软雅黑" panose="020B0503020204020204" pitchFamily="34" charset="-122"/>
                <a:ea typeface="微软雅黑" panose="020B0503020204020204" pitchFamily="34" charset="-122"/>
              </a:rPr>
              <a:t>进行比较。若</a:t>
            </a:r>
            <a:r>
              <a:rPr lang="en-US" altLang="zh-CN" sz="1800" b="1" dirty="0">
                <a:latin typeface="微软雅黑" panose="020B0503020204020204" pitchFamily="34" charset="-122"/>
                <a:ea typeface="微软雅黑" panose="020B0503020204020204" pitchFamily="34" charset="-122"/>
              </a:rPr>
              <a:t>S&gt;TL</a:t>
            </a:r>
            <a:r>
              <a:rPr lang="zh-CN" altLang="en-US" sz="1800" b="1" dirty="0">
                <a:latin typeface="微软雅黑" panose="020B0503020204020204" pitchFamily="34" charset="-122"/>
                <a:ea typeface="微软雅黑" panose="020B0503020204020204" pitchFamily="34" charset="-122"/>
              </a:rPr>
              <a:t>，表示段号太大，是访问越界，于是产生越界中断信号；若未越界，则根据段表的始址和该段的段号，计算出该段对应段表项的位置，从中读出该段在内存的起始地址，然后，再检查段内地址</a:t>
            </a:r>
            <a:r>
              <a:rPr lang="en-US" altLang="zh-CN" sz="1800" b="1" dirty="0">
                <a:latin typeface="微软雅黑" panose="020B0503020204020204" pitchFamily="34" charset="-122"/>
                <a:ea typeface="微软雅黑" panose="020B0503020204020204" pitchFamily="34" charset="-122"/>
              </a:rPr>
              <a:t>d</a:t>
            </a:r>
            <a:r>
              <a:rPr lang="zh-CN" altLang="en-US" sz="1800" b="1" dirty="0">
                <a:latin typeface="微软雅黑" panose="020B0503020204020204" pitchFamily="34" charset="-122"/>
                <a:ea typeface="微软雅黑" panose="020B0503020204020204" pitchFamily="34" charset="-122"/>
              </a:rPr>
              <a:t>是否超过该段的段长</a:t>
            </a:r>
            <a:r>
              <a:rPr lang="en-US" altLang="zh-CN" sz="1800" b="1" dirty="0">
                <a:latin typeface="微软雅黑" panose="020B0503020204020204" pitchFamily="34" charset="-122"/>
                <a:ea typeface="微软雅黑" panose="020B0503020204020204" pitchFamily="34" charset="-122"/>
              </a:rPr>
              <a:t>SL</a:t>
            </a:r>
            <a:r>
              <a:rPr lang="zh-CN" altLang="en-US" sz="1800" b="1" dirty="0">
                <a:latin typeface="微软雅黑" panose="020B0503020204020204" pitchFamily="34" charset="-122"/>
                <a:ea typeface="微软雅黑" panose="020B0503020204020204" pitchFamily="34" charset="-122"/>
              </a:rPr>
              <a:t>。若超过，即</a:t>
            </a:r>
            <a:r>
              <a:rPr lang="en-US" altLang="zh-CN" sz="1800" b="1" dirty="0">
                <a:latin typeface="微软雅黑" panose="020B0503020204020204" pitchFamily="34" charset="-122"/>
                <a:ea typeface="微软雅黑" panose="020B0503020204020204" pitchFamily="34" charset="-122"/>
              </a:rPr>
              <a:t>d&gt;SL</a:t>
            </a:r>
            <a:r>
              <a:rPr lang="zh-CN" altLang="en-US" sz="1800" b="1" dirty="0">
                <a:latin typeface="微软雅黑" panose="020B0503020204020204" pitchFamily="34" charset="-122"/>
                <a:ea typeface="微软雅黑" panose="020B0503020204020204" pitchFamily="34" charset="-122"/>
              </a:rPr>
              <a:t>，同样发出越界中断信号；若未越界，则将该段的基址</a:t>
            </a:r>
            <a:r>
              <a:rPr lang="en-US" altLang="zh-CN" sz="1800" b="1" dirty="0">
                <a:latin typeface="微软雅黑" panose="020B0503020204020204" pitchFamily="34" charset="-122"/>
                <a:ea typeface="微软雅黑" panose="020B0503020204020204" pitchFamily="34" charset="-122"/>
              </a:rPr>
              <a:t>d </a:t>
            </a:r>
            <a:r>
              <a:rPr lang="zh-CN" altLang="en-US" sz="1800" b="1" dirty="0">
                <a:latin typeface="微软雅黑" panose="020B0503020204020204" pitchFamily="34" charset="-122"/>
                <a:ea typeface="微软雅黑" panose="020B0503020204020204" pitchFamily="34" charset="-122"/>
              </a:rPr>
              <a:t>与段内地址相加，即可得到要访问的内存物理地址。</a:t>
            </a:r>
            <a:endParaRPr lang="zh-CN" altLang="en-US" sz="1800" b="1" dirty="0">
              <a:latin typeface="微软雅黑" panose="020B0503020204020204" pitchFamily="34" charset="-122"/>
              <a:ea typeface="微软雅黑" panose="020B0503020204020204" pitchFamily="34" charset="-122"/>
            </a:endParaRPr>
          </a:p>
        </p:txBody>
      </p:sp>
      <p:sp>
        <p:nvSpPr>
          <p:cNvPr id="5" name="标题 1"/>
          <p:cNvSpPr txBox="1"/>
          <p:nvPr/>
        </p:nvSpPr>
        <p:spPr>
          <a:xfrm>
            <a:off x="170180" y="33655"/>
            <a:ext cx="10870565" cy="108140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eaLnBrk="1" hangingPunct="1"/>
            <a:r>
              <a:rPr lang="en-US" altLang="zh-CN" sz="3900" b="1" dirty="0">
                <a:latin typeface="微软雅黑" panose="020B0503020204020204" pitchFamily="34" charset="-122"/>
                <a:ea typeface="微软雅黑" panose="020B0503020204020204" pitchFamily="34" charset="-122"/>
              </a:rPr>
              <a:t>4.6.2 </a:t>
            </a:r>
            <a:r>
              <a:rPr lang="zh-CN" altLang="en-US" sz="3900" b="1" dirty="0">
                <a:latin typeface="微软雅黑" panose="020B0503020204020204" pitchFamily="34" charset="-122"/>
                <a:ea typeface="微软雅黑" panose="020B0503020204020204" pitchFamily="34" charset="-122"/>
              </a:rPr>
              <a:t>分段系统的基本原理</a:t>
            </a:r>
            <a:endParaRPr lang="zh-CN" altLang="en-US" sz="3900" b="1" dirty="0">
              <a:latin typeface="微软雅黑" panose="020B0503020204020204" pitchFamily="34" charset="-122"/>
              <a:ea typeface="微软雅黑" panose="020B0503020204020204" pitchFamily="34" charset="-122"/>
            </a:endParaRPr>
          </a:p>
        </p:txBody>
      </p:sp>
      <p:pic>
        <p:nvPicPr>
          <p:cNvPr id="3" name="图片 2"/>
          <p:cNvPicPr>
            <a:picLocks noChangeAspect="1"/>
          </p:cNvPicPr>
          <p:nvPr/>
        </p:nvPicPr>
        <p:blipFill>
          <a:blip r:embed="rId1"/>
          <a:stretch>
            <a:fillRect/>
          </a:stretch>
        </p:blipFill>
        <p:spPr>
          <a:xfrm>
            <a:off x="3238394" y="2742643"/>
            <a:ext cx="5885286" cy="4081544"/>
          </a:xfrm>
          <a:prstGeom prst="rect">
            <a:avLst/>
          </a:prstGeom>
        </p:spPr>
      </p:pic>
      <p:sp>
        <p:nvSpPr>
          <p:cNvPr id="2" name="文本框 1"/>
          <p:cNvSpPr txBox="1"/>
          <p:nvPr/>
        </p:nvSpPr>
        <p:spPr>
          <a:xfrm>
            <a:off x="6922135" y="3945255"/>
            <a:ext cx="698500" cy="337185"/>
          </a:xfrm>
          <a:prstGeom prst="rect">
            <a:avLst/>
          </a:prstGeom>
          <a:noFill/>
        </p:spPr>
        <p:txBody>
          <a:bodyPr wrap="square" rtlCol="0" anchor="t">
            <a:spAutoFit/>
          </a:bodyPr>
          <a:p>
            <a:r>
              <a:rPr lang="en-US" altLang="zh-CN" sz="1600" b="1" dirty="0">
                <a:solidFill>
                  <a:srgbClr val="0000FF"/>
                </a:solidFill>
                <a:latin typeface="微软雅黑" panose="020B0503020204020204" pitchFamily="34" charset="-122"/>
                <a:ea typeface="微软雅黑" panose="020B0503020204020204" pitchFamily="34" charset="-122"/>
                <a:sym typeface="+mn-ea"/>
              </a:rPr>
              <a:t>8192</a:t>
            </a:r>
            <a:endParaRPr lang="en-US" altLang="zh-CN" sz="1600" b="1" dirty="0">
              <a:solidFill>
                <a:srgbClr val="0000FF"/>
              </a:solidFill>
              <a:latin typeface="微软雅黑" panose="020B0503020204020204" pitchFamily="34" charset="-122"/>
              <a:ea typeface="微软雅黑" panose="020B0503020204020204" pitchFamily="34" charset="-122"/>
              <a:sym typeface="+mn-ea"/>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8" name="Rectangle 3"/>
          <p:cNvSpPr>
            <a:spLocks noGrp="1"/>
          </p:cNvSpPr>
          <p:nvPr>
            <p:ph idx="1"/>
          </p:nvPr>
        </p:nvSpPr>
        <p:spPr>
          <a:xfrm>
            <a:off x="123190" y="959485"/>
            <a:ext cx="11766550" cy="5660390"/>
          </a:xfrm>
        </p:spPr>
        <p:txBody>
          <a:bodyPr vert="horz" wrap="square" lIns="91440" tIns="45720" rIns="91440" bIns="45720" anchor="t" anchorCtr="0">
            <a:noAutofit/>
          </a:bodyPr>
          <a:lstStyle/>
          <a:p>
            <a:pPr marL="457200" lvl="1" indent="-457200">
              <a:lnSpc>
                <a:spcPct val="150000"/>
              </a:lnSpc>
              <a:spcBef>
                <a:spcPts val="1000"/>
              </a:spcBef>
              <a:buClr>
                <a:srgbClr val="0000FF"/>
              </a:buClr>
              <a:buFont typeface="Wingdings" panose="05000000000000000000" pitchFamily="2" charset="2"/>
              <a:buChar char="n"/>
            </a:pPr>
            <a:r>
              <a:rPr lang="zh-CN" altLang="en-US" sz="2000" b="1" dirty="0">
                <a:solidFill>
                  <a:srgbClr val="0000FF"/>
                </a:solidFill>
                <a:latin typeface="微软雅黑" panose="020B0503020204020204" pitchFamily="34" charset="-122"/>
                <a:ea typeface="微软雅黑" panose="020B0503020204020204" pitchFamily="34" charset="-122"/>
              </a:rPr>
              <a:t>分页和分段的主要区别</a:t>
            </a:r>
            <a:endParaRPr lang="zh-CN" altLang="en-US" sz="2000" b="1" dirty="0">
              <a:solidFill>
                <a:srgbClr val="0000FF"/>
              </a:solidFill>
              <a:latin typeface="微软雅黑" panose="020B0503020204020204" pitchFamily="34" charset="-122"/>
              <a:ea typeface="微软雅黑" panose="020B0503020204020204" pitchFamily="34" charset="-122"/>
            </a:endParaRPr>
          </a:p>
          <a:p>
            <a:pPr marL="914400" lvl="2" indent="-457200">
              <a:lnSpc>
                <a:spcPct val="150000"/>
              </a:lnSpc>
              <a:spcBef>
                <a:spcPts val="1000"/>
              </a:spcBef>
              <a:buClr>
                <a:srgbClr val="0000FF"/>
              </a:buClr>
              <a:buFont typeface="Wingdings" panose="05000000000000000000" pitchFamily="2" charset="2"/>
              <a:buChar char="Ø"/>
            </a:pPr>
            <a:r>
              <a:rPr lang="zh-CN" altLang="en-US" sz="1800" b="1" dirty="0">
                <a:solidFill>
                  <a:srgbClr val="0000FF"/>
                </a:solidFill>
                <a:latin typeface="微软雅黑" panose="020B0503020204020204" pitchFamily="34" charset="-122"/>
                <a:ea typeface="微软雅黑" panose="020B0503020204020204" pitchFamily="34" charset="-122"/>
              </a:rPr>
              <a:t>页是信息的物理单位</a:t>
            </a:r>
            <a:r>
              <a:rPr lang="zh-CN" altLang="en-US" sz="1800" b="1" dirty="0">
                <a:latin typeface="微软雅黑" panose="020B0503020204020204" pitchFamily="34" charset="-122"/>
                <a:ea typeface="微软雅黑" panose="020B0503020204020204" pitchFamily="34" charset="-122"/>
              </a:rPr>
              <a:t>，分页是为实现离散分配方式，以消减内存的外零头，提高内存的利用率。或者说，分页仅仅是由于系统管理的需要而不是用户的需要。</a:t>
            </a:r>
            <a:endParaRPr lang="zh-CN" altLang="en-US" sz="1800" b="1" dirty="0">
              <a:latin typeface="微软雅黑" panose="020B0503020204020204" pitchFamily="34" charset="-122"/>
              <a:ea typeface="微软雅黑" panose="020B0503020204020204" pitchFamily="34" charset="-122"/>
            </a:endParaRPr>
          </a:p>
          <a:p>
            <a:pPr marL="914400" lvl="2" indent="-457200">
              <a:lnSpc>
                <a:spcPct val="150000"/>
              </a:lnSpc>
              <a:spcBef>
                <a:spcPts val="1000"/>
              </a:spcBef>
              <a:buClr>
                <a:srgbClr val="0000FF"/>
              </a:buClr>
              <a:buFont typeface="Wingdings" panose="05000000000000000000" pitchFamily="2" charset="2"/>
              <a:buChar char="Ø"/>
            </a:pPr>
            <a:r>
              <a:rPr lang="zh-CN" altLang="en-US" sz="1800" b="1" dirty="0">
                <a:solidFill>
                  <a:srgbClr val="0000FF"/>
                </a:solidFill>
                <a:latin typeface="微软雅黑" panose="020B0503020204020204" pitchFamily="34" charset="-122"/>
                <a:ea typeface="微软雅黑" panose="020B0503020204020204" pitchFamily="34" charset="-122"/>
              </a:rPr>
              <a:t>段则是信息的逻辑单位</a:t>
            </a:r>
            <a:r>
              <a:rPr lang="zh-CN" altLang="en-US" sz="1800" b="1" dirty="0">
                <a:latin typeface="微软雅黑" panose="020B0503020204020204" pitchFamily="34" charset="-122"/>
                <a:ea typeface="微软雅黑" panose="020B0503020204020204" pitchFamily="34" charset="-122"/>
              </a:rPr>
              <a:t>，它含有一组其意义相对完整的信息。分段的目的是为了能更好地满足用户的需要。</a:t>
            </a:r>
            <a:endParaRPr lang="en-US" altLang="zh-CN" sz="1800" b="1" dirty="0">
              <a:latin typeface="微软雅黑" panose="020B0503020204020204" pitchFamily="34" charset="-122"/>
              <a:ea typeface="微软雅黑" panose="020B0503020204020204" pitchFamily="34" charset="-122"/>
            </a:endParaRPr>
          </a:p>
          <a:p>
            <a:pPr marL="914400" lvl="2" indent="-457200">
              <a:lnSpc>
                <a:spcPct val="150000"/>
              </a:lnSpc>
              <a:spcBef>
                <a:spcPts val="1000"/>
              </a:spcBef>
              <a:buClr>
                <a:srgbClr val="0000FF"/>
              </a:buClr>
              <a:buFont typeface="Wingdings" panose="05000000000000000000" pitchFamily="2" charset="2"/>
              <a:buChar char="Ø"/>
            </a:pPr>
            <a:r>
              <a:rPr lang="zh-CN" altLang="en-US" sz="1800" b="1" dirty="0">
                <a:solidFill>
                  <a:srgbClr val="0000FF"/>
                </a:solidFill>
                <a:latin typeface="微软雅黑" panose="020B0503020204020204" pitchFamily="34" charset="-122"/>
                <a:ea typeface="微软雅黑" panose="020B0503020204020204" pitchFamily="34" charset="-122"/>
              </a:rPr>
              <a:t>页的大小固定且由系统决定</a:t>
            </a:r>
            <a:r>
              <a:rPr lang="zh-CN" altLang="en-US" sz="1800" b="1" dirty="0">
                <a:latin typeface="微软雅黑" panose="020B0503020204020204" pitchFamily="34" charset="-122"/>
                <a:ea typeface="微软雅黑" panose="020B0503020204020204" pitchFamily="34" charset="-122"/>
              </a:rPr>
              <a:t>，由系统把逻辑地址划分为页号和页内地址两部分，是由机器硬件实现的，因而在系统中只能有一种大小的页面；</a:t>
            </a:r>
            <a:endParaRPr lang="zh-CN" altLang="en-US" sz="1800" b="1" dirty="0">
              <a:latin typeface="微软雅黑" panose="020B0503020204020204" pitchFamily="34" charset="-122"/>
              <a:ea typeface="微软雅黑" panose="020B0503020204020204" pitchFamily="34" charset="-122"/>
            </a:endParaRPr>
          </a:p>
          <a:p>
            <a:pPr marL="914400" lvl="2" indent="-457200">
              <a:lnSpc>
                <a:spcPct val="150000"/>
              </a:lnSpc>
              <a:spcBef>
                <a:spcPts val="1000"/>
              </a:spcBef>
              <a:buClr>
                <a:srgbClr val="0000FF"/>
              </a:buClr>
              <a:buFont typeface="Wingdings" panose="05000000000000000000" pitchFamily="2" charset="2"/>
              <a:buChar char="Ø"/>
            </a:pPr>
            <a:r>
              <a:rPr lang="zh-CN" altLang="en-US" sz="1800" b="1" dirty="0">
                <a:latin typeface="微软雅黑" panose="020B0503020204020204" pitchFamily="34" charset="-122"/>
                <a:ea typeface="微软雅黑" panose="020B0503020204020204" pitchFamily="34" charset="-122"/>
              </a:rPr>
              <a:t>而</a:t>
            </a:r>
            <a:r>
              <a:rPr lang="zh-CN" altLang="en-US" sz="1800" b="1" dirty="0">
                <a:solidFill>
                  <a:srgbClr val="0000FF"/>
                </a:solidFill>
                <a:latin typeface="微软雅黑" panose="020B0503020204020204" pitchFamily="34" charset="-122"/>
                <a:ea typeface="微软雅黑" panose="020B0503020204020204" pitchFamily="34" charset="-122"/>
              </a:rPr>
              <a:t>段的长度却不固定</a:t>
            </a:r>
            <a:r>
              <a:rPr lang="zh-CN" altLang="en-US" sz="1800" b="1" dirty="0">
                <a:latin typeface="微软雅黑" panose="020B0503020204020204" pitchFamily="34" charset="-122"/>
                <a:ea typeface="微软雅黑" panose="020B0503020204020204" pitchFamily="34" charset="-122"/>
              </a:rPr>
              <a:t>，决定于用户所编写的程序，通常由编译程序在对源程序进行编译时，根据信息的性质来划分。</a:t>
            </a:r>
            <a:endParaRPr lang="zh-CN" altLang="en-US" sz="1800" b="1" dirty="0">
              <a:latin typeface="微软雅黑" panose="020B0503020204020204" pitchFamily="34" charset="-122"/>
              <a:ea typeface="微软雅黑" panose="020B0503020204020204" pitchFamily="34" charset="-122"/>
            </a:endParaRPr>
          </a:p>
          <a:p>
            <a:pPr marL="914400" lvl="2" indent="-457200">
              <a:lnSpc>
                <a:spcPct val="150000"/>
              </a:lnSpc>
              <a:spcBef>
                <a:spcPts val="1000"/>
              </a:spcBef>
              <a:buClr>
                <a:srgbClr val="0000FF"/>
              </a:buClr>
              <a:buFont typeface="Wingdings" panose="05000000000000000000" pitchFamily="2" charset="2"/>
              <a:buChar char="Ø"/>
            </a:pPr>
            <a:r>
              <a:rPr lang="zh-CN" altLang="en-US" sz="1800" b="1" dirty="0">
                <a:solidFill>
                  <a:srgbClr val="0000FF"/>
                </a:solidFill>
                <a:latin typeface="微软雅黑" panose="020B0503020204020204" pitchFamily="34" charset="-122"/>
                <a:ea typeface="微软雅黑" panose="020B0503020204020204" pitchFamily="34" charset="-122"/>
              </a:rPr>
              <a:t>分页的作业地址空间是一维的</a:t>
            </a:r>
            <a:r>
              <a:rPr lang="zh-CN" altLang="en-US" sz="1800" b="1" dirty="0">
                <a:latin typeface="微软雅黑" panose="020B0503020204020204" pitchFamily="34" charset="-122"/>
                <a:ea typeface="微软雅黑" panose="020B0503020204020204" pitchFamily="34" charset="-122"/>
              </a:rPr>
              <a:t>，即单一的线性地址空间，程序员只需利用一个记忆符，即可表示一个地址；</a:t>
            </a:r>
            <a:endParaRPr lang="zh-CN" altLang="en-US" sz="1800" b="1" dirty="0">
              <a:latin typeface="微软雅黑" panose="020B0503020204020204" pitchFamily="34" charset="-122"/>
              <a:ea typeface="微软雅黑" panose="020B0503020204020204" pitchFamily="34" charset="-122"/>
            </a:endParaRPr>
          </a:p>
          <a:p>
            <a:pPr marL="914400" lvl="2" indent="-457200">
              <a:lnSpc>
                <a:spcPct val="150000"/>
              </a:lnSpc>
              <a:spcBef>
                <a:spcPts val="1000"/>
              </a:spcBef>
              <a:buClr>
                <a:srgbClr val="0000FF"/>
              </a:buClr>
              <a:buFont typeface="Wingdings" panose="05000000000000000000" pitchFamily="2" charset="2"/>
              <a:buChar char="Ø"/>
            </a:pPr>
            <a:r>
              <a:rPr lang="zh-CN" altLang="en-US" sz="1800" b="1" dirty="0">
                <a:solidFill>
                  <a:srgbClr val="0000FF"/>
                </a:solidFill>
                <a:latin typeface="微软雅黑" panose="020B0503020204020204" pitchFamily="34" charset="-122"/>
                <a:ea typeface="微软雅黑" panose="020B0503020204020204" pitchFamily="34" charset="-122"/>
              </a:rPr>
              <a:t>分段的作业地址空间则是二维的</a:t>
            </a:r>
            <a:r>
              <a:rPr lang="zh-CN" altLang="en-US" sz="1800" b="1" dirty="0">
                <a:latin typeface="微软雅黑" panose="020B0503020204020204" pitchFamily="34" charset="-122"/>
                <a:ea typeface="微软雅黑" panose="020B0503020204020204" pitchFamily="34" charset="-122"/>
              </a:rPr>
              <a:t>，程序员在标识一个地址时，既需给出段名，又需给出段内地址。</a:t>
            </a:r>
            <a:endParaRPr lang="zh-CN" altLang="en-US" sz="1800" b="1" dirty="0">
              <a:latin typeface="微软雅黑" panose="020B0503020204020204" pitchFamily="34" charset="-122"/>
              <a:ea typeface="微软雅黑" panose="020B0503020204020204" pitchFamily="34" charset="-122"/>
            </a:endParaRPr>
          </a:p>
        </p:txBody>
      </p:sp>
      <p:sp>
        <p:nvSpPr>
          <p:cNvPr id="5" name="标题 1"/>
          <p:cNvSpPr txBox="1"/>
          <p:nvPr/>
        </p:nvSpPr>
        <p:spPr>
          <a:xfrm>
            <a:off x="195580" y="33655"/>
            <a:ext cx="10845165" cy="108140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eaLnBrk="1" hangingPunct="1"/>
            <a:r>
              <a:rPr lang="en-US" altLang="zh-CN" sz="3900" b="1" dirty="0">
                <a:latin typeface="微软雅黑" panose="020B0503020204020204" pitchFamily="34" charset="-122"/>
                <a:ea typeface="微软雅黑" panose="020B0503020204020204" pitchFamily="34" charset="-122"/>
              </a:rPr>
              <a:t>4.6.2 </a:t>
            </a:r>
            <a:r>
              <a:rPr lang="zh-CN" altLang="en-US" sz="3900" b="1" dirty="0">
                <a:latin typeface="微软雅黑" panose="020B0503020204020204" pitchFamily="34" charset="-122"/>
                <a:ea typeface="微软雅黑" panose="020B0503020204020204" pitchFamily="34" charset="-122"/>
              </a:rPr>
              <a:t>分段系统的基本原理</a:t>
            </a:r>
            <a:endParaRPr lang="zh-CN" altLang="en-US" sz="3900" b="1" dirty="0">
              <a:latin typeface="微软雅黑" panose="020B0503020204020204" pitchFamily="34" charset="-122"/>
              <a:ea typeface="微软雅黑" panose="020B0503020204020204" pitchFamily="34" charset="-122"/>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8" name="Rectangle 3"/>
          <p:cNvSpPr>
            <a:spLocks noGrp="1"/>
          </p:cNvSpPr>
          <p:nvPr>
            <p:ph idx="1"/>
          </p:nvPr>
        </p:nvSpPr>
        <p:spPr>
          <a:xfrm>
            <a:off x="407670" y="959485"/>
            <a:ext cx="10887710" cy="5577205"/>
          </a:xfrm>
        </p:spPr>
        <p:txBody>
          <a:bodyPr vert="horz" wrap="square" lIns="91440" tIns="45720" rIns="91440" bIns="45720" anchor="t" anchorCtr="0">
            <a:normAutofit/>
          </a:bodyPr>
          <a:lstStyle/>
          <a:p>
            <a:pPr marL="457200" lvl="1" indent="-457200">
              <a:lnSpc>
                <a:spcPct val="150000"/>
              </a:lnSpc>
              <a:spcBef>
                <a:spcPts val="1000"/>
              </a:spcBef>
              <a:buClr>
                <a:srgbClr val="0000FF"/>
              </a:buClr>
              <a:buFont typeface="Wingdings" panose="05000000000000000000" pitchFamily="2" charset="2"/>
              <a:buChar char="n"/>
            </a:pPr>
            <a:r>
              <a:rPr lang="zh-CN" altLang="en-US" sz="2000" b="1" dirty="0">
                <a:solidFill>
                  <a:srgbClr val="0000FF"/>
                </a:solidFill>
                <a:latin typeface="微软雅黑" panose="020B0503020204020204" pitchFamily="34" charset="-122"/>
                <a:ea typeface="微软雅黑" panose="020B0503020204020204" pitchFamily="34" charset="-122"/>
              </a:rPr>
              <a:t>分页和分段的主要区别</a:t>
            </a:r>
            <a:endParaRPr lang="zh-CN" altLang="en-US" sz="2000" b="1" dirty="0">
              <a:solidFill>
                <a:srgbClr val="0000FF"/>
              </a:solidFill>
              <a:latin typeface="微软雅黑" panose="020B0503020204020204" pitchFamily="34" charset="-122"/>
              <a:ea typeface="微软雅黑" panose="020B0503020204020204" pitchFamily="34" charset="-122"/>
            </a:endParaRPr>
          </a:p>
          <a:p>
            <a:pPr marL="914400" lvl="2" indent="-457200">
              <a:lnSpc>
                <a:spcPct val="150000"/>
              </a:lnSpc>
              <a:spcBef>
                <a:spcPts val="1000"/>
              </a:spcBef>
              <a:buClr>
                <a:srgbClr val="0000FF"/>
              </a:buClr>
              <a:buFont typeface="Wingdings" panose="05000000000000000000" pitchFamily="2" charset="2"/>
              <a:buChar char="Ø"/>
            </a:pPr>
            <a:r>
              <a:rPr lang="zh-CN" altLang="en-US" sz="1800" b="1" dirty="0">
                <a:solidFill>
                  <a:srgbClr val="0000FF"/>
                </a:solidFill>
                <a:latin typeface="微软雅黑" panose="020B0503020204020204" pitchFamily="34" charset="-122"/>
                <a:ea typeface="微软雅黑" panose="020B0503020204020204" pitchFamily="34" charset="-122"/>
              </a:rPr>
              <a:t>分段系统的一个突出优点，是易于实现段的共享，即允许若干个进程共享一个或多个分段，且对段的保护也十分简单易行。</a:t>
            </a:r>
            <a:endParaRPr lang="zh-CN" altLang="en-US" sz="1800" b="1" dirty="0">
              <a:latin typeface="微软雅黑" panose="020B0503020204020204" pitchFamily="34" charset="-122"/>
              <a:ea typeface="微软雅黑" panose="020B0503020204020204" pitchFamily="34" charset="-122"/>
            </a:endParaRPr>
          </a:p>
        </p:txBody>
      </p:sp>
      <p:sp>
        <p:nvSpPr>
          <p:cNvPr id="5" name="标题 1"/>
          <p:cNvSpPr txBox="1"/>
          <p:nvPr/>
        </p:nvSpPr>
        <p:spPr>
          <a:xfrm>
            <a:off x="407670" y="33655"/>
            <a:ext cx="10633075" cy="108140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eaLnBrk="1" hangingPunct="1"/>
            <a:r>
              <a:rPr lang="en-US" altLang="zh-CN" sz="3900" b="1" dirty="0">
                <a:latin typeface="微软雅黑" panose="020B0503020204020204" pitchFamily="34" charset="-122"/>
                <a:ea typeface="微软雅黑" panose="020B0503020204020204" pitchFamily="34" charset="-122"/>
              </a:rPr>
              <a:t>4.6.3 </a:t>
            </a:r>
            <a:r>
              <a:rPr lang="zh-CN" altLang="en-US" sz="3900" b="1" dirty="0">
                <a:latin typeface="微软雅黑" panose="020B0503020204020204" pitchFamily="34" charset="-122"/>
                <a:ea typeface="微软雅黑" panose="020B0503020204020204" pitchFamily="34" charset="-122"/>
              </a:rPr>
              <a:t>信息共享</a:t>
            </a:r>
            <a:endParaRPr lang="zh-CN" altLang="en-US" sz="3900" b="1" dirty="0">
              <a:latin typeface="微软雅黑" panose="020B0503020204020204" pitchFamily="34" charset="-122"/>
              <a:ea typeface="微软雅黑" panose="020B0503020204020204" pitchFamily="34" charset="-122"/>
            </a:endParaRPr>
          </a:p>
        </p:txBody>
      </p:sp>
      <p:pic>
        <p:nvPicPr>
          <p:cNvPr id="3" name="图片 2"/>
          <p:cNvPicPr>
            <a:picLocks noChangeAspect="1"/>
          </p:cNvPicPr>
          <p:nvPr/>
        </p:nvPicPr>
        <p:blipFill>
          <a:blip r:embed="rId1"/>
          <a:stretch>
            <a:fillRect/>
          </a:stretch>
        </p:blipFill>
        <p:spPr>
          <a:xfrm>
            <a:off x="407492" y="2658692"/>
            <a:ext cx="4356215" cy="3877787"/>
          </a:xfrm>
          <a:prstGeom prst="rect">
            <a:avLst/>
          </a:prstGeom>
        </p:spPr>
      </p:pic>
      <p:pic>
        <p:nvPicPr>
          <p:cNvPr id="6" name="图片 5"/>
          <p:cNvPicPr>
            <a:picLocks noChangeAspect="1"/>
          </p:cNvPicPr>
          <p:nvPr/>
        </p:nvPicPr>
        <p:blipFill>
          <a:blip r:embed="rId2"/>
          <a:stretch>
            <a:fillRect/>
          </a:stretch>
        </p:blipFill>
        <p:spPr>
          <a:xfrm>
            <a:off x="5179695" y="2964047"/>
            <a:ext cx="6934200" cy="3267075"/>
          </a:xfrm>
          <a:prstGeom prst="rect">
            <a:avLst/>
          </a:prstGeom>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8" name="Rectangle 3"/>
          <p:cNvSpPr>
            <a:spLocks noGrp="1"/>
          </p:cNvSpPr>
          <p:nvPr>
            <p:ph idx="1"/>
          </p:nvPr>
        </p:nvSpPr>
        <p:spPr>
          <a:xfrm>
            <a:off x="546735" y="959485"/>
            <a:ext cx="10749280" cy="1576705"/>
          </a:xfrm>
        </p:spPr>
        <p:txBody>
          <a:bodyPr vert="horz" wrap="square" lIns="91440" tIns="45720" rIns="91440" bIns="45720" anchor="t" anchorCtr="0">
            <a:normAutofit/>
          </a:bodyPr>
          <a:lstStyle/>
          <a:p>
            <a:pPr marL="457200" lvl="1" indent="-457200">
              <a:lnSpc>
                <a:spcPct val="150000"/>
              </a:lnSpc>
              <a:spcBef>
                <a:spcPts val="1000"/>
              </a:spcBef>
              <a:buClr>
                <a:srgbClr val="0000FF"/>
              </a:buClr>
              <a:buFont typeface="Wingdings" panose="05000000000000000000" pitchFamily="2" charset="2"/>
              <a:buChar char="n"/>
            </a:pPr>
            <a:r>
              <a:rPr lang="zh-CN" altLang="en-US" sz="2000" b="1" dirty="0">
                <a:solidFill>
                  <a:srgbClr val="0000FF"/>
                </a:solidFill>
                <a:latin typeface="微软雅黑" panose="020B0503020204020204" pitchFamily="34" charset="-122"/>
                <a:ea typeface="微软雅黑" panose="020B0503020204020204" pitchFamily="34" charset="-122"/>
              </a:rPr>
              <a:t>基本原理</a:t>
            </a:r>
            <a:endParaRPr lang="en-US" altLang="zh-CN" sz="2000" b="1" dirty="0">
              <a:solidFill>
                <a:srgbClr val="0000FF"/>
              </a:solidFill>
              <a:latin typeface="微软雅黑" panose="020B0503020204020204" pitchFamily="34" charset="-122"/>
              <a:ea typeface="微软雅黑" panose="020B0503020204020204" pitchFamily="34" charset="-122"/>
            </a:endParaRPr>
          </a:p>
          <a:p>
            <a:pPr marL="914400" lvl="2" indent="-457200">
              <a:lnSpc>
                <a:spcPct val="150000"/>
              </a:lnSpc>
              <a:spcBef>
                <a:spcPts val="1000"/>
              </a:spcBef>
              <a:buClr>
                <a:srgbClr val="0000FF"/>
              </a:buClr>
              <a:buFont typeface="Wingdings" panose="05000000000000000000" pitchFamily="2" charset="2"/>
              <a:buChar char="Ø"/>
            </a:pPr>
            <a:r>
              <a:rPr lang="zh-CN" altLang="en-US" b="1" dirty="0">
                <a:latin typeface="微软雅黑" panose="020B0503020204020204" pitchFamily="34" charset="-122"/>
                <a:ea typeface="微软雅黑" panose="020B0503020204020204" pitchFamily="34" charset="-122"/>
              </a:rPr>
              <a:t>分段和分页原理的结合，即先将用户程序分成若干个段，再把每个段分成若干个页，并为每一个段赋予一个段名 </a:t>
            </a:r>
            <a:endParaRPr lang="zh-CN" altLang="en-US" b="1" dirty="0">
              <a:latin typeface="微软雅黑" panose="020B0503020204020204" pitchFamily="34" charset="-122"/>
              <a:ea typeface="微软雅黑" panose="020B0503020204020204" pitchFamily="34" charset="-122"/>
            </a:endParaRPr>
          </a:p>
        </p:txBody>
      </p:sp>
      <p:sp>
        <p:nvSpPr>
          <p:cNvPr id="5" name="标题 1"/>
          <p:cNvSpPr txBox="1"/>
          <p:nvPr/>
        </p:nvSpPr>
        <p:spPr>
          <a:xfrm>
            <a:off x="323850" y="33655"/>
            <a:ext cx="10716895" cy="108140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eaLnBrk="1" hangingPunct="1"/>
            <a:r>
              <a:rPr lang="en-US" altLang="zh-CN" sz="3900" b="1" dirty="0">
                <a:latin typeface="微软雅黑" panose="020B0503020204020204" pitchFamily="34" charset="-122"/>
                <a:ea typeface="微软雅黑" panose="020B0503020204020204" pitchFamily="34" charset="-122"/>
              </a:rPr>
              <a:t>4.6.4 </a:t>
            </a:r>
            <a:r>
              <a:rPr lang="zh-CN" altLang="en-US" sz="3900" b="1" dirty="0">
                <a:latin typeface="微软雅黑" panose="020B0503020204020204" pitchFamily="34" charset="-122"/>
                <a:ea typeface="微软雅黑" panose="020B0503020204020204" pitchFamily="34" charset="-122"/>
              </a:rPr>
              <a:t>段页式存储管理方式</a:t>
            </a:r>
            <a:endParaRPr lang="zh-CN" altLang="en-US" sz="3900" b="1" dirty="0">
              <a:latin typeface="微软雅黑" panose="020B0503020204020204" pitchFamily="34" charset="-122"/>
              <a:ea typeface="微软雅黑" panose="020B0503020204020204" pitchFamily="34" charset="-122"/>
            </a:endParaRPr>
          </a:p>
        </p:txBody>
      </p:sp>
      <p:pic>
        <p:nvPicPr>
          <p:cNvPr id="3" name="图片 2"/>
          <p:cNvPicPr>
            <a:picLocks noChangeAspect="1"/>
          </p:cNvPicPr>
          <p:nvPr/>
        </p:nvPicPr>
        <p:blipFill>
          <a:blip r:embed="rId1"/>
          <a:stretch>
            <a:fillRect/>
          </a:stretch>
        </p:blipFill>
        <p:spPr>
          <a:xfrm>
            <a:off x="2644458" y="2536401"/>
            <a:ext cx="6553200" cy="4210050"/>
          </a:xfrm>
          <a:prstGeom prst="rect">
            <a:avLst/>
          </a:prstGeom>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8" name="Rectangle 3"/>
          <p:cNvSpPr>
            <a:spLocks noGrp="1"/>
          </p:cNvSpPr>
          <p:nvPr>
            <p:ph idx="1"/>
          </p:nvPr>
        </p:nvSpPr>
        <p:spPr>
          <a:xfrm>
            <a:off x="302260" y="959485"/>
            <a:ext cx="11308080" cy="5069205"/>
          </a:xfrm>
        </p:spPr>
        <p:txBody>
          <a:bodyPr vert="horz" wrap="square" lIns="91440" tIns="45720" rIns="91440" bIns="45720" anchor="t" anchorCtr="0">
            <a:normAutofit/>
          </a:bodyPr>
          <a:lstStyle/>
          <a:p>
            <a:pPr marL="457200" lvl="1" indent="-457200">
              <a:lnSpc>
                <a:spcPct val="150000"/>
              </a:lnSpc>
              <a:spcBef>
                <a:spcPts val="1000"/>
              </a:spcBef>
              <a:buClr>
                <a:srgbClr val="0000FF"/>
              </a:buClr>
              <a:buFont typeface="Wingdings" panose="05000000000000000000" pitchFamily="2" charset="2"/>
              <a:buChar char="n"/>
            </a:pPr>
            <a:r>
              <a:rPr lang="zh-CN" altLang="en-US" sz="2000" b="1" dirty="0">
                <a:solidFill>
                  <a:srgbClr val="0000FF"/>
                </a:solidFill>
                <a:latin typeface="微软雅黑" panose="020B0503020204020204" pitchFamily="34" charset="-122"/>
                <a:ea typeface="微软雅黑" panose="020B0503020204020204" pitchFamily="34" charset="-122"/>
              </a:rPr>
              <a:t>基本原理</a:t>
            </a:r>
            <a:endParaRPr lang="zh-CN" altLang="en-US" b="1" dirty="0">
              <a:latin typeface="微软雅黑" panose="020B0503020204020204" pitchFamily="34" charset="-122"/>
              <a:ea typeface="微软雅黑" panose="020B0503020204020204" pitchFamily="34" charset="-122"/>
            </a:endParaRPr>
          </a:p>
        </p:txBody>
      </p:sp>
      <p:sp>
        <p:nvSpPr>
          <p:cNvPr id="5" name="标题 1"/>
          <p:cNvSpPr txBox="1"/>
          <p:nvPr/>
        </p:nvSpPr>
        <p:spPr>
          <a:xfrm>
            <a:off x="227965" y="33655"/>
            <a:ext cx="10812780" cy="108140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eaLnBrk="1" hangingPunct="1"/>
            <a:r>
              <a:rPr lang="en-US" altLang="zh-CN" sz="3900" b="1" dirty="0">
                <a:latin typeface="微软雅黑" panose="020B0503020204020204" pitchFamily="34" charset="-122"/>
                <a:ea typeface="微软雅黑" panose="020B0503020204020204" pitchFamily="34" charset="-122"/>
              </a:rPr>
              <a:t>4.6.4 </a:t>
            </a:r>
            <a:r>
              <a:rPr lang="zh-CN" altLang="en-US" sz="3900" b="1" dirty="0">
                <a:latin typeface="微软雅黑" panose="020B0503020204020204" pitchFamily="34" charset="-122"/>
                <a:ea typeface="微软雅黑" panose="020B0503020204020204" pitchFamily="34" charset="-122"/>
              </a:rPr>
              <a:t>段页式存储管理方式</a:t>
            </a:r>
            <a:endParaRPr lang="zh-CN" altLang="en-US" sz="3900" b="1" dirty="0">
              <a:latin typeface="微软雅黑" panose="020B0503020204020204" pitchFamily="34" charset="-122"/>
              <a:ea typeface="微软雅黑" panose="020B0503020204020204" pitchFamily="34" charset="-122"/>
            </a:endParaRPr>
          </a:p>
        </p:txBody>
      </p:sp>
      <p:pic>
        <p:nvPicPr>
          <p:cNvPr id="4" name="图片 3"/>
          <p:cNvPicPr>
            <a:picLocks noChangeAspect="1"/>
          </p:cNvPicPr>
          <p:nvPr/>
        </p:nvPicPr>
        <p:blipFill>
          <a:blip r:embed="rId1"/>
          <a:stretch>
            <a:fillRect/>
          </a:stretch>
        </p:blipFill>
        <p:spPr>
          <a:xfrm>
            <a:off x="824865" y="1616075"/>
            <a:ext cx="10556240" cy="4996815"/>
          </a:xfrm>
          <a:prstGeom prst="rect">
            <a:avLst/>
          </a:prstGeom>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8" name="Rectangle 3"/>
          <p:cNvSpPr>
            <a:spLocks noGrp="1"/>
          </p:cNvSpPr>
          <p:nvPr>
            <p:ph idx="1"/>
          </p:nvPr>
        </p:nvSpPr>
        <p:spPr>
          <a:xfrm>
            <a:off x="310515" y="959485"/>
            <a:ext cx="11295380" cy="2016760"/>
          </a:xfrm>
        </p:spPr>
        <p:txBody>
          <a:bodyPr vert="horz" wrap="square" lIns="91440" tIns="45720" rIns="91440" bIns="45720" anchor="t" anchorCtr="0">
            <a:normAutofit/>
          </a:bodyPr>
          <a:lstStyle/>
          <a:p>
            <a:pPr marL="457200" lvl="1" indent="-457200">
              <a:lnSpc>
                <a:spcPct val="150000"/>
              </a:lnSpc>
              <a:spcBef>
                <a:spcPts val="1000"/>
              </a:spcBef>
              <a:buClr>
                <a:srgbClr val="0000FF"/>
              </a:buClr>
              <a:buFont typeface="Wingdings" panose="05000000000000000000" pitchFamily="2" charset="2"/>
              <a:buChar char="n"/>
            </a:pPr>
            <a:r>
              <a:rPr lang="zh-CN" altLang="en-US" sz="2000" b="1" dirty="0">
                <a:solidFill>
                  <a:srgbClr val="0000FF"/>
                </a:solidFill>
                <a:latin typeface="微软雅黑" panose="020B0503020204020204" pitchFamily="34" charset="-122"/>
                <a:ea typeface="微软雅黑" panose="020B0503020204020204" pitchFamily="34" charset="-122"/>
              </a:rPr>
              <a:t>地址变换过程</a:t>
            </a:r>
            <a:endParaRPr lang="en-US" altLang="zh-CN" sz="2000" b="1" dirty="0">
              <a:solidFill>
                <a:srgbClr val="0000FF"/>
              </a:solidFill>
              <a:latin typeface="微软雅黑" panose="020B0503020204020204" pitchFamily="34" charset="-122"/>
              <a:ea typeface="微软雅黑" panose="020B0503020204020204" pitchFamily="34" charset="-122"/>
            </a:endParaRPr>
          </a:p>
          <a:p>
            <a:pPr marL="914400" lvl="2" indent="-457200">
              <a:lnSpc>
                <a:spcPct val="150000"/>
              </a:lnSpc>
              <a:spcBef>
                <a:spcPts val="1000"/>
              </a:spcBef>
              <a:buClr>
                <a:srgbClr val="0000FF"/>
              </a:buClr>
              <a:buFont typeface="Wingdings" panose="05000000000000000000" pitchFamily="2" charset="2"/>
              <a:buChar char="Ø"/>
            </a:pPr>
            <a:r>
              <a:rPr lang="zh-CN" altLang="en-US" sz="1800" b="1" dirty="0">
                <a:latin typeface="微软雅黑" panose="020B0503020204020204" pitchFamily="34" charset="-122"/>
                <a:ea typeface="微软雅黑" panose="020B0503020204020204" pitchFamily="34" charset="-122"/>
              </a:rPr>
              <a:t>配置一个段表寄存器，存放段表始址和段表长</a:t>
            </a:r>
            <a:r>
              <a:rPr lang="en-US" altLang="zh-CN" sz="1800" b="1" dirty="0">
                <a:latin typeface="微软雅黑" panose="020B0503020204020204" pitchFamily="34" charset="-122"/>
                <a:ea typeface="微软雅黑" panose="020B0503020204020204" pitchFamily="34" charset="-122"/>
              </a:rPr>
              <a:t>TL</a:t>
            </a:r>
            <a:r>
              <a:rPr lang="zh-CN" altLang="en-US" sz="1800" b="1" dirty="0">
                <a:latin typeface="微软雅黑" panose="020B0503020204020204" pitchFamily="34" charset="-122"/>
                <a:ea typeface="微软雅黑" panose="020B0503020204020204" pitchFamily="34" charset="-122"/>
              </a:rPr>
              <a:t>。首先用段号</a:t>
            </a:r>
            <a:r>
              <a:rPr lang="en-US" altLang="zh-CN" sz="1800" b="1" dirty="0">
                <a:latin typeface="微软雅黑" panose="020B0503020204020204" pitchFamily="34" charset="-122"/>
                <a:ea typeface="微软雅黑" panose="020B0503020204020204" pitchFamily="34" charset="-122"/>
              </a:rPr>
              <a:t>S</a:t>
            </a:r>
            <a:r>
              <a:rPr lang="zh-CN" altLang="en-US" sz="1800" b="1" dirty="0">
                <a:latin typeface="微软雅黑" panose="020B0503020204020204" pitchFamily="34" charset="-122"/>
                <a:ea typeface="微软雅黑" panose="020B0503020204020204" pitchFamily="34" charset="-122"/>
              </a:rPr>
              <a:t>与段表长</a:t>
            </a:r>
            <a:r>
              <a:rPr lang="en-US" altLang="zh-CN" sz="1800" b="1" dirty="0">
                <a:latin typeface="微软雅黑" panose="020B0503020204020204" pitchFamily="34" charset="-122"/>
                <a:ea typeface="微软雅黑" panose="020B0503020204020204" pitchFamily="34" charset="-122"/>
              </a:rPr>
              <a:t>TL</a:t>
            </a:r>
            <a:r>
              <a:rPr lang="zh-CN" altLang="en-US" sz="1800" b="1" dirty="0">
                <a:latin typeface="微软雅黑" panose="020B0503020204020204" pitchFamily="34" charset="-122"/>
                <a:ea typeface="微软雅黑" panose="020B0503020204020204" pitchFamily="34" charset="-122"/>
              </a:rPr>
              <a:t>进行比较。若</a:t>
            </a:r>
            <a:r>
              <a:rPr lang="en-US" altLang="zh-CN" sz="1800" b="1" dirty="0">
                <a:latin typeface="微软雅黑" panose="020B0503020204020204" pitchFamily="34" charset="-122"/>
                <a:ea typeface="微软雅黑" panose="020B0503020204020204" pitchFamily="34" charset="-122"/>
              </a:rPr>
              <a:t>S&lt;TL</a:t>
            </a:r>
            <a:r>
              <a:rPr lang="zh-CN" altLang="en-US" sz="1800" b="1" dirty="0">
                <a:latin typeface="微软雅黑" panose="020B0503020204020204" pitchFamily="34" charset="-122"/>
                <a:ea typeface="微软雅黑" panose="020B0503020204020204" pitchFamily="34" charset="-122"/>
              </a:rPr>
              <a:t>，利用段表始址和段号来求出该段所对应的段表项在段表中的位置，得到该段的页表始址，并利用逻辑地址中的段内页号</a:t>
            </a:r>
            <a:r>
              <a:rPr lang="en-US" altLang="zh-CN" sz="1800" b="1" dirty="0">
                <a:latin typeface="微软雅黑" panose="020B0503020204020204" pitchFamily="34" charset="-122"/>
                <a:ea typeface="微软雅黑" panose="020B0503020204020204" pitchFamily="34" charset="-122"/>
              </a:rPr>
              <a:t>P </a:t>
            </a:r>
            <a:r>
              <a:rPr lang="zh-CN" altLang="en-US" sz="1800" b="1" dirty="0">
                <a:latin typeface="微软雅黑" panose="020B0503020204020204" pitchFamily="34" charset="-122"/>
                <a:ea typeface="微软雅黑" panose="020B0503020204020204" pitchFamily="34" charset="-122"/>
              </a:rPr>
              <a:t>来获得对应页的页表项位置，得到物理块号</a:t>
            </a:r>
            <a:r>
              <a:rPr lang="en-US" altLang="zh-CN" sz="1800" b="1" dirty="0">
                <a:latin typeface="微软雅黑" panose="020B0503020204020204" pitchFamily="34" charset="-122"/>
                <a:ea typeface="微软雅黑" panose="020B0503020204020204" pitchFamily="34" charset="-122"/>
              </a:rPr>
              <a:t>b</a:t>
            </a:r>
            <a:r>
              <a:rPr lang="zh-CN" altLang="en-US" sz="1800" b="1" dirty="0">
                <a:latin typeface="微软雅黑" panose="020B0503020204020204" pitchFamily="34" charset="-122"/>
                <a:ea typeface="微软雅黑" panose="020B0503020204020204" pitchFamily="34" charset="-122"/>
              </a:rPr>
              <a:t>，再用块号</a:t>
            </a:r>
            <a:r>
              <a:rPr lang="en-US" altLang="zh-CN" sz="1800" b="1" dirty="0">
                <a:latin typeface="微软雅黑" panose="020B0503020204020204" pitchFamily="34" charset="-122"/>
                <a:ea typeface="微软雅黑" panose="020B0503020204020204" pitchFamily="34" charset="-122"/>
              </a:rPr>
              <a:t>b</a:t>
            </a:r>
            <a:r>
              <a:rPr lang="zh-CN" altLang="en-US" sz="1800" b="1" dirty="0">
                <a:latin typeface="微软雅黑" panose="020B0503020204020204" pitchFamily="34" charset="-122"/>
                <a:ea typeface="微软雅黑" panose="020B0503020204020204" pitchFamily="34" charset="-122"/>
              </a:rPr>
              <a:t>和页内地址来构成物理地址</a:t>
            </a:r>
            <a:endParaRPr lang="zh-CN" altLang="en-US" sz="1800" b="1" dirty="0">
              <a:latin typeface="微软雅黑" panose="020B0503020204020204" pitchFamily="34" charset="-122"/>
              <a:ea typeface="微软雅黑" panose="020B0503020204020204" pitchFamily="34" charset="-122"/>
            </a:endParaRPr>
          </a:p>
        </p:txBody>
      </p:sp>
      <p:sp>
        <p:nvSpPr>
          <p:cNvPr id="5" name="标题 1"/>
          <p:cNvSpPr txBox="1"/>
          <p:nvPr/>
        </p:nvSpPr>
        <p:spPr>
          <a:xfrm>
            <a:off x="311150" y="33655"/>
            <a:ext cx="10729595" cy="108140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eaLnBrk="1" hangingPunct="1"/>
            <a:r>
              <a:rPr lang="en-US" altLang="zh-CN" sz="3900" b="1" dirty="0">
                <a:latin typeface="微软雅黑" panose="020B0503020204020204" pitchFamily="34" charset="-122"/>
                <a:ea typeface="微软雅黑" panose="020B0503020204020204" pitchFamily="34" charset="-122"/>
              </a:rPr>
              <a:t>4.6.4 </a:t>
            </a:r>
            <a:r>
              <a:rPr lang="zh-CN" altLang="en-US" sz="3900" b="1" dirty="0">
                <a:latin typeface="微软雅黑" panose="020B0503020204020204" pitchFamily="34" charset="-122"/>
                <a:ea typeface="微软雅黑" panose="020B0503020204020204" pitchFamily="34" charset="-122"/>
              </a:rPr>
              <a:t>段页式存储管理方式</a:t>
            </a:r>
            <a:endParaRPr lang="zh-CN" altLang="en-US" sz="3900" b="1" dirty="0">
              <a:latin typeface="微软雅黑" panose="020B0503020204020204" pitchFamily="34" charset="-122"/>
              <a:ea typeface="微软雅黑" panose="020B0503020204020204" pitchFamily="34" charset="-122"/>
            </a:endParaRPr>
          </a:p>
        </p:txBody>
      </p:sp>
      <p:pic>
        <p:nvPicPr>
          <p:cNvPr id="4" name="图片 3"/>
          <p:cNvPicPr>
            <a:picLocks noChangeAspect="1"/>
          </p:cNvPicPr>
          <p:nvPr/>
        </p:nvPicPr>
        <p:blipFill>
          <a:blip r:embed="rId1"/>
          <a:stretch>
            <a:fillRect/>
          </a:stretch>
        </p:blipFill>
        <p:spPr>
          <a:xfrm>
            <a:off x="1974215" y="2898775"/>
            <a:ext cx="8601075" cy="3881120"/>
          </a:xfrm>
          <a:prstGeom prst="rect">
            <a:avLst/>
          </a:prstGeom>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组合 7"/>
          <p:cNvGrpSpPr/>
          <p:nvPr/>
        </p:nvGrpSpPr>
        <p:grpSpPr>
          <a:xfrm>
            <a:off x="0" y="0"/>
            <a:ext cx="12192635" cy="6857365"/>
            <a:chOff x="390232" y="286325"/>
            <a:chExt cx="11411536" cy="5973226"/>
          </a:xfrm>
        </p:grpSpPr>
        <p:pic>
          <p:nvPicPr>
            <p:cNvPr id="3074" name="Picture 2" descr="Practical or Theory: What Makes You Pro After Bachelor in Technology? -  Sharda University Blo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flipH="1">
              <a:off x="390232" y="286325"/>
              <a:ext cx="11411536" cy="5973226"/>
            </a:xfrm>
            <a:prstGeom prst="rect">
              <a:avLst/>
            </a:prstGeom>
            <a:noFill/>
            <a:extLst>
              <a:ext uri="{909E8E84-426E-40DD-AFC4-6F175D3DCCD1}">
                <a14:hiddenFill xmlns:a14="http://schemas.microsoft.com/office/drawing/2010/main">
                  <a:solidFill>
                    <a:srgbClr val="FFFFFF"/>
                  </a:solidFill>
                </a14:hiddenFill>
              </a:ext>
            </a:extLst>
          </p:spPr>
        </p:pic>
        <p:pic>
          <p:nvPicPr>
            <p:cNvPr id="4" name="图片 3"/>
            <p:cNvPicPr>
              <a:picLocks noChangeAspect="1"/>
            </p:cNvPicPr>
            <p:nvPr/>
          </p:nvPicPr>
          <p:blipFill>
            <a:blip r:embed="rId2"/>
            <a:stretch>
              <a:fillRect/>
            </a:stretch>
          </p:blipFill>
          <p:spPr>
            <a:xfrm>
              <a:off x="1465573" y="954843"/>
              <a:ext cx="2822522" cy="989089"/>
            </a:xfrm>
            <a:prstGeom prst="rect">
              <a:avLst/>
            </a:prstGeom>
          </p:spPr>
        </p:pic>
        <p:pic>
          <p:nvPicPr>
            <p:cNvPr id="6" name="图片 5"/>
            <p:cNvPicPr>
              <a:picLocks noChangeAspect="1"/>
            </p:cNvPicPr>
            <p:nvPr/>
          </p:nvPicPr>
          <p:blipFill>
            <a:blip r:embed="rId3"/>
            <a:stretch>
              <a:fillRect/>
            </a:stretch>
          </p:blipFill>
          <p:spPr>
            <a:xfrm>
              <a:off x="7684258" y="873125"/>
              <a:ext cx="3677984" cy="1267909"/>
            </a:xfrm>
            <a:prstGeom prst="rect">
              <a:avLst/>
            </a:prstGeom>
          </p:spPr>
        </p:pic>
        <p:sp>
          <p:nvSpPr>
            <p:cNvPr id="7" name="文本框 6"/>
            <p:cNvSpPr txBox="1"/>
            <p:nvPr/>
          </p:nvSpPr>
          <p:spPr>
            <a:xfrm>
              <a:off x="1316039" y="1369568"/>
              <a:ext cx="3162739" cy="615631"/>
            </a:xfrm>
            <a:prstGeom prst="rect">
              <a:avLst/>
            </a:prstGeom>
            <a:noFill/>
          </p:spPr>
          <p:txBody>
            <a:bodyPr wrap="square" rtlCol="0">
              <a:spAutoFit/>
            </a:bodyPr>
            <a:lstStyle/>
            <a:p>
              <a:r>
                <a:rPr lang="en-US" altLang="zh-CN" sz="4000" b="1" dirty="0">
                  <a:solidFill>
                    <a:srgbClr val="FFDB53"/>
                  </a:solidFill>
                  <a:latin typeface="Arial Black" panose="020B0A04020102020204" pitchFamily="34" charset="0"/>
                  <a:cs typeface="Times New Roman" panose="02020503050405090304" pitchFamily="18" charset="0"/>
                </a:rPr>
                <a:t>THEORY</a:t>
              </a:r>
              <a:endParaRPr lang="zh-CN" altLang="en-US" sz="4000" b="1" dirty="0">
                <a:solidFill>
                  <a:srgbClr val="FFDB53"/>
                </a:solidFill>
                <a:latin typeface="Arial Black" panose="020B0A04020102020204" pitchFamily="34" charset="0"/>
                <a:cs typeface="Times New Roman" panose="02020503050405090304" pitchFamily="18" charset="0"/>
              </a:endParaRPr>
            </a:p>
          </p:txBody>
        </p:sp>
        <p:sp>
          <p:nvSpPr>
            <p:cNvPr id="10" name="文本框 9"/>
            <p:cNvSpPr txBox="1"/>
            <p:nvPr/>
          </p:nvSpPr>
          <p:spPr>
            <a:xfrm>
              <a:off x="7491854" y="1369568"/>
              <a:ext cx="4273779" cy="615631"/>
            </a:xfrm>
            <a:prstGeom prst="rect">
              <a:avLst/>
            </a:prstGeom>
            <a:noFill/>
          </p:spPr>
          <p:txBody>
            <a:bodyPr wrap="square" rtlCol="0">
              <a:spAutoFit/>
            </a:bodyPr>
            <a:lstStyle/>
            <a:p>
              <a:r>
                <a:rPr lang="en-US" altLang="zh-CN" sz="4000" b="1" dirty="0">
                  <a:solidFill>
                    <a:srgbClr val="FFDB53"/>
                  </a:solidFill>
                  <a:latin typeface="Arial Black" panose="020B0A04020102020204" pitchFamily="34" charset="0"/>
                  <a:cs typeface="Times New Roman" panose="02020503050405090304" pitchFamily="18" charset="0"/>
                </a:rPr>
                <a:t>PRACTICAL</a:t>
              </a:r>
              <a:endParaRPr lang="zh-CN" altLang="en-US" sz="4000" b="1" dirty="0">
                <a:solidFill>
                  <a:srgbClr val="FFDB53"/>
                </a:solidFill>
                <a:latin typeface="Arial Black" panose="020B0A04020102020204" pitchFamily="34" charset="0"/>
                <a:cs typeface="Times New Roman" panose="02020503050405090304" pitchFamily="18" charset="0"/>
              </a:endParaRPr>
            </a:p>
          </p:txBody>
        </p:sp>
      </p:grpSp>
      <p:sp>
        <p:nvSpPr>
          <p:cNvPr id="2" name="灯片编号占位符 1"/>
          <p:cNvSpPr>
            <a:spLocks noGrp="1"/>
          </p:cNvSpPr>
          <p:nvPr>
            <p:ph type="sldNum" sz="quarter" idx="12"/>
          </p:nvPr>
        </p:nvSpPr>
        <p:spPr/>
        <p:txBody>
          <a:bodyPr/>
          <a:lstStyle/>
          <a:p>
            <a:fld id="{0D4EF626-F2E7-47E8-A3E5-EAE9C4555C6D}" type="slidenum">
              <a:rPr lang="zh-CN" altLang="en-US" smtClean="0"/>
            </a:fld>
            <a:endParaRPr lang="zh-CN" altLang="en-US"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1"/>
          <a:stretch>
            <a:fillRect/>
          </a:stretch>
        </p:blipFill>
        <p:spPr>
          <a:xfrm>
            <a:off x="382905" y="288925"/>
            <a:ext cx="10599420" cy="2185670"/>
          </a:xfrm>
          <a:prstGeom prst="rect">
            <a:avLst/>
          </a:prstGeom>
        </p:spPr>
      </p:pic>
      <p:pic>
        <p:nvPicPr>
          <p:cNvPr id="2" name="图片 1"/>
          <p:cNvPicPr>
            <a:picLocks noChangeAspect="1"/>
          </p:cNvPicPr>
          <p:nvPr/>
        </p:nvPicPr>
        <p:blipFill>
          <a:blip r:embed="rId2"/>
          <a:stretch>
            <a:fillRect/>
          </a:stretch>
        </p:blipFill>
        <p:spPr>
          <a:xfrm>
            <a:off x="483914" y="2714963"/>
            <a:ext cx="8133074" cy="569423"/>
          </a:xfrm>
          <a:prstGeom prst="rect">
            <a:avLst/>
          </a:prstGeom>
        </p:spPr>
      </p:pic>
      <p:sp>
        <p:nvSpPr>
          <p:cNvPr id="7" name="矩形 6"/>
          <p:cNvSpPr/>
          <p:nvPr/>
        </p:nvSpPr>
        <p:spPr>
          <a:xfrm>
            <a:off x="756920" y="1021715"/>
            <a:ext cx="276860" cy="282575"/>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9" name="图片 8"/>
          <p:cNvPicPr>
            <a:picLocks noChangeAspect="1"/>
          </p:cNvPicPr>
          <p:nvPr/>
        </p:nvPicPr>
        <p:blipFill>
          <a:blip r:embed="rId3"/>
          <a:stretch>
            <a:fillRect/>
          </a:stretch>
        </p:blipFill>
        <p:spPr>
          <a:xfrm>
            <a:off x="622300" y="967740"/>
            <a:ext cx="5967730" cy="391795"/>
          </a:xfrm>
          <a:prstGeom prst="rect">
            <a:avLst/>
          </a:prstGeom>
        </p:spPr>
      </p:pic>
      <p:pic>
        <p:nvPicPr>
          <p:cNvPr id="13" name="图片 12"/>
          <p:cNvPicPr>
            <a:picLocks noChangeAspect="1"/>
          </p:cNvPicPr>
          <p:nvPr/>
        </p:nvPicPr>
        <p:blipFill>
          <a:blip r:embed="rId4"/>
          <a:stretch>
            <a:fillRect/>
          </a:stretch>
        </p:blipFill>
        <p:spPr>
          <a:xfrm>
            <a:off x="400050" y="3863975"/>
            <a:ext cx="10321925" cy="1297305"/>
          </a:xfrm>
          <a:prstGeom prst="rect">
            <a:avLst/>
          </a:prstGeom>
        </p:spPr>
      </p:pic>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Rectangle 2"/>
          <p:cNvSpPr>
            <a:spLocks noChangeArrowheads="1"/>
          </p:cNvSpPr>
          <p:nvPr/>
        </p:nvSpPr>
        <p:spPr bwMode="auto">
          <a:xfrm>
            <a:off x="396875" y="198120"/>
            <a:ext cx="11401425" cy="2153285"/>
          </a:xfrm>
          <a:prstGeom prst="rect">
            <a:avLst/>
          </a:prstGeom>
          <a:noFill/>
          <a:ln w="9525" algn="ctr">
            <a:noFill/>
            <a:miter lim="800000"/>
          </a:ln>
          <a:effectLst/>
        </p:spPr>
        <p:txBody>
          <a:bodyPr vert="horz" wrap="square" lIns="90000" tIns="46800" rIns="90000" bIns="46800" numCol="1" anchor="t" anchorCtr="0" compatLnSpc="1">
            <a:spAutoFit/>
          </a:bodyPr>
          <a:lstStyle/>
          <a:p>
            <a:pPr lvl="0" algn="l" latinLnBrk="0">
              <a:lnSpc>
                <a:spcPts val="3380"/>
              </a:lnSpc>
              <a:spcBef>
                <a:spcPts val="950"/>
              </a:spcBef>
              <a:spcAft>
                <a:spcPts val="325"/>
              </a:spcAft>
            </a:pPr>
            <a:r>
              <a:rPr kumimoji="0" lang="zh-CN" altLang="en-US" sz="2400" b="1" dirty="0">
                <a:solidFill>
                  <a:srgbClr val="004080"/>
                </a:solidFill>
                <a:latin typeface="华文楷体" panose="02010600040101010101" charset="-122"/>
                <a:ea typeface="华文楷体" panose="02010600040101010101" charset="-122"/>
              </a:rPr>
              <a:t>如果一个分页系统的页表存放在内存。</a:t>
            </a:r>
            <a:endParaRPr kumimoji="0" lang="zh-CN" altLang="en-US" sz="2400" b="1" dirty="0">
              <a:solidFill>
                <a:srgbClr val="004080"/>
              </a:solidFill>
              <a:latin typeface="华文楷体" panose="02010600040101010101" charset="-122"/>
              <a:ea typeface="华文楷体" panose="02010600040101010101" charset="-122"/>
            </a:endParaRPr>
          </a:p>
          <a:p>
            <a:pPr lvl="0" algn="l" latinLnBrk="0">
              <a:lnSpc>
                <a:spcPts val="3380"/>
              </a:lnSpc>
              <a:spcBef>
                <a:spcPts val="950"/>
              </a:spcBef>
              <a:spcAft>
                <a:spcPts val="325"/>
              </a:spcAft>
            </a:pPr>
            <a:r>
              <a:rPr kumimoji="0" lang="zh-CN" altLang="en-US" sz="2400" b="1" dirty="0">
                <a:solidFill>
                  <a:srgbClr val="004080"/>
                </a:solidFill>
                <a:latin typeface="华文楷体" panose="02010600040101010101" charset="-122"/>
                <a:ea typeface="华文楷体" panose="02010600040101010101" charset="-122"/>
              </a:rPr>
              <a:t>（</a:t>
            </a:r>
            <a:r>
              <a:rPr kumimoji="0" lang="en-US" altLang="zh-CN" sz="2400" b="1" dirty="0">
                <a:solidFill>
                  <a:srgbClr val="004080"/>
                </a:solidFill>
                <a:latin typeface="华文楷体" panose="02010600040101010101" charset="-122"/>
                <a:ea typeface="华文楷体" panose="02010600040101010101" charset="-122"/>
              </a:rPr>
              <a:t>1</a:t>
            </a:r>
            <a:r>
              <a:rPr kumimoji="0" lang="zh-CN" altLang="en-US" sz="2400" b="1" dirty="0">
                <a:solidFill>
                  <a:srgbClr val="004080"/>
                </a:solidFill>
                <a:latin typeface="华文楷体" panose="02010600040101010101" charset="-122"/>
                <a:ea typeface="华文楷体" panose="02010600040101010101" charset="-122"/>
              </a:rPr>
              <a:t>）若对内存的一次存取需要</a:t>
            </a:r>
            <a:r>
              <a:rPr kumimoji="0" lang="en-US" altLang="zh-CN" sz="2400" b="1" dirty="0">
                <a:solidFill>
                  <a:srgbClr val="004080"/>
                </a:solidFill>
                <a:latin typeface="华文楷体" panose="02010600040101010101" charset="-122"/>
                <a:ea typeface="华文楷体" panose="02010600040101010101" charset="-122"/>
              </a:rPr>
              <a:t>1.2s</a:t>
            </a:r>
            <a:r>
              <a:rPr kumimoji="0" lang="zh-CN" altLang="en-US" sz="2400" b="1" dirty="0">
                <a:solidFill>
                  <a:srgbClr val="004080"/>
                </a:solidFill>
                <a:latin typeface="华文楷体" panose="02010600040101010101" charset="-122"/>
                <a:ea typeface="华文楷体" panose="02010600040101010101" charset="-122"/>
              </a:rPr>
              <a:t>，请问一次页面访问的存取需要花多少时间？</a:t>
            </a:r>
            <a:endParaRPr kumimoji="0" lang="zh-CN" altLang="en-US" sz="2400" b="1" dirty="0">
              <a:solidFill>
                <a:srgbClr val="004080"/>
              </a:solidFill>
              <a:latin typeface="华文楷体" panose="02010600040101010101" charset="-122"/>
              <a:ea typeface="华文楷体" panose="02010600040101010101" charset="-122"/>
            </a:endParaRPr>
          </a:p>
          <a:p>
            <a:pPr lvl="0" algn="l" latinLnBrk="0">
              <a:lnSpc>
                <a:spcPts val="3380"/>
              </a:lnSpc>
              <a:spcBef>
                <a:spcPts val="950"/>
              </a:spcBef>
              <a:spcAft>
                <a:spcPts val="325"/>
              </a:spcAft>
            </a:pPr>
            <a:r>
              <a:rPr kumimoji="0" lang="zh-CN" altLang="en-US" sz="2400" b="1" dirty="0">
                <a:solidFill>
                  <a:srgbClr val="004080"/>
                </a:solidFill>
                <a:latin typeface="华文楷体" panose="02010600040101010101" charset="-122"/>
                <a:ea typeface="华文楷体" panose="02010600040101010101" charset="-122"/>
              </a:rPr>
              <a:t>（</a:t>
            </a:r>
            <a:r>
              <a:rPr kumimoji="0" lang="en-US" altLang="zh-CN" sz="2400" b="1" dirty="0">
                <a:solidFill>
                  <a:srgbClr val="004080"/>
                </a:solidFill>
                <a:latin typeface="华文楷体" panose="02010600040101010101" charset="-122"/>
                <a:ea typeface="华文楷体" panose="02010600040101010101" charset="-122"/>
              </a:rPr>
              <a:t>2</a:t>
            </a:r>
            <a:r>
              <a:rPr kumimoji="0" lang="zh-CN" altLang="en-US" sz="2400" b="1" dirty="0">
                <a:solidFill>
                  <a:srgbClr val="004080"/>
                </a:solidFill>
                <a:latin typeface="华文楷体" panose="02010600040101010101" charset="-122"/>
                <a:ea typeface="华文楷体" panose="02010600040101010101" charset="-122"/>
              </a:rPr>
              <a:t>）若系统配置了联想寄存器，对快表的命中率为</a:t>
            </a:r>
            <a:r>
              <a:rPr kumimoji="0" lang="en-US" altLang="zh-CN" sz="2400" b="1" dirty="0">
                <a:solidFill>
                  <a:srgbClr val="004080"/>
                </a:solidFill>
                <a:latin typeface="华文楷体" panose="02010600040101010101" charset="-122"/>
                <a:ea typeface="华文楷体" panose="02010600040101010101" charset="-122"/>
              </a:rPr>
              <a:t>70%</a:t>
            </a:r>
            <a:r>
              <a:rPr kumimoji="0" lang="zh-CN" altLang="en-US" sz="2400" b="1" dirty="0">
                <a:solidFill>
                  <a:srgbClr val="004080"/>
                </a:solidFill>
                <a:latin typeface="华文楷体" panose="02010600040101010101" charset="-122"/>
                <a:ea typeface="华文楷体" panose="02010600040101010101" charset="-122"/>
              </a:rPr>
              <a:t>，假如查询联想寄存器的时间忽略不计，请问实现一次页面访问的存取时间是多少？</a:t>
            </a:r>
            <a:endParaRPr kumimoji="0" lang="zh-CN" altLang="en-US" sz="2400" b="1" dirty="0">
              <a:solidFill>
                <a:srgbClr val="004080"/>
              </a:solidFill>
              <a:latin typeface="华文楷体" panose="02010600040101010101" charset="-122"/>
              <a:ea typeface="华文楷体" panose="02010600040101010101" charset="-122"/>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1"/>
          <p:cNvGrpSpPr/>
          <p:nvPr/>
        </p:nvGrpSpPr>
        <p:grpSpPr bwMode="auto">
          <a:xfrm>
            <a:off x="290830" y="1024255"/>
            <a:ext cx="11585575" cy="360045"/>
            <a:chOff x="0" y="418"/>
            <a:chExt cx="5760" cy="227"/>
          </a:xfrm>
        </p:grpSpPr>
        <p:pic>
          <p:nvPicPr>
            <p:cNvPr id="4113" name="Picture 12"/>
            <p:cNvPicPr>
              <a:picLocks noChangeAspect="1" noChangeArrowheads="1"/>
            </p:cNvPicPr>
            <p:nvPr/>
          </p:nvPicPr>
          <p:blipFill>
            <a:blip r:embed="rId1" cstate="print"/>
            <a:srcRect l="7150" t="813"/>
            <a:stretch>
              <a:fillRect/>
            </a:stretch>
          </p:blipFill>
          <p:spPr bwMode="auto">
            <a:xfrm>
              <a:off x="0" y="458"/>
              <a:ext cx="5760" cy="163"/>
            </a:xfrm>
            <a:prstGeom prst="rect">
              <a:avLst/>
            </a:prstGeom>
            <a:noFill/>
            <a:ln w="6350">
              <a:noFill/>
              <a:miter lim="800000"/>
              <a:headEnd/>
              <a:tailEnd/>
            </a:ln>
          </p:spPr>
        </p:pic>
        <p:sp>
          <p:nvSpPr>
            <p:cNvPr id="4114" name="Rectangle 13"/>
            <p:cNvSpPr>
              <a:spLocks noChangeArrowheads="1"/>
            </p:cNvSpPr>
            <p:nvPr/>
          </p:nvSpPr>
          <p:spPr bwMode="auto">
            <a:xfrm>
              <a:off x="3078" y="418"/>
              <a:ext cx="2577" cy="227"/>
            </a:xfrm>
            <a:prstGeom prst="rect">
              <a:avLst/>
            </a:prstGeom>
            <a:noFill/>
            <a:ln w="6350">
              <a:noFill/>
              <a:miter lim="800000"/>
            </a:ln>
          </p:spPr>
          <p:txBody>
            <a:bodyPr wrap="none" lIns="90000" tIns="46800" rIns="90000" bIns="46800" anchor="ctr"/>
            <a:lstStyle/>
            <a:p>
              <a:r>
                <a:rPr lang="en-US" altLang="zh-CN" sz="1700" b="1" dirty="0">
                  <a:solidFill>
                    <a:schemeClr val="bg1"/>
                  </a:solidFill>
                  <a:latin typeface="微软雅黑" panose="020B0503020204020204" pitchFamily="34" charset="-122"/>
                  <a:ea typeface="微软雅黑" panose="020B0503020204020204" pitchFamily="34" charset="-122"/>
                </a:rPr>
                <a:t>OPERATING SYSTEM</a:t>
              </a:r>
              <a:endParaRPr lang="en-US" altLang="zh-CN" sz="1700" b="1" dirty="0">
                <a:solidFill>
                  <a:schemeClr val="bg1"/>
                </a:solidFill>
                <a:latin typeface="微软雅黑" panose="020B0503020204020204" pitchFamily="34" charset="-122"/>
                <a:ea typeface="微软雅黑" panose="020B0503020204020204" pitchFamily="34" charset="-122"/>
              </a:endParaRPr>
            </a:p>
          </p:txBody>
        </p:sp>
      </p:grpSp>
      <p:sp>
        <p:nvSpPr>
          <p:cNvPr id="33" name="Rectangle 2"/>
          <p:cNvSpPr>
            <a:spLocks noGrp="1" noChangeArrowheads="1"/>
          </p:cNvSpPr>
          <p:nvPr>
            <p:ph type="title"/>
          </p:nvPr>
        </p:nvSpPr>
        <p:spPr bwMode="auto">
          <a:xfrm>
            <a:off x="354965" y="487045"/>
            <a:ext cx="7169785" cy="552450"/>
          </a:xfrm>
          <a:solidFill>
            <a:srgbClr val="FFFFFF"/>
          </a:solidFill>
          <a:ln>
            <a:miter lim="800000"/>
          </a:ln>
        </p:spPr>
        <p:txBody>
          <a:bodyPr vert="horz" wrap="square" lIns="91440" tIns="45720" rIns="91440" bIns="45720" numCol="1" anchor="t" anchorCtr="0" compatLnSpc="1">
            <a:normAutofit/>
          </a:bodyPr>
          <a:lstStyle/>
          <a:p>
            <a:pPr algn="l"/>
            <a:r>
              <a:rPr lang="zh-CN" altLang="en-US" sz="3200" b="1" dirty="0">
                <a:latin typeface="华文楷体" panose="02010600040101010101" charset="-122"/>
                <a:ea typeface="华文楷体" panose="02010600040101010101" charset="-122"/>
                <a:cs typeface="Vijaya" pitchFamily="34" charset="0"/>
              </a:rPr>
              <a:t>本章例题</a:t>
            </a:r>
            <a:endParaRPr lang="zh-CN" altLang="en-US" sz="3200" b="1" dirty="0">
              <a:latin typeface="华文楷体" panose="02010600040101010101" charset="-122"/>
              <a:ea typeface="华文楷体" panose="02010600040101010101" charset="-122"/>
              <a:cs typeface="Vijaya" pitchFamily="34" charset="0"/>
            </a:endParaRPr>
          </a:p>
        </p:txBody>
      </p:sp>
      <p:sp>
        <p:nvSpPr>
          <p:cNvPr id="15" name="Rectangle 3"/>
          <p:cNvSpPr txBox="1">
            <a:spLocks noChangeArrowheads="1"/>
          </p:cNvSpPr>
          <p:nvPr/>
        </p:nvSpPr>
        <p:spPr>
          <a:xfrm>
            <a:off x="409575" y="1571625"/>
            <a:ext cx="11466830" cy="1135380"/>
          </a:xfrm>
          <a:prstGeom prst="rect">
            <a:avLst/>
          </a:prstGeom>
          <a:solidFill>
            <a:srgbClr val="336699"/>
          </a:solidFill>
          <a:ln w="28575">
            <a:solidFill>
              <a:srgbClr val="FFC000"/>
            </a:solidFill>
            <a:miter lim="800000"/>
          </a:ln>
          <a:effectLst/>
          <a:scene3d>
            <a:camera prst="orthographicFront"/>
            <a:lightRig rig="threePt" dir="t"/>
          </a:scene3d>
          <a:sp3d>
            <a:bevelT/>
          </a:sp3d>
        </p:spPr>
        <p:txBody>
          <a:bodyPr/>
          <a:lstStyle/>
          <a:p>
            <a:pPr marL="12700" indent="-12700" algn="just" eaLnBrk="0" hangingPunct="0">
              <a:lnSpc>
                <a:spcPct val="130000"/>
              </a:lnSpc>
              <a:buClr>
                <a:srgbClr val="33CCFF"/>
              </a:buClr>
              <a:tabLst>
                <a:tab pos="88900" algn="l"/>
              </a:tabLst>
            </a:pPr>
            <a:r>
              <a:rPr lang="zh-CN" altLang="en-US" sz="2400" b="1" dirty="0">
                <a:solidFill>
                  <a:schemeClr val="bg1"/>
                </a:solidFill>
                <a:latin typeface="华文楷体" panose="02010600040101010101" charset="-122"/>
                <a:ea typeface="华文楷体" panose="02010600040101010101" charset="-122"/>
                <a:sym typeface="Arial" panose="020B0604020202090204" pitchFamily="34" charset="0"/>
              </a:rPr>
              <a:t>在分页存储管理系统中，有一作业大小为</a:t>
            </a:r>
            <a:r>
              <a:rPr lang="en-US" altLang="zh-CN" sz="2400" b="1" dirty="0">
                <a:solidFill>
                  <a:schemeClr val="bg1"/>
                </a:solidFill>
                <a:latin typeface="华文楷体" panose="02010600040101010101" charset="-122"/>
                <a:ea typeface="华文楷体" panose="02010600040101010101" charset="-122"/>
                <a:sym typeface="Arial" panose="020B0604020202090204" pitchFamily="34" charset="0"/>
              </a:rPr>
              <a:t>4</a:t>
            </a:r>
            <a:r>
              <a:rPr lang="zh-CN" altLang="en-US" sz="2400" b="1" dirty="0">
                <a:solidFill>
                  <a:schemeClr val="bg1"/>
                </a:solidFill>
                <a:latin typeface="华文楷体" panose="02010600040101010101" charset="-122"/>
                <a:ea typeface="华文楷体" panose="02010600040101010101" charset="-122"/>
                <a:sym typeface="Arial" panose="020B0604020202090204" pitchFamily="34" charset="0"/>
              </a:rPr>
              <a:t>页，页长为</a:t>
            </a:r>
            <a:r>
              <a:rPr lang="en-US" altLang="zh-CN" sz="2400" b="1" dirty="0">
                <a:solidFill>
                  <a:schemeClr val="bg1"/>
                </a:solidFill>
                <a:latin typeface="华文楷体" panose="02010600040101010101" charset="-122"/>
                <a:ea typeface="华文楷体" panose="02010600040101010101" charset="-122"/>
                <a:sym typeface="Arial" panose="020B0604020202090204" pitchFamily="34" charset="0"/>
              </a:rPr>
              <a:t>2K</a:t>
            </a:r>
            <a:r>
              <a:rPr lang="zh-CN" altLang="en-US" sz="2400" b="1" dirty="0">
                <a:solidFill>
                  <a:schemeClr val="bg1"/>
                </a:solidFill>
                <a:latin typeface="华文楷体" panose="02010600040101010101" charset="-122"/>
                <a:ea typeface="华文楷体" panose="02010600040101010101" charset="-122"/>
                <a:sym typeface="Arial" panose="020B0604020202090204" pitchFamily="34" charset="0"/>
              </a:rPr>
              <a:t>，页表如下，试借助地址变换图（即要求画出地址变换图）求出逻辑地址</a:t>
            </a:r>
            <a:r>
              <a:rPr lang="en-US" altLang="zh-CN" sz="2400" b="1" dirty="0">
                <a:solidFill>
                  <a:schemeClr val="bg1"/>
                </a:solidFill>
                <a:latin typeface="华文楷体" panose="02010600040101010101" charset="-122"/>
                <a:ea typeface="华文楷体" panose="02010600040101010101" charset="-122"/>
                <a:sym typeface="Arial" panose="020B0604020202090204" pitchFamily="34" charset="0"/>
              </a:rPr>
              <a:t>4635</a:t>
            </a:r>
            <a:r>
              <a:rPr lang="zh-CN" altLang="en-US" sz="2400" b="1" dirty="0">
                <a:solidFill>
                  <a:schemeClr val="bg1"/>
                </a:solidFill>
                <a:latin typeface="华文楷体" panose="02010600040101010101" charset="-122"/>
                <a:ea typeface="华文楷体" panose="02010600040101010101" charset="-122"/>
                <a:sym typeface="Arial" panose="020B0604020202090204" pitchFamily="34" charset="0"/>
              </a:rPr>
              <a:t>所对应的物理地址。</a:t>
            </a:r>
            <a:endParaRPr lang="zh-CN" altLang="en-US" sz="2400" b="1" dirty="0">
              <a:solidFill>
                <a:schemeClr val="bg1"/>
              </a:solidFill>
              <a:latin typeface="华文楷体" panose="02010600040101010101" charset="-122"/>
              <a:ea typeface="华文楷体" panose="02010600040101010101" charset="-122"/>
              <a:sym typeface="Arial" panose="020B0604020202090204" pitchFamily="34" charset="0"/>
            </a:endParaRPr>
          </a:p>
        </p:txBody>
      </p:sp>
      <p:graphicFrame>
        <p:nvGraphicFramePr>
          <p:cNvPr id="9" name="Group 4"/>
          <p:cNvGraphicFramePr>
            <a:graphicFrameLocks noGrp="1"/>
          </p:cNvGraphicFramePr>
          <p:nvPr>
            <p:ph sz="half" idx="4294967295"/>
            <p:custDataLst>
              <p:tags r:id="rId2"/>
            </p:custDataLst>
          </p:nvPr>
        </p:nvGraphicFramePr>
        <p:xfrm>
          <a:off x="409575" y="2894330"/>
          <a:ext cx="4394200" cy="3555365"/>
        </p:xfrm>
        <a:graphic>
          <a:graphicData uri="http://schemas.openxmlformats.org/drawingml/2006/table">
            <a:tbl>
              <a:tblPr/>
              <a:tblGrid>
                <a:gridCol w="2197100"/>
                <a:gridCol w="2197100"/>
              </a:tblGrid>
              <a:tr h="687705">
                <a:tc>
                  <a:txBody>
                    <a:bodyPr/>
                    <a:lstStyle/>
                    <a:p>
                      <a:pPr marL="0" marR="0" lvl="0" indent="0" algn="ctr" defTabSz="914400" rtl="0" eaLnBrk="1" fontAlgn="base" latinLnBrk="0" hangingPunct="1">
                        <a:lnSpc>
                          <a:spcPct val="90000"/>
                        </a:lnSpc>
                        <a:spcBef>
                          <a:spcPct val="0"/>
                        </a:spcBef>
                        <a:spcAft>
                          <a:spcPct val="0"/>
                        </a:spcAft>
                        <a:buClrTx/>
                        <a:buSzTx/>
                        <a:buFontTx/>
                        <a:buNone/>
                      </a:pPr>
                      <a:r>
                        <a:rPr kumimoji="0" lang="zh-CN" altLang="en-US" sz="2400" b="1" i="0" u="none" strike="noStrike" cap="none" normalizeH="0" baseline="0" dirty="0">
                          <a:ln>
                            <a:noFill/>
                          </a:ln>
                          <a:solidFill>
                            <a:srgbClr val="004992"/>
                          </a:solidFill>
                          <a:effectLst/>
                          <a:latin typeface="华文楷体" panose="02010600040101010101" charset="-122"/>
                          <a:ea typeface="华文楷体" panose="02010600040101010101" charset="-122"/>
                        </a:rPr>
                        <a:t>页号</a:t>
                      </a:r>
                      <a:endParaRPr kumimoji="0" lang="zh-CN" altLang="en-US" sz="2400" b="1" i="0" u="none" strike="noStrike" cap="none" normalizeH="0" baseline="0" dirty="0">
                        <a:ln>
                          <a:noFill/>
                        </a:ln>
                        <a:solidFill>
                          <a:srgbClr val="004992"/>
                        </a:solidFill>
                        <a:effectLst/>
                        <a:latin typeface="华文楷体" panose="02010600040101010101" charset="-122"/>
                        <a:ea typeface="华文楷体" panose="02010600040101010101" charset="-122"/>
                      </a:endParaRPr>
                    </a:p>
                  </a:txBody>
                  <a:tcPr horzOverflow="overflow">
                    <a:lnL w="12700" cap="flat" cmpd="sng" algn="ctr">
                      <a:solidFill>
                        <a:schemeClr val="bg1"/>
                      </a:solidFill>
                      <a:prstDash val="solid"/>
                      <a:round/>
                      <a:headEnd type="none" w="med" len="med"/>
                      <a:tailEnd type="none" w="med" len="med"/>
                    </a:lnL>
                    <a:lnR w="28575" cap="flat" cmpd="sng" algn="ctr">
                      <a:solidFill>
                        <a:srgbClr val="004992"/>
                      </a:solidFill>
                      <a:prstDash val="solid"/>
                      <a:round/>
                      <a:headEnd type="none" w="med" len="med"/>
                      <a:tailEnd type="none" w="med" len="med"/>
                    </a:lnR>
                    <a:lnT w="12700" cap="flat" cmpd="sng" algn="ctr">
                      <a:solidFill>
                        <a:schemeClr val="bg1"/>
                      </a:solidFill>
                      <a:prstDash val="solid"/>
                      <a:round/>
                      <a:headEnd type="none" w="med" len="med"/>
                      <a:tailEnd type="none" w="med" len="med"/>
                    </a:lnT>
                    <a:lnB w="28575" cap="flat" cmpd="sng" algn="ctr">
                      <a:solidFill>
                        <a:srgbClr val="004992"/>
                      </a:solidFill>
                      <a:prstDash val="solid"/>
                      <a:round/>
                      <a:headEnd type="none" w="med" len="med"/>
                      <a:tailEnd type="none" w="med" len="med"/>
                    </a:lnB>
                    <a:lnTlToBr>
                      <a:noFill/>
                    </a:lnTlToBr>
                    <a:lnBlToTr>
                      <a:noFill/>
                    </a:lnBlToTr>
                    <a:cell3D prstMaterial="dkEdge">
                      <a:bevel/>
                      <a:lightRig rig="flood" dir="t"/>
                    </a:cell3D>
                    <a:noFill/>
                  </a:tcPr>
                </a:tc>
                <a:tc>
                  <a:txBody>
                    <a:bodyPr/>
                    <a:lstStyle/>
                    <a:p>
                      <a:pPr marL="0" marR="0" lvl="0" indent="0" algn="ctr" defTabSz="914400" rtl="0" eaLnBrk="1" fontAlgn="base" latinLnBrk="0" hangingPunct="1">
                        <a:lnSpc>
                          <a:spcPct val="90000"/>
                        </a:lnSpc>
                        <a:spcBef>
                          <a:spcPct val="0"/>
                        </a:spcBef>
                        <a:spcAft>
                          <a:spcPct val="0"/>
                        </a:spcAft>
                        <a:buClrTx/>
                        <a:buSzTx/>
                        <a:buFontTx/>
                        <a:buNone/>
                      </a:pPr>
                      <a:r>
                        <a:rPr kumimoji="0" lang="zh-CN" altLang="en-US" sz="2400" b="1" i="0" u="none" strike="noStrike" cap="none" normalizeH="0" baseline="0">
                          <a:ln>
                            <a:noFill/>
                          </a:ln>
                          <a:solidFill>
                            <a:srgbClr val="004992"/>
                          </a:solidFill>
                          <a:effectLst/>
                          <a:latin typeface="华文楷体" panose="02010600040101010101" charset="-122"/>
                          <a:ea typeface="华文楷体" panose="02010600040101010101" charset="-122"/>
                        </a:rPr>
                        <a:t>块号</a:t>
                      </a:r>
                      <a:endParaRPr kumimoji="0" lang="zh-CN" altLang="en-US" sz="2400" b="1" i="0" u="none" strike="noStrike" cap="none" normalizeH="0" baseline="0">
                        <a:ln>
                          <a:noFill/>
                        </a:ln>
                        <a:solidFill>
                          <a:srgbClr val="004992"/>
                        </a:solidFill>
                        <a:effectLst/>
                        <a:latin typeface="华文楷体" panose="02010600040101010101" charset="-122"/>
                        <a:ea typeface="华文楷体" panose="02010600040101010101" charset="-122"/>
                      </a:endParaRPr>
                    </a:p>
                  </a:txBody>
                  <a:tcPr horzOverflow="overflow">
                    <a:lnL w="28575" cap="flat" cmpd="sng" algn="ctr">
                      <a:solidFill>
                        <a:srgbClr val="004992"/>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28575" cap="flat" cmpd="sng" algn="ctr">
                      <a:solidFill>
                        <a:srgbClr val="004992"/>
                      </a:solidFill>
                      <a:prstDash val="solid"/>
                      <a:round/>
                      <a:headEnd type="none" w="med" len="med"/>
                      <a:tailEnd type="none" w="med" len="med"/>
                    </a:lnB>
                    <a:lnTlToBr>
                      <a:noFill/>
                    </a:lnTlToBr>
                    <a:lnBlToTr>
                      <a:noFill/>
                    </a:lnBlToTr>
                    <a:cell3D prstMaterial="dkEdge">
                      <a:bevel/>
                      <a:lightRig rig="flood" dir="t"/>
                    </a:cell3D>
                    <a:noFill/>
                  </a:tcPr>
                </a:tc>
              </a:tr>
              <a:tr h="717550">
                <a:tc>
                  <a:txBody>
                    <a:bodyPr/>
                    <a:lstStyle/>
                    <a:p>
                      <a:pPr marL="0" marR="0" lvl="0" indent="0" algn="ctr" defTabSz="914400" rtl="0" eaLnBrk="1" fontAlgn="base" latinLnBrk="0" hangingPunct="1">
                        <a:lnSpc>
                          <a:spcPct val="90000"/>
                        </a:lnSpc>
                        <a:spcBef>
                          <a:spcPct val="0"/>
                        </a:spcBef>
                        <a:spcAft>
                          <a:spcPct val="0"/>
                        </a:spcAft>
                        <a:buClrTx/>
                        <a:buSzTx/>
                        <a:buFontTx/>
                        <a:buNone/>
                      </a:pPr>
                      <a:r>
                        <a:rPr kumimoji="0" lang="en-US" altLang="zh-CN" sz="2400" b="1" i="0" u="none" strike="noStrike" cap="none" normalizeH="0" baseline="0">
                          <a:ln>
                            <a:noFill/>
                          </a:ln>
                          <a:solidFill>
                            <a:srgbClr val="004992"/>
                          </a:solidFill>
                          <a:effectLst/>
                          <a:latin typeface="华文楷体" panose="02010600040101010101" charset="-122"/>
                          <a:ea typeface="华文楷体" panose="02010600040101010101" charset="-122"/>
                        </a:rPr>
                        <a:t>0</a:t>
                      </a:r>
                      <a:endParaRPr kumimoji="0" lang="en-US" altLang="zh-CN" sz="2400" b="1" i="0" u="none" strike="noStrike" cap="none" normalizeH="0" baseline="0">
                        <a:ln>
                          <a:noFill/>
                        </a:ln>
                        <a:solidFill>
                          <a:srgbClr val="004992"/>
                        </a:solidFill>
                        <a:effectLst/>
                        <a:latin typeface="华文楷体" panose="02010600040101010101" charset="-122"/>
                        <a:ea typeface="华文楷体" panose="02010600040101010101" charset="-122"/>
                      </a:endParaRPr>
                    </a:p>
                  </a:txBody>
                  <a:tcPr horzOverflow="overflow">
                    <a:lnL w="12700" cap="flat" cmpd="sng" algn="ctr">
                      <a:solidFill>
                        <a:schemeClr val="bg1"/>
                      </a:solidFill>
                      <a:prstDash val="solid"/>
                      <a:round/>
                      <a:headEnd type="none" w="med" len="med"/>
                      <a:tailEnd type="none" w="med" len="med"/>
                    </a:lnL>
                    <a:lnR w="28575" cap="flat" cmpd="sng" algn="ctr">
                      <a:solidFill>
                        <a:srgbClr val="004992"/>
                      </a:solidFill>
                      <a:prstDash val="solid"/>
                      <a:round/>
                      <a:headEnd type="none" w="med" len="med"/>
                      <a:tailEnd type="none" w="med" len="med"/>
                    </a:lnR>
                    <a:lnT w="28575" cap="flat" cmpd="sng" algn="ctr">
                      <a:solidFill>
                        <a:srgbClr val="004992"/>
                      </a:solidFill>
                      <a:prstDash val="solid"/>
                      <a:round/>
                      <a:headEnd type="none" w="med" len="med"/>
                      <a:tailEnd type="none" w="med" len="med"/>
                    </a:lnT>
                    <a:lnB w="28575" cap="flat" cmpd="sng" algn="ctr">
                      <a:solidFill>
                        <a:srgbClr val="004992"/>
                      </a:solidFill>
                      <a:prstDash val="solid"/>
                      <a:round/>
                      <a:headEnd type="none" w="med" len="med"/>
                      <a:tailEnd type="none" w="med" len="med"/>
                    </a:lnB>
                    <a:lnTlToBr>
                      <a:noFill/>
                    </a:lnTlToBr>
                    <a:lnBlToTr>
                      <a:noFill/>
                    </a:lnBlToTr>
                    <a:cell3D prstMaterial="dkEdge">
                      <a:bevel/>
                      <a:lightRig rig="flood" dir="t"/>
                    </a:cell3D>
                    <a:noFill/>
                  </a:tcPr>
                </a:tc>
                <a:tc>
                  <a:txBody>
                    <a:bodyPr/>
                    <a:lstStyle/>
                    <a:p>
                      <a:pPr marL="0" marR="0" lvl="0" indent="0" algn="ctr" defTabSz="914400" rtl="0" eaLnBrk="1" fontAlgn="base" latinLnBrk="0" hangingPunct="1">
                        <a:lnSpc>
                          <a:spcPct val="90000"/>
                        </a:lnSpc>
                        <a:spcBef>
                          <a:spcPct val="0"/>
                        </a:spcBef>
                        <a:spcAft>
                          <a:spcPct val="0"/>
                        </a:spcAft>
                        <a:buClrTx/>
                        <a:buSzTx/>
                        <a:buFontTx/>
                        <a:buNone/>
                      </a:pPr>
                      <a:r>
                        <a:rPr kumimoji="0" lang="en-US" altLang="zh-CN" sz="2400" b="1" i="0" u="none" strike="noStrike" cap="none" normalizeH="0" baseline="0">
                          <a:ln>
                            <a:noFill/>
                          </a:ln>
                          <a:solidFill>
                            <a:srgbClr val="004992"/>
                          </a:solidFill>
                          <a:effectLst/>
                          <a:latin typeface="华文楷体" panose="02010600040101010101" charset="-122"/>
                          <a:ea typeface="华文楷体" panose="02010600040101010101" charset="-122"/>
                        </a:rPr>
                        <a:t>5</a:t>
                      </a:r>
                      <a:endParaRPr kumimoji="0" lang="en-US" altLang="zh-CN" sz="2400" b="1" i="0" u="none" strike="noStrike" cap="none" normalizeH="0" baseline="0">
                        <a:ln>
                          <a:noFill/>
                        </a:ln>
                        <a:solidFill>
                          <a:srgbClr val="004992"/>
                        </a:solidFill>
                        <a:effectLst/>
                        <a:latin typeface="华文楷体" panose="02010600040101010101" charset="-122"/>
                        <a:ea typeface="华文楷体" panose="02010600040101010101" charset="-122"/>
                      </a:endParaRPr>
                    </a:p>
                  </a:txBody>
                  <a:tcPr horzOverflow="overflow">
                    <a:lnL w="28575" cap="flat" cmpd="sng" algn="ctr">
                      <a:solidFill>
                        <a:srgbClr val="004992"/>
                      </a:solidFill>
                      <a:prstDash val="solid"/>
                      <a:round/>
                      <a:headEnd type="none" w="med" len="med"/>
                      <a:tailEnd type="none" w="med" len="med"/>
                    </a:lnL>
                    <a:lnR w="12700" cap="flat" cmpd="sng" algn="ctr">
                      <a:solidFill>
                        <a:schemeClr val="bg1"/>
                      </a:solidFill>
                      <a:prstDash val="solid"/>
                      <a:round/>
                      <a:headEnd type="none" w="med" len="med"/>
                      <a:tailEnd type="none" w="med" len="med"/>
                    </a:lnR>
                    <a:lnT w="28575" cap="flat" cmpd="sng" algn="ctr">
                      <a:solidFill>
                        <a:srgbClr val="004992"/>
                      </a:solidFill>
                      <a:prstDash val="solid"/>
                      <a:round/>
                      <a:headEnd type="none" w="med" len="med"/>
                      <a:tailEnd type="none" w="med" len="med"/>
                    </a:lnT>
                    <a:lnB w="28575" cap="flat" cmpd="sng" algn="ctr">
                      <a:solidFill>
                        <a:srgbClr val="004992"/>
                      </a:solidFill>
                      <a:prstDash val="solid"/>
                      <a:round/>
                      <a:headEnd type="none" w="med" len="med"/>
                      <a:tailEnd type="none" w="med" len="med"/>
                    </a:lnB>
                    <a:lnTlToBr>
                      <a:noFill/>
                    </a:lnTlToBr>
                    <a:lnBlToTr>
                      <a:noFill/>
                    </a:lnBlToTr>
                    <a:cell3D prstMaterial="dkEdge">
                      <a:bevel/>
                      <a:lightRig rig="flood" dir="t"/>
                    </a:cell3D>
                    <a:noFill/>
                  </a:tcPr>
                </a:tc>
              </a:tr>
              <a:tr h="716280">
                <a:tc>
                  <a:txBody>
                    <a:bodyPr/>
                    <a:lstStyle/>
                    <a:p>
                      <a:pPr marL="0" marR="0" lvl="0" indent="0" algn="ctr" defTabSz="914400" rtl="0" eaLnBrk="1" fontAlgn="base" latinLnBrk="0" hangingPunct="1">
                        <a:lnSpc>
                          <a:spcPct val="90000"/>
                        </a:lnSpc>
                        <a:spcBef>
                          <a:spcPct val="0"/>
                        </a:spcBef>
                        <a:spcAft>
                          <a:spcPct val="0"/>
                        </a:spcAft>
                        <a:buClrTx/>
                        <a:buSzTx/>
                        <a:buFontTx/>
                        <a:buNone/>
                      </a:pPr>
                      <a:r>
                        <a:rPr kumimoji="0" lang="en-US" altLang="zh-CN" sz="2400" b="1" i="0" u="none" strike="noStrike" cap="none" normalizeH="0" baseline="0" dirty="0">
                          <a:ln>
                            <a:noFill/>
                          </a:ln>
                          <a:solidFill>
                            <a:srgbClr val="004992"/>
                          </a:solidFill>
                          <a:effectLst/>
                          <a:latin typeface="华文楷体" panose="02010600040101010101" charset="-122"/>
                          <a:ea typeface="华文楷体" panose="02010600040101010101" charset="-122"/>
                        </a:rPr>
                        <a:t>1</a:t>
                      </a:r>
                      <a:endParaRPr kumimoji="0" lang="en-US" altLang="zh-CN" sz="2400" b="1" i="0" u="none" strike="noStrike" cap="none" normalizeH="0" baseline="0" dirty="0">
                        <a:ln>
                          <a:noFill/>
                        </a:ln>
                        <a:solidFill>
                          <a:srgbClr val="004992"/>
                        </a:solidFill>
                        <a:effectLst/>
                        <a:latin typeface="华文楷体" panose="02010600040101010101" charset="-122"/>
                        <a:ea typeface="华文楷体" panose="02010600040101010101" charset="-122"/>
                      </a:endParaRPr>
                    </a:p>
                  </a:txBody>
                  <a:tcPr horzOverflow="overflow">
                    <a:lnL w="12700" cap="flat" cmpd="sng" algn="ctr">
                      <a:solidFill>
                        <a:schemeClr val="bg1"/>
                      </a:solidFill>
                      <a:prstDash val="solid"/>
                      <a:round/>
                      <a:headEnd type="none" w="med" len="med"/>
                      <a:tailEnd type="none" w="med" len="med"/>
                    </a:lnL>
                    <a:lnR w="28575" cap="flat" cmpd="sng" algn="ctr">
                      <a:solidFill>
                        <a:srgbClr val="004992"/>
                      </a:solidFill>
                      <a:prstDash val="solid"/>
                      <a:round/>
                      <a:headEnd type="none" w="med" len="med"/>
                      <a:tailEnd type="none" w="med" len="med"/>
                    </a:lnR>
                    <a:lnT w="28575" cap="flat" cmpd="sng" algn="ctr">
                      <a:solidFill>
                        <a:srgbClr val="004992"/>
                      </a:solidFill>
                      <a:prstDash val="solid"/>
                      <a:round/>
                      <a:headEnd type="none" w="med" len="med"/>
                      <a:tailEnd type="none" w="med" len="med"/>
                    </a:lnT>
                    <a:lnB w="28575" cap="flat" cmpd="sng" algn="ctr">
                      <a:solidFill>
                        <a:srgbClr val="004992"/>
                      </a:solidFill>
                      <a:prstDash val="solid"/>
                      <a:round/>
                      <a:headEnd type="none" w="med" len="med"/>
                      <a:tailEnd type="none" w="med" len="med"/>
                    </a:lnB>
                    <a:lnTlToBr>
                      <a:noFill/>
                    </a:lnTlToBr>
                    <a:lnBlToTr>
                      <a:noFill/>
                    </a:lnBlToTr>
                    <a:cell3D prstMaterial="dkEdge">
                      <a:bevel/>
                      <a:lightRig rig="flood" dir="t"/>
                    </a:cell3D>
                    <a:noFill/>
                  </a:tcPr>
                </a:tc>
                <a:tc>
                  <a:txBody>
                    <a:bodyPr/>
                    <a:lstStyle/>
                    <a:p>
                      <a:pPr marL="0" marR="0" lvl="0" indent="0" algn="ctr" defTabSz="914400" rtl="0" eaLnBrk="1" fontAlgn="base" latinLnBrk="0" hangingPunct="1">
                        <a:lnSpc>
                          <a:spcPct val="90000"/>
                        </a:lnSpc>
                        <a:spcBef>
                          <a:spcPct val="0"/>
                        </a:spcBef>
                        <a:spcAft>
                          <a:spcPct val="0"/>
                        </a:spcAft>
                        <a:buClrTx/>
                        <a:buSzTx/>
                        <a:buFontTx/>
                        <a:buNone/>
                      </a:pPr>
                      <a:r>
                        <a:rPr kumimoji="0" lang="en-US" altLang="zh-CN" sz="2400" b="1" i="0" u="none" strike="noStrike" cap="none" normalizeH="0" baseline="0">
                          <a:ln>
                            <a:noFill/>
                          </a:ln>
                          <a:solidFill>
                            <a:srgbClr val="004992"/>
                          </a:solidFill>
                          <a:effectLst/>
                          <a:latin typeface="华文楷体" panose="02010600040101010101" charset="-122"/>
                          <a:ea typeface="华文楷体" panose="02010600040101010101" charset="-122"/>
                        </a:rPr>
                        <a:t>3</a:t>
                      </a:r>
                      <a:endParaRPr kumimoji="0" lang="en-US" altLang="zh-CN" sz="2400" b="1" i="0" u="none" strike="noStrike" cap="none" normalizeH="0" baseline="0">
                        <a:ln>
                          <a:noFill/>
                        </a:ln>
                        <a:solidFill>
                          <a:srgbClr val="004992"/>
                        </a:solidFill>
                        <a:effectLst/>
                        <a:latin typeface="华文楷体" panose="02010600040101010101" charset="-122"/>
                        <a:ea typeface="华文楷体" panose="02010600040101010101" charset="-122"/>
                      </a:endParaRPr>
                    </a:p>
                  </a:txBody>
                  <a:tcPr horzOverflow="overflow">
                    <a:lnL w="28575" cap="flat" cmpd="sng" algn="ctr">
                      <a:solidFill>
                        <a:srgbClr val="004992"/>
                      </a:solidFill>
                      <a:prstDash val="solid"/>
                      <a:round/>
                      <a:headEnd type="none" w="med" len="med"/>
                      <a:tailEnd type="none" w="med" len="med"/>
                    </a:lnL>
                    <a:lnR w="12700" cap="flat" cmpd="sng" algn="ctr">
                      <a:solidFill>
                        <a:schemeClr val="bg1"/>
                      </a:solidFill>
                      <a:prstDash val="solid"/>
                      <a:round/>
                      <a:headEnd type="none" w="med" len="med"/>
                      <a:tailEnd type="none" w="med" len="med"/>
                    </a:lnR>
                    <a:lnT w="28575" cap="flat" cmpd="sng" algn="ctr">
                      <a:solidFill>
                        <a:srgbClr val="004992"/>
                      </a:solidFill>
                      <a:prstDash val="solid"/>
                      <a:round/>
                      <a:headEnd type="none" w="med" len="med"/>
                      <a:tailEnd type="none" w="med" len="med"/>
                    </a:lnT>
                    <a:lnB w="28575" cap="flat" cmpd="sng" algn="ctr">
                      <a:solidFill>
                        <a:srgbClr val="004992"/>
                      </a:solidFill>
                      <a:prstDash val="solid"/>
                      <a:round/>
                      <a:headEnd type="none" w="med" len="med"/>
                      <a:tailEnd type="none" w="med" len="med"/>
                    </a:lnB>
                    <a:lnTlToBr>
                      <a:noFill/>
                    </a:lnTlToBr>
                    <a:lnBlToTr>
                      <a:noFill/>
                    </a:lnBlToTr>
                    <a:cell3D prstMaterial="dkEdge">
                      <a:bevel/>
                      <a:lightRig rig="flood" dir="t"/>
                    </a:cell3D>
                    <a:noFill/>
                  </a:tcPr>
                </a:tc>
              </a:tr>
              <a:tr h="717550">
                <a:tc>
                  <a:txBody>
                    <a:bodyPr/>
                    <a:lstStyle/>
                    <a:p>
                      <a:pPr marL="0" marR="0" lvl="0" indent="0" algn="ctr" defTabSz="914400" rtl="0" eaLnBrk="1" fontAlgn="base" latinLnBrk="0" hangingPunct="1">
                        <a:lnSpc>
                          <a:spcPct val="90000"/>
                        </a:lnSpc>
                        <a:spcBef>
                          <a:spcPct val="0"/>
                        </a:spcBef>
                        <a:spcAft>
                          <a:spcPct val="0"/>
                        </a:spcAft>
                        <a:buClrTx/>
                        <a:buSzTx/>
                        <a:buFontTx/>
                        <a:buNone/>
                      </a:pPr>
                      <a:r>
                        <a:rPr kumimoji="0" lang="en-US" altLang="zh-CN" sz="2400" b="1" i="0" u="none" strike="noStrike" cap="none" normalizeH="0" baseline="0">
                          <a:ln>
                            <a:noFill/>
                          </a:ln>
                          <a:solidFill>
                            <a:srgbClr val="004992"/>
                          </a:solidFill>
                          <a:effectLst/>
                          <a:latin typeface="华文楷体" panose="02010600040101010101" charset="-122"/>
                          <a:ea typeface="华文楷体" panose="02010600040101010101" charset="-122"/>
                        </a:rPr>
                        <a:t>2</a:t>
                      </a:r>
                      <a:endParaRPr kumimoji="0" lang="en-US" altLang="zh-CN" sz="2400" b="1" i="0" u="none" strike="noStrike" cap="none" normalizeH="0" baseline="0">
                        <a:ln>
                          <a:noFill/>
                        </a:ln>
                        <a:solidFill>
                          <a:srgbClr val="004992"/>
                        </a:solidFill>
                        <a:effectLst/>
                        <a:latin typeface="华文楷体" panose="02010600040101010101" charset="-122"/>
                        <a:ea typeface="华文楷体" panose="02010600040101010101" charset="-122"/>
                      </a:endParaRPr>
                    </a:p>
                  </a:txBody>
                  <a:tcPr horzOverflow="overflow">
                    <a:lnL w="12700" cap="flat" cmpd="sng" algn="ctr">
                      <a:solidFill>
                        <a:schemeClr val="bg1"/>
                      </a:solidFill>
                      <a:prstDash val="solid"/>
                      <a:round/>
                      <a:headEnd type="none" w="med" len="med"/>
                      <a:tailEnd type="none" w="med" len="med"/>
                    </a:lnL>
                    <a:lnR w="28575" cap="flat" cmpd="sng" algn="ctr">
                      <a:solidFill>
                        <a:srgbClr val="004992"/>
                      </a:solidFill>
                      <a:prstDash val="solid"/>
                      <a:round/>
                      <a:headEnd type="none" w="med" len="med"/>
                      <a:tailEnd type="none" w="med" len="med"/>
                    </a:lnR>
                    <a:lnT w="28575" cap="flat" cmpd="sng" algn="ctr">
                      <a:solidFill>
                        <a:srgbClr val="004992"/>
                      </a:solidFill>
                      <a:prstDash val="solid"/>
                      <a:round/>
                      <a:headEnd type="none" w="med" len="med"/>
                      <a:tailEnd type="none" w="med" len="med"/>
                    </a:lnT>
                    <a:lnB w="28575" cap="flat" cmpd="sng" algn="ctr">
                      <a:solidFill>
                        <a:srgbClr val="004992"/>
                      </a:solidFill>
                      <a:prstDash val="solid"/>
                      <a:round/>
                      <a:headEnd type="none" w="med" len="med"/>
                      <a:tailEnd type="none" w="med" len="med"/>
                    </a:lnB>
                    <a:lnTlToBr>
                      <a:noFill/>
                    </a:lnTlToBr>
                    <a:lnBlToTr>
                      <a:noFill/>
                    </a:lnBlToTr>
                    <a:cell3D prstMaterial="dkEdge">
                      <a:bevel/>
                      <a:lightRig rig="flood" dir="t"/>
                    </a:cell3D>
                    <a:noFill/>
                  </a:tcPr>
                </a:tc>
                <a:tc>
                  <a:txBody>
                    <a:bodyPr/>
                    <a:lstStyle/>
                    <a:p>
                      <a:pPr marL="0" marR="0" lvl="0" indent="0" algn="ctr" defTabSz="914400" rtl="0" eaLnBrk="1" fontAlgn="base" latinLnBrk="0" hangingPunct="1">
                        <a:lnSpc>
                          <a:spcPct val="90000"/>
                        </a:lnSpc>
                        <a:spcBef>
                          <a:spcPct val="0"/>
                        </a:spcBef>
                        <a:spcAft>
                          <a:spcPct val="0"/>
                        </a:spcAft>
                        <a:buClrTx/>
                        <a:buSzTx/>
                        <a:buFontTx/>
                        <a:buNone/>
                      </a:pPr>
                      <a:r>
                        <a:rPr kumimoji="0" lang="en-US" altLang="zh-CN" sz="2400" b="1" i="0" u="none" strike="noStrike" cap="none" normalizeH="0" baseline="0">
                          <a:ln>
                            <a:noFill/>
                          </a:ln>
                          <a:solidFill>
                            <a:srgbClr val="004992"/>
                          </a:solidFill>
                          <a:effectLst/>
                          <a:latin typeface="华文楷体" panose="02010600040101010101" charset="-122"/>
                          <a:ea typeface="华文楷体" panose="02010600040101010101" charset="-122"/>
                        </a:rPr>
                        <a:t>7</a:t>
                      </a:r>
                      <a:endParaRPr kumimoji="0" lang="en-US" altLang="zh-CN" sz="2400" b="1" i="0" u="none" strike="noStrike" cap="none" normalizeH="0" baseline="0">
                        <a:ln>
                          <a:noFill/>
                        </a:ln>
                        <a:solidFill>
                          <a:srgbClr val="004992"/>
                        </a:solidFill>
                        <a:effectLst/>
                        <a:latin typeface="华文楷体" panose="02010600040101010101" charset="-122"/>
                        <a:ea typeface="华文楷体" panose="02010600040101010101" charset="-122"/>
                      </a:endParaRPr>
                    </a:p>
                  </a:txBody>
                  <a:tcPr horzOverflow="overflow">
                    <a:lnL w="28575" cap="flat" cmpd="sng" algn="ctr">
                      <a:solidFill>
                        <a:srgbClr val="004992"/>
                      </a:solidFill>
                      <a:prstDash val="solid"/>
                      <a:round/>
                      <a:headEnd type="none" w="med" len="med"/>
                      <a:tailEnd type="none" w="med" len="med"/>
                    </a:lnL>
                    <a:lnR w="12700" cap="flat" cmpd="sng" algn="ctr">
                      <a:solidFill>
                        <a:schemeClr val="bg1"/>
                      </a:solidFill>
                      <a:prstDash val="solid"/>
                      <a:round/>
                      <a:headEnd type="none" w="med" len="med"/>
                      <a:tailEnd type="none" w="med" len="med"/>
                    </a:lnR>
                    <a:lnT w="28575" cap="flat" cmpd="sng" algn="ctr">
                      <a:solidFill>
                        <a:srgbClr val="004992"/>
                      </a:solidFill>
                      <a:prstDash val="solid"/>
                      <a:round/>
                      <a:headEnd type="none" w="med" len="med"/>
                      <a:tailEnd type="none" w="med" len="med"/>
                    </a:lnT>
                    <a:lnB w="28575" cap="flat" cmpd="sng" algn="ctr">
                      <a:solidFill>
                        <a:srgbClr val="004992"/>
                      </a:solidFill>
                      <a:prstDash val="solid"/>
                      <a:round/>
                      <a:headEnd type="none" w="med" len="med"/>
                      <a:tailEnd type="none" w="med" len="med"/>
                    </a:lnB>
                    <a:lnTlToBr>
                      <a:noFill/>
                    </a:lnTlToBr>
                    <a:lnBlToTr>
                      <a:noFill/>
                    </a:lnBlToTr>
                    <a:cell3D prstMaterial="dkEdge">
                      <a:bevel/>
                      <a:lightRig rig="flood" dir="t"/>
                    </a:cell3D>
                    <a:noFill/>
                  </a:tcPr>
                </a:tc>
              </a:tr>
              <a:tr h="716280">
                <a:tc>
                  <a:txBody>
                    <a:bodyPr/>
                    <a:lstStyle/>
                    <a:p>
                      <a:pPr marL="0" marR="0" lvl="0" indent="0" algn="ctr" defTabSz="914400" rtl="0" eaLnBrk="1" fontAlgn="base" latinLnBrk="0" hangingPunct="1">
                        <a:lnSpc>
                          <a:spcPct val="90000"/>
                        </a:lnSpc>
                        <a:spcBef>
                          <a:spcPct val="0"/>
                        </a:spcBef>
                        <a:spcAft>
                          <a:spcPct val="0"/>
                        </a:spcAft>
                        <a:buClrTx/>
                        <a:buSzTx/>
                        <a:buFontTx/>
                        <a:buNone/>
                      </a:pPr>
                      <a:r>
                        <a:rPr kumimoji="0" lang="en-US" altLang="zh-CN" sz="2400" b="1" i="0" u="none" strike="noStrike" cap="none" normalizeH="0" baseline="0">
                          <a:ln>
                            <a:noFill/>
                          </a:ln>
                          <a:solidFill>
                            <a:srgbClr val="004992"/>
                          </a:solidFill>
                          <a:effectLst/>
                          <a:latin typeface="华文楷体" panose="02010600040101010101" charset="-122"/>
                          <a:ea typeface="华文楷体" panose="02010600040101010101" charset="-122"/>
                        </a:rPr>
                        <a:t>3</a:t>
                      </a:r>
                      <a:endParaRPr kumimoji="0" lang="en-US" altLang="zh-CN" sz="2400" b="1" i="0" u="none" strike="noStrike" cap="none" normalizeH="0" baseline="0">
                        <a:ln>
                          <a:noFill/>
                        </a:ln>
                        <a:solidFill>
                          <a:srgbClr val="004992"/>
                        </a:solidFill>
                        <a:effectLst/>
                        <a:latin typeface="华文楷体" panose="02010600040101010101" charset="-122"/>
                        <a:ea typeface="华文楷体" panose="02010600040101010101" charset="-122"/>
                      </a:endParaRPr>
                    </a:p>
                  </a:txBody>
                  <a:tcPr horzOverflow="overflow">
                    <a:lnL w="12700" cap="flat" cmpd="sng" algn="ctr">
                      <a:solidFill>
                        <a:schemeClr val="bg1"/>
                      </a:solidFill>
                      <a:prstDash val="solid"/>
                      <a:round/>
                      <a:headEnd type="none" w="med" len="med"/>
                      <a:tailEnd type="none" w="med" len="med"/>
                    </a:lnL>
                    <a:lnR w="28575" cap="flat" cmpd="sng" algn="ctr">
                      <a:solidFill>
                        <a:srgbClr val="004992"/>
                      </a:solidFill>
                      <a:prstDash val="solid"/>
                      <a:round/>
                      <a:headEnd type="none" w="med" len="med"/>
                      <a:tailEnd type="none" w="med" len="med"/>
                    </a:lnR>
                    <a:lnT w="28575" cap="flat" cmpd="sng" algn="ctr">
                      <a:solidFill>
                        <a:srgbClr val="004992"/>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cell3D prstMaterial="dkEdge">
                      <a:bevel/>
                      <a:lightRig rig="flood" dir="t"/>
                    </a:cell3D>
                    <a:noFill/>
                  </a:tcPr>
                </a:tc>
                <a:tc>
                  <a:txBody>
                    <a:bodyPr/>
                    <a:lstStyle/>
                    <a:p>
                      <a:pPr marL="0" marR="0" lvl="0" indent="0" algn="ctr" defTabSz="914400" rtl="0" eaLnBrk="1" fontAlgn="base" latinLnBrk="0" hangingPunct="1">
                        <a:lnSpc>
                          <a:spcPct val="90000"/>
                        </a:lnSpc>
                        <a:spcBef>
                          <a:spcPct val="0"/>
                        </a:spcBef>
                        <a:spcAft>
                          <a:spcPct val="0"/>
                        </a:spcAft>
                        <a:buClrTx/>
                        <a:buSzTx/>
                        <a:buFontTx/>
                        <a:buNone/>
                      </a:pPr>
                      <a:r>
                        <a:rPr kumimoji="0" lang="en-US" altLang="zh-CN" sz="2400" b="1" i="0" u="none" strike="noStrike" cap="none" normalizeH="0" baseline="0" dirty="0">
                          <a:ln>
                            <a:noFill/>
                          </a:ln>
                          <a:solidFill>
                            <a:srgbClr val="004992"/>
                          </a:solidFill>
                          <a:effectLst/>
                          <a:latin typeface="华文楷体" panose="02010600040101010101" charset="-122"/>
                          <a:ea typeface="华文楷体" panose="02010600040101010101" charset="-122"/>
                        </a:rPr>
                        <a:t>6</a:t>
                      </a:r>
                      <a:endParaRPr kumimoji="0" lang="en-US" altLang="zh-CN" sz="2400" b="1" i="0" u="none" strike="noStrike" cap="none" normalizeH="0" baseline="0" dirty="0">
                        <a:ln>
                          <a:noFill/>
                        </a:ln>
                        <a:solidFill>
                          <a:srgbClr val="004992"/>
                        </a:solidFill>
                        <a:effectLst/>
                        <a:latin typeface="华文楷体" panose="02010600040101010101" charset="-122"/>
                        <a:ea typeface="华文楷体" panose="02010600040101010101" charset="-122"/>
                      </a:endParaRPr>
                    </a:p>
                  </a:txBody>
                  <a:tcPr horzOverflow="overflow">
                    <a:lnL w="28575" cap="flat" cmpd="sng" algn="ctr">
                      <a:solidFill>
                        <a:srgbClr val="004992"/>
                      </a:solidFill>
                      <a:prstDash val="solid"/>
                      <a:round/>
                      <a:headEnd type="none" w="med" len="med"/>
                      <a:tailEnd type="none" w="med" len="med"/>
                    </a:lnL>
                    <a:lnR w="12700" cap="flat" cmpd="sng" algn="ctr">
                      <a:solidFill>
                        <a:schemeClr val="bg1"/>
                      </a:solidFill>
                      <a:prstDash val="solid"/>
                      <a:round/>
                      <a:headEnd type="none" w="med" len="med"/>
                      <a:tailEnd type="none" w="med" len="med"/>
                    </a:lnR>
                    <a:lnT w="28575" cap="flat" cmpd="sng" algn="ctr">
                      <a:solidFill>
                        <a:srgbClr val="004992"/>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cell3D prstMaterial="dkEdge">
                      <a:bevel/>
                      <a:lightRig rig="flood" dir="t"/>
                    </a:cell3D>
                    <a:noFill/>
                  </a:tcPr>
                </a:tc>
              </a:tr>
            </a:tbl>
          </a:graphicData>
        </a:graphic>
      </p:graphicFrame>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 name="Rectangle 3"/>
          <p:cNvSpPr txBox="1">
            <a:spLocks noChangeArrowheads="1"/>
          </p:cNvSpPr>
          <p:nvPr/>
        </p:nvSpPr>
        <p:spPr>
          <a:xfrm>
            <a:off x="2135188" y="1192530"/>
            <a:ext cx="8077200" cy="4975225"/>
          </a:xfrm>
          <a:prstGeom prst="rect">
            <a:avLst/>
          </a:prstGeom>
        </p:spPr>
        <p:txBody>
          <a:bodyPr/>
          <a:lstStyle/>
          <a:p>
            <a:pPr marL="342900" marR="0" lvl="0" indent="-342900" algn="l" defTabSz="914400" rtl="0" eaLnBrk="0" fontAlgn="base" latinLnBrk="1" hangingPunct="0">
              <a:lnSpc>
                <a:spcPct val="120000"/>
              </a:lnSpc>
              <a:spcBef>
                <a:spcPct val="20000"/>
              </a:spcBef>
              <a:spcAft>
                <a:spcPct val="0"/>
              </a:spcAft>
              <a:buClrTx/>
              <a:buSzTx/>
              <a:buFontTx/>
              <a:buChar char="•"/>
              <a:defRPr/>
            </a:pPr>
            <a:endParaRPr kumimoji="1" lang="zh-CN" sz="3200" b="0" i="0" u="none" strike="noStrike" kern="0" cap="none" spc="0" normalizeH="0" baseline="0" noProof="0" dirty="0">
              <a:ln>
                <a:noFill/>
              </a:ln>
              <a:solidFill>
                <a:schemeClr val="tx1"/>
              </a:solidFill>
              <a:effectLst/>
              <a:uLnTx/>
              <a:uFillTx/>
              <a:latin typeface="Gulim" pitchFamily="34" charset="-127"/>
              <a:ea typeface="Gulim" pitchFamily="34" charset="-127"/>
              <a:cs typeface="+mn-cs"/>
            </a:endParaRPr>
          </a:p>
        </p:txBody>
      </p:sp>
      <p:sp>
        <p:nvSpPr>
          <p:cNvPr id="15" name="Rectangle 2"/>
          <p:cNvSpPr>
            <a:spLocks noChangeArrowheads="1"/>
          </p:cNvSpPr>
          <p:nvPr/>
        </p:nvSpPr>
        <p:spPr bwMode="auto">
          <a:xfrm>
            <a:off x="0" y="62865"/>
            <a:ext cx="12120245" cy="1816100"/>
          </a:xfrm>
          <a:prstGeom prst="rect">
            <a:avLst/>
          </a:prstGeom>
          <a:noFill/>
          <a:ln w="9525" algn="ctr">
            <a:noFill/>
            <a:miter lim="800000"/>
          </a:ln>
          <a:effectLst/>
        </p:spPr>
        <p:txBody>
          <a:bodyPr vert="horz" wrap="square" lIns="90000" tIns="46800" rIns="90000" bIns="46800" numCol="1" anchor="t" anchorCtr="0" compatLnSpc="1">
            <a:spAutoFit/>
          </a:bodyPr>
          <a:lstStyle/>
          <a:p>
            <a:pPr lvl="0" algn="l" fontAlgn="auto">
              <a:lnSpc>
                <a:spcPct val="100000"/>
              </a:lnSpc>
              <a:spcBef>
                <a:spcPts val="300"/>
              </a:spcBef>
              <a:spcAft>
                <a:spcPts val="300"/>
              </a:spcAft>
            </a:pPr>
            <a:r>
              <a:rPr kumimoji="0" lang="zh-CN" altLang="en-US" sz="2800" b="1" dirty="0">
                <a:solidFill>
                  <a:srgbClr val="004080"/>
                </a:solidFill>
                <a:latin typeface="华文楷体" panose="02010600040101010101" charset="-122"/>
                <a:ea typeface="华文楷体" panose="02010600040101010101" charset="-122"/>
              </a:rPr>
              <a:t>某分页系统的逻辑地址结构采用</a:t>
            </a:r>
            <a:r>
              <a:rPr kumimoji="0" lang="en-US" altLang="zh-CN" sz="2800" b="1" dirty="0">
                <a:solidFill>
                  <a:srgbClr val="004080"/>
                </a:solidFill>
                <a:latin typeface="华文楷体" panose="02010600040101010101" charset="-122"/>
                <a:ea typeface="华文楷体" panose="02010600040101010101" charset="-122"/>
              </a:rPr>
              <a:t>16</a:t>
            </a:r>
            <a:r>
              <a:rPr kumimoji="0" lang="zh-CN" altLang="en-US" sz="2800" b="1" dirty="0">
                <a:solidFill>
                  <a:srgbClr val="004080"/>
                </a:solidFill>
                <a:latin typeface="华文楷体" panose="02010600040101010101" charset="-122"/>
                <a:ea typeface="华文楷体" panose="02010600040101010101" charset="-122"/>
              </a:rPr>
              <a:t>位，其中高</a:t>
            </a:r>
            <a:r>
              <a:rPr kumimoji="0" lang="en-US" altLang="zh-CN" sz="2800" b="1" dirty="0">
                <a:solidFill>
                  <a:srgbClr val="004080"/>
                </a:solidFill>
                <a:latin typeface="华文楷体" panose="02010600040101010101" charset="-122"/>
                <a:ea typeface="华文楷体" panose="02010600040101010101" charset="-122"/>
              </a:rPr>
              <a:t>6</a:t>
            </a:r>
            <a:r>
              <a:rPr kumimoji="0" lang="zh-CN" altLang="en-US" sz="2800" b="1" dirty="0">
                <a:solidFill>
                  <a:srgbClr val="004080"/>
                </a:solidFill>
                <a:latin typeface="华文楷体" panose="02010600040101010101" charset="-122"/>
                <a:ea typeface="华文楷体" panose="02010600040101010101" charset="-122"/>
              </a:rPr>
              <a:t>位用于页号，</a:t>
            </a:r>
            <a:r>
              <a:rPr kumimoji="0" lang="en-US" altLang="zh-CN" sz="2800" b="1" dirty="0">
                <a:solidFill>
                  <a:srgbClr val="004080"/>
                </a:solidFill>
                <a:latin typeface="华文楷体" panose="02010600040101010101" charset="-122"/>
                <a:ea typeface="华文楷体" panose="02010600040101010101" charset="-122"/>
              </a:rPr>
              <a:t>10</a:t>
            </a:r>
            <a:r>
              <a:rPr kumimoji="0" lang="zh-CN" altLang="en-US" sz="2800" b="1" dirty="0">
                <a:solidFill>
                  <a:srgbClr val="004080"/>
                </a:solidFill>
                <a:latin typeface="华文楷体" panose="02010600040101010101" charset="-122"/>
                <a:ea typeface="华文楷体" panose="02010600040101010101" charset="-122"/>
              </a:rPr>
              <a:t>位用于页内地址，问：这样的地址结构下一页有多少字节？逻辑地址可有多少页？一个作业最大空间是多少？ 有一个程序，访问的逻辑地址分别是</a:t>
            </a:r>
            <a:r>
              <a:rPr kumimoji="0" lang="en-US" altLang="zh-CN" sz="2800" b="1" dirty="0">
                <a:solidFill>
                  <a:srgbClr val="004080"/>
                </a:solidFill>
                <a:latin typeface="华文楷体" panose="02010600040101010101" charset="-122"/>
                <a:ea typeface="华文楷体" panose="02010600040101010101" charset="-122"/>
              </a:rPr>
              <a:t>2058</a:t>
            </a:r>
            <a:r>
              <a:rPr kumimoji="0" lang="zh-CN" altLang="en-US" sz="2800" b="1" dirty="0">
                <a:solidFill>
                  <a:srgbClr val="004080"/>
                </a:solidFill>
                <a:latin typeface="华文楷体" panose="02010600040101010101" charset="-122"/>
                <a:ea typeface="华文楷体" panose="02010600040101010101" charset="-122"/>
              </a:rPr>
              <a:t>，</a:t>
            </a:r>
            <a:r>
              <a:rPr kumimoji="0" lang="en-US" altLang="zh-CN" sz="2800" b="1" dirty="0">
                <a:solidFill>
                  <a:srgbClr val="004080"/>
                </a:solidFill>
                <a:latin typeface="华文楷体" panose="02010600040101010101" charset="-122"/>
                <a:ea typeface="华文楷体" panose="02010600040101010101" charset="-122"/>
              </a:rPr>
              <a:t>3072</a:t>
            </a:r>
            <a:r>
              <a:rPr kumimoji="0" lang="zh-CN" altLang="en-US" sz="2800" b="1" dirty="0">
                <a:solidFill>
                  <a:srgbClr val="004080"/>
                </a:solidFill>
                <a:latin typeface="华文楷体" panose="02010600040101010101" charset="-122"/>
                <a:ea typeface="华文楷体" panose="02010600040101010101" charset="-122"/>
              </a:rPr>
              <a:t>和</a:t>
            </a:r>
            <a:r>
              <a:rPr kumimoji="0" lang="en-US" altLang="zh-CN" sz="2800" b="1" dirty="0">
                <a:solidFill>
                  <a:srgbClr val="004080"/>
                </a:solidFill>
                <a:latin typeface="华文楷体" panose="02010600040101010101" charset="-122"/>
                <a:ea typeface="华文楷体" panose="02010600040101010101" charset="-122"/>
              </a:rPr>
              <a:t>1023</a:t>
            </a:r>
            <a:r>
              <a:rPr kumimoji="0" lang="zh-CN" altLang="en-US" sz="2800" b="1" dirty="0">
                <a:solidFill>
                  <a:srgbClr val="004080"/>
                </a:solidFill>
                <a:latin typeface="华文楷体" panose="02010600040101010101" charset="-122"/>
                <a:ea typeface="华文楷体" panose="02010600040101010101" charset="-122"/>
              </a:rPr>
              <a:t>，请问它们的页号是多少？页内地址是多少？ </a:t>
            </a:r>
            <a:endParaRPr kumimoji="0" lang="zh-CN" altLang="en-US" sz="2800" b="1" dirty="0">
              <a:solidFill>
                <a:srgbClr val="004080"/>
              </a:solidFill>
              <a:latin typeface="华文楷体" panose="02010600040101010101" charset="-122"/>
              <a:ea typeface="华文楷体" panose="02010600040101010101" charset="-122"/>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1"/>
          <p:cNvGrpSpPr/>
          <p:nvPr/>
        </p:nvGrpSpPr>
        <p:grpSpPr bwMode="auto">
          <a:xfrm>
            <a:off x="290830" y="1024255"/>
            <a:ext cx="11585575" cy="360045"/>
            <a:chOff x="0" y="418"/>
            <a:chExt cx="5760" cy="227"/>
          </a:xfrm>
        </p:grpSpPr>
        <p:pic>
          <p:nvPicPr>
            <p:cNvPr id="4113" name="Picture 12"/>
            <p:cNvPicPr>
              <a:picLocks noChangeAspect="1" noChangeArrowheads="1"/>
            </p:cNvPicPr>
            <p:nvPr/>
          </p:nvPicPr>
          <p:blipFill>
            <a:blip r:embed="rId1" cstate="print"/>
            <a:srcRect l="7150" t="813"/>
            <a:stretch>
              <a:fillRect/>
            </a:stretch>
          </p:blipFill>
          <p:spPr bwMode="auto">
            <a:xfrm>
              <a:off x="0" y="458"/>
              <a:ext cx="5760" cy="163"/>
            </a:xfrm>
            <a:prstGeom prst="rect">
              <a:avLst/>
            </a:prstGeom>
            <a:noFill/>
            <a:ln w="6350">
              <a:noFill/>
              <a:miter lim="800000"/>
              <a:headEnd/>
              <a:tailEnd/>
            </a:ln>
          </p:spPr>
        </p:pic>
        <p:sp>
          <p:nvSpPr>
            <p:cNvPr id="4114" name="Rectangle 13"/>
            <p:cNvSpPr>
              <a:spLocks noChangeArrowheads="1"/>
            </p:cNvSpPr>
            <p:nvPr/>
          </p:nvSpPr>
          <p:spPr bwMode="auto">
            <a:xfrm>
              <a:off x="3078" y="418"/>
              <a:ext cx="2577" cy="227"/>
            </a:xfrm>
            <a:prstGeom prst="rect">
              <a:avLst/>
            </a:prstGeom>
            <a:noFill/>
            <a:ln w="6350">
              <a:noFill/>
              <a:miter lim="800000"/>
            </a:ln>
          </p:spPr>
          <p:txBody>
            <a:bodyPr wrap="none" lIns="90000" tIns="46800" rIns="90000" bIns="46800" anchor="ctr"/>
            <a:lstStyle/>
            <a:p>
              <a:r>
                <a:rPr lang="en-US" altLang="zh-CN" sz="1700" b="1" dirty="0">
                  <a:solidFill>
                    <a:schemeClr val="bg1"/>
                  </a:solidFill>
                  <a:latin typeface="Times New Roman" panose="02020503050405090304" pitchFamily="18" charset="0"/>
                  <a:ea typeface="微软雅黑" panose="020B0503020204020204" pitchFamily="34" charset="-122"/>
                  <a:cs typeface="Times New Roman" panose="02020503050405090304" pitchFamily="18" charset="0"/>
                </a:rPr>
                <a:t>OPERATING SYSTEM</a:t>
              </a:r>
              <a:endParaRPr lang="en-US" altLang="zh-CN" sz="1700" b="1" dirty="0">
                <a:solidFill>
                  <a:schemeClr val="bg1"/>
                </a:solidFill>
                <a:latin typeface="Times New Roman" panose="02020503050405090304" pitchFamily="18" charset="0"/>
                <a:ea typeface="微软雅黑" panose="020B0503020204020204" pitchFamily="34" charset="-122"/>
                <a:cs typeface="Times New Roman" panose="02020503050405090304" pitchFamily="18" charset="0"/>
              </a:endParaRPr>
            </a:p>
          </p:txBody>
        </p:sp>
      </p:grpSp>
      <p:sp>
        <p:nvSpPr>
          <p:cNvPr id="33" name="Rectangle 2"/>
          <p:cNvSpPr>
            <a:spLocks noGrp="1" noChangeArrowheads="1"/>
          </p:cNvSpPr>
          <p:nvPr>
            <p:ph type="title"/>
          </p:nvPr>
        </p:nvSpPr>
        <p:spPr bwMode="auto">
          <a:xfrm>
            <a:off x="354965" y="487045"/>
            <a:ext cx="7169785" cy="552450"/>
          </a:xfrm>
          <a:solidFill>
            <a:srgbClr val="FFFFFF"/>
          </a:solidFill>
          <a:ln>
            <a:miter lim="800000"/>
          </a:ln>
        </p:spPr>
        <p:txBody>
          <a:bodyPr vert="horz" wrap="square" lIns="91440" tIns="45720" rIns="91440" bIns="45720" numCol="1" anchor="t" anchorCtr="0" compatLnSpc="1">
            <a:normAutofit/>
          </a:bodyPr>
          <a:lstStyle/>
          <a:p>
            <a:pPr algn="l"/>
            <a:r>
              <a:rPr lang="zh-CN" altLang="en-US" sz="3200" b="1" dirty="0">
                <a:latin typeface="Times New Roman" panose="02020503050405090304" pitchFamily="18" charset="0"/>
                <a:ea typeface="华文楷体" panose="02010600040101010101" charset="-122"/>
                <a:cs typeface="Times New Roman" panose="02020503050405090304" pitchFamily="18" charset="0"/>
              </a:rPr>
              <a:t>本章例题</a:t>
            </a:r>
            <a:endParaRPr lang="zh-CN" altLang="en-US" sz="3200" b="1" dirty="0">
              <a:latin typeface="Times New Roman" panose="02020503050405090304" pitchFamily="18" charset="0"/>
              <a:ea typeface="华文楷体" panose="02010600040101010101" charset="-122"/>
              <a:cs typeface="Times New Roman" panose="02020503050405090304" pitchFamily="18" charset="0"/>
            </a:endParaRPr>
          </a:p>
        </p:txBody>
      </p:sp>
      <p:sp>
        <p:nvSpPr>
          <p:cNvPr id="3" name="Rectangle 1"/>
          <p:cNvSpPr>
            <a:spLocks noChangeArrowheads="1"/>
          </p:cNvSpPr>
          <p:nvPr/>
        </p:nvSpPr>
        <p:spPr bwMode="auto">
          <a:xfrm>
            <a:off x="354965" y="1384300"/>
            <a:ext cx="5068061" cy="53245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lvl1pPr indent="266700" eaLnBrk="0" hangingPunct="0">
              <a:defRPr>
                <a:solidFill>
                  <a:schemeClr val="tx1"/>
                </a:solidFill>
                <a:latin typeface="Arial" panose="020B0604020202090204" pitchFamily="34" charset="0"/>
              </a:defRPr>
            </a:lvl1pPr>
            <a:lvl2pPr eaLnBrk="0" hangingPunct="0">
              <a:defRPr>
                <a:solidFill>
                  <a:schemeClr val="tx1"/>
                </a:solidFill>
                <a:latin typeface="Arial" panose="020B0604020202090204" pitchFamily="34" charset="0"/>
              </a:defRPr>
            </a:lvl2pPr>
            <a:lvl3pPr eaLnBrk="0" hangingPunct="0">
              <a:defRPr>
                <a:solidFill>
                  <a:schemeClr val="tx1"/>
                </a:solidFill>
                <a:latin typeface="Arial" panose="020B0604020202090204" pitchFamily="34" charset="0"/>
              </a:defRPr>
            </a:lvl3pPr>
            <a:lvl4pPr eaLnBrk="0" hangingPunct="0">
              <a:defRPr>
                <a:solidFill>
                  <a:schemeClr val="tx1"/>
                </a:solidFill>
                <a:latin typeface="Arial" panose="020B0604020202090204" pitchFamily="34" charset="0"/>
              </a:defRPr>
            </a:lvl4pPr>
            <a:lvl5pPr eaLnBrk="0" hangingPunct="0">
              <a:defRPr>
                <a:solidFill>
                  <a:schemeClr val="tx1"/>
                </a:solidFill>
                <a:latin typeface="Arial" panose="020B0604020202090204" pitchFamily="34" charset="0"/>
              </a:defRPr>
            </a:lvl5pPr>
            <a:lvl6pPr eaLnBrk="0" fontAlgn="base" hangingPunct="0">
              <a:spcBef>
                <a:spcPct val="0"/>
              </a:spcBef>
              <a:spcAft>
                <a:spcPct val="0"/>
              </a:spcAft>
              <a:defRPr>
                <a:solidFill>
                  <a:schemeClr val="tx1"/>
                </a:solidFill>
                <a:latin typeface="Arial" panose="020B0604020202090204" pitchFamily="34" charset="0"/>
              </a:defRPr>
            </a:lvl6pPr>
            <a:lvl7pPr eaLnBrk="0" fontAlgn="base" hangingPunct="0">
              <a:spcBef>
                <a:spcPct val="0"/>
              </a:spcBef>
              <a:spcAft>
                <a:spcPct val="0"/>
              </a:spcAft>
              <a:defRPr>
                <a:solidFill>
                  <a:schemeClr val="tx1"/>
                </a:solidFill>
                <a:latin typeface="Arial" panose="020B0604020202090204" pitchFamily="34" charset="0"/>
              </a:defRPr>
            </a:lvl7pPr>
            <a:lvl8pPr eaLnBrk="0" fontAlgn="base" hangingPunct="0">
              <a:spcBef>
                <a:spcPct val="0"/>
              </a:spcBef>
              <a:spcAft>
                <a:spcPct val="0"/>
              </a:spcAft>
              <a:defRPr>
                <a:solidFill>
                  <a:schemeClr val="tx1"/>
                </a:solidFill>
                <a:latin typeface="Arial" panose="020B0604020202090204" pitchFamily="34" charset="0"/>
              </a:defRPr>
            </a:lvl8pPr>
            <a:lvl9pPr eaLnBrk="0" fontAlgn="base" hangingPunct="0">
              <a:spcBef>
                <a:spcPct val="0"/>
              </a:spcBef>
              <a:spcAft>
                <a:spcPct val="0"/>
              </a:spcAft>
              <a:defRPr>
                <a:solidFill>
                  <a:schemeClr val="tx1"/>
                </a:solidFill>
                <a:latin typeface="Arial" panose="020B0604020202090204" pitchFamily="34" charset="0"/>
              </a:defRPr>
            </a:lvl9pPr>
          </a:lstStyle>
          <a:p>
            <a:pPr marR="0" lvl="0" indent="0" algn="l" defTabSz="914400" rtl="0" eaLnBrk="0" fontAlgn="base" latinLnBrk="0" hangingPunct="0">
              <a:lnSpc>
                <a:spcPct val="100000"/>
              </a:lnSpc>
              <a:spcBef>
                <a:spcPct val="0"/>
              </a:spcBef>
              <a:spcAft>
                <a:spcPct val="0"/>
              </a:spcAft>
              <a:buClrTx/>
              <a:buSzTx/>
            </a:pPr>
            <a:r>
              <a:rPr kumimoji="0" lang="en-US" altLang="zh-CN" sz="2000" b="0" i="0" u="none" strike="noStrike" cap="none" normalizeH="0" baseline="0" dirty="0">
                <a:ln>
                  <a:noFill/>
                </a:ln>
                <a:solidFill>
                  <a:srgbClr val="000000"/>
                </a:solidFill>
                <a:effectLst/>
                <a:latin typeface="华文楷体" panose="02010600040101010101" charset="-122"/>
                <a:ea typeface="华文楷体" panose="02010600040101010101" charset="-122"/>
                <a:cs typeface="华文楷体" panose="02010600040101010101" charset="-122"/>
              </a:rPr>
              <a:t>4.</a:t>
            </a:r>
            <a:r>
              <a:rPr kumimoji="0" lang="zh-CN" altLang="en-US" sz="2000" b="0" i="0" u="none" strike="noStrike" cap="none" normalizeH="0" baseline="0" dirty="0">
                <a:ln>
                  <a:noFill/>
                </a:ln>
                <a:solidFill>
                  <a:srgbClr val="000000"/>
                </a:solidFill>
                <a:effectLst/>
                <a:latin typeface="华文楷体" panose="02010600040101010101" charset="-122"/>
                <a:ea typeface="华文楷体" panose="02010600040101010101" charset="-122"/>
                <a:cs typeface="华文楷体" panose="02010600040101010101" charset="-122"/>
              </a:rPr>
              <a:t>某计算机系统按字节编址，采用二级页表的分页存储管理方式，虚拟地址格式如下所示</a:t>
            </a:r>
            <a:r>
              <a:rPr kumimoji="0" lang="en-US" altLang="zh-CN" sz="2000" b="0" i="0" u="none" strike="noStrike" cap="none" normalizeH="0" baseline="0" dirty="0">
                <a:ln>
                  <a:noFill/>
                </a:ln>
                <a:solidFill>
                  <a:srgbClr val="000000"/>
                </a:solidFill>
                <a:effectLst/>
                <a:latin typeface="华文楷体" panose="02010600040101010101" charset="-122"/>
                <a:ea typeface="华文楷体" panose="02010600040101010101" charset="-122"/>
                <a:cs typeface="华文楷体" panose="02010600040101010101" charset="-122"/>
              </a:rPr>
              <a:t>: </a:t>
            </a:r>
            <a:endParaRPr kumimoji="0" lang="en-US" altLang="zh-CN" sz="2000" b="0" i="0" u="none" strike="noStrike" cap="none" normalizeH="0" baseline="0" dirty="0">
              <a:ln>
                <a:noFill/>
              </a:ln>
              <a:solidFill>
                <a:srgbClr val="000000"/>
              </a:solidFill>
              <a:effectLst/>
              <a:latin typeface="华文楷体" panose="02010600040101010101" charset="-122"/>
              <a:ea typeface="华文楷体" panose="02010600040101010101" charset="-122"/>
              <a:cs typeface="华文楷体" panose="02010600040101010101" charset="-122"/>
            </a:endParaRPr>
          </a:p>
          <a:p>
            <a:pPr marR="0" lvl="0" indent="0" algn="l" defTabSz="914400" rtl="0" eaLnBrk="0" fontAlgn="base" latinLnBrk="0" hangingPunct="0">
              <a:lnSpc>
                <a:spcPct val="100000"/>
              </a:lnSpc>
              <a:spcBef>
                <a:spcPct val="0"/>
              </a:spcBef>
              <a:spcAft>
                <a:spcPct val="0"/>
              </a:spcAft>
              <a:buClrTx/>
              <a:buSzTx/>
            </a:pPr>
            <a:endParaRPr kumimoji="0" lang="en-US" altLang="zh-CN" sz="2000" b="0" i="0" u="none" strike="noStrike" cap="none" normalizeH="0" baseline="0" dirty="0">
              <a:ln>
                <a:noFill/>
              </a:ln>
              <a:solidFill>
                <a:srgbClr val="000000"/>
              </a:solidFill>
              <a:effectLst/>
              <a:latin typeface="华文楷体" panose="02010600040101010101" charset="-122"/>
              <a:ea typeface="华文楷体" panose="02010600040101010101" charset="-122"/>
              <a:cs typeface="华文楷体" panose="02010600040101010101" charset="-122"/>
            </a:endParaRPr>
          </a:p>
          <a:p>
            <a:pPr marR="0" lvl="0" indent="0" algn="l" defTabSz="914400" rtl="0" eaLnBrk="0" fontAlgn="base" latinLnBrk="0" hangingPunct="0">
              <a:lnSpc>
                <a:spcPct val="100000"/>
              </a:lnSpc>
              <a:spcBef>
                <a:spcPct val="0"/>
              </a:spcBef>
              <a:spcAft>
                <a:spcPct val="0"/>
              </a:spcAft>
              <a:buClrTx/>
              <a:buSzTx/>
            </a:pPr>
            <a:endParaRPr kumimoji="0" lang="en-US" altLang="zh-CN" sz="2000" b="0" i="0" u="none" strike="noStrike" cap="none" normalizeH="0" baseline="0" dirty="0">
              <a:ln>
                <a:noFill/>
              </a:ln>
              <a:solidFill>
                <a:srgbClr val="000000"/>
              </a:solidFill>
              <a:effectLst/>
              <a:latin typeface="华文楷体" panose="02010600040101010101" charset="-122"/>
              <a:ea typeface="华文楷体" panose="02010600040101010101" charset="-122"/>
              <a:cs typeface="华文楷体" panose="02010600040101010101" charset="-122"/>
            </a:endParaRPr>
          </a:p>
          <a:p>
            <a:pPr marR="0" lvl="0" indent="0" algn="l" defTabSz="914400" rtl="0" eaLnBrk="0" fontAlgn="base" latinLnBrk="0" hangingPunct="0">
              <a:lnSpc>
                <a:spcPct val="100000"/>
              </a:lnSpc>
              <a:spcBef>
                <a:spcPct val="0"/>
              </a:spcBef>
              <a:spcAft>
                <a:spcPct val="0"/>
              </a:spcAft>
              <a:buClrTx/>
              <a:buSzTx/>
            </a:pPr>
            <a:endParaRPr kumimoji="0" lang="en-US" altLang="zh-CN" sz="2000" b="0" i="0" u="none" strike="noStrike" cap="none" normalizeH="0" baseline="0" dirty="0">
              <a:ln>
                <a:noFill/>
              </a:ln>
              <a:solidFill>
                <a:srgbClr val="000000"/>
              </a:solidFill>
              <a:effectLst/>
              <a:latin typeface="华文楷体" panose="02010600040101010101" charset="-122"/>
              <a:ea typeface="华文楷体" panose="02010600040101010101" charset="-122"/>
              <a:cs typeface="华文楷体" panose="02010600040101010101" charset="-122"/>
            </a:endParaRPr>
          </a:p>
          <a:p>
            <a:pPr marR="0" lvl="0" indent="0" algn="l" defTabSz="914400" rtl="0" eaLnBrk="0" fontAlgn="base" latinLnBrk="0" hangingPunct="0">
              <a:lnSpc>
                <a:spcPct val="100000"/>
              </a:lnSpc>
              <a:spcBef>
                <a:spcPct val="0"/>
              </a:spcBef>
              <a:spcAft>
                <a:spcPct val="0"/>
              </a:spcAft>
              <a:buClrTx/>
              <a:buSzTx/>
            </a:pPr>
            <a:endParaRPr lang="en-US" altLang="zh-CN" sz="2000" b="0" dirty="0">
              <a:solidFill>
                <a:srgbClr val="000000"/>
              </a:solidFill>
              <a:latin typeface="华文楷体" panose="02010600040101010101" charset="-122"/>
              <a:ea typeface="华文楷体" panose="02010600040101010101" charset="-122"/>
              <a:cs typeface="华文楷体" panose="02010600040101010101" charset="-122"/>
            </a:endParaRPr>
          </a:p>
          <a:p>
            <a:pPr marR="0" lvl="0" indent="0" algn="l" defTabSz="914400" rtl="0" eaLnBrk="0" fontAlgn="base" latinLnBrk="0" hangingPunct="0">
              <a:lnSpc>
                <a:spcPct val="100000"/>
              </a:lnSpc>
              <a:spcBef>
                <a:spcPct val="0"/>
              </a:spcBef>
              <a:spcAft>
                <a:spcPct val="0"/>
              </a:spcAft>
              <a:buClrTx/>
              <a:buSzTx/>
            </a:pPr>
            <a:endParaRPr kumimoji="0" lang="en-US" altLang="zh-CN" sz="2000" b="0" i="0" u="none" strike="noStrike" cap="none" normalizeH="0" baseline="0" dirty="0">
              <a:ln>
                <a:noFill/>
              </a:ln>
              <a:solidFill>
                <a:srgbClr val="000000"/>
              </a:solidFill>
              <a:effectLst/>
              <a:latin typeface="华文楷体" panose="02010600040101010101" charset="-122"/>
              <a:ea typeface="华文楷体" panose="02010600040101010101" charset="-122"/>
              <a:cs typeface="华文楷体" panose="02010600040101010101" charset="-122"/>
            </a:endParaRPr>
          </a:p>
          <a:p>
            <a:pPr marR="0" lvl="0" indent="0" algn="l" defTabSz="914400" rtl="0" eaLnBrk="0" fontAlgn="base" latinLnBrk="0" hangingPunct="0">
              <a:lnSpc>
                <a:spcPct val="100000"/>
              </a:lnSpc>
              <a:spcBef>
                <a:spcPct val="0"/>
              </a:spcBef>
              <a:spcAft>
                <a:spcPct val="0"/>
              </a:spcAft>
              <a:buClrTx/>
              <a:buSzTx/>
            </a:pPr>
            <a:endParaRPr kumimoji="0" lang="en-US" altLang="zh-CN" sz="2000" b="0" i="0" u="none" strike="noStrike" cap="none" normalizeH="0" baseline="0" dirty="0">
              <a:ln>
                <a:noFill/>
              </a:ln>
              <a:solidFill>
                <a:srgbClr val="000000"/>
              </a:solidFill>
              <a:effectLst/>
              <a:latin typeface="华文楷体" panose="02010600040101010101" charset="-122"/>
              <a:ea typeface="华文楷体" panose="02010600040101010101" charset="-122"/>
              <a:cs typeface="华文楷体" panose="02010600040101010101" charset="-122"/>
            </a:endParaRPr>
          </a:p>
          <a:p>
            <a:pPr marR="0" lvl="0" indent="0" algn="l" defTabSz="914400" rtl="0" eaLnBrk="0" fontAlgn="base" latinLnBrk="0" hangingPunct="0">
              <a:lnSpc>
                <a:spcPct val="100000"/>
              </a:lnSpc>
              <a:spcBef>
                <a:spcPct val="0"/>
              </a:spcBef>
              <a:spcAft>
                <a:spcPct val="0"/>
              </a:spcAft>
              <a:buClrTx/>
              <a:buSzTx/>
            </a:pPr>
            <a:r>
              <a:rPr kumimoji="0" lang="zh-CN" altLang="en-US" sz="2000" b="0" i="0" u="none" strike="noStrike" cap="none" normalizeH="0" baseline="0" dirty="0">
                <a:ln>
                  <a:noFill/>
                </a:ln>
                <a:solidFill>
                  <a:srgbClr val="000000"/>
                </a:solidFill>
                <a:effectLst/>
                <a:latin typeface="华文楷体" panose="02010600040101010101" charset="-122"/>
                <a:ea typeface="华文楷体" panose="02010600040101010101" charset="-122"/>
                <a:cs typeface="华文楷体" panose="02010600040101010101" charset="-122"/>
              </a:rPr>
              <a:t>请回答下列问题</a:t>
            </a:r>
            <a:r>
              <a:rPr kumimoji="0" lang="en-US" altLang="zh-CN" sz="2000" b="0" i="0" u="none" strike="noStrike" cap="none" normalizeH="0" baseline="0" dirty="0">
                <a:ln>
                  <a:noFill/>
                </a:ln>
                <a:solidFill>
                  <a:srgbClr val="000000"/>
                </a:solidFill>
                <a:effectLst/>
                <a:latin typeface="华文楷体" panose="02010600040101010101" charset="-122"/>
                <a:ea typeface="华文楷体" panose="02010600040101010101" charset="-122"/>
                <a:cs typeface="华文楷体" panose="02010600040101010101" charset="-122"/>
              </a:rPr>
              <a:t>:</a:t>
            </a:r>
            <a:endParaRPr kumimoji="0" lang="en-US" altLang="zh-CN" sz="2000" b="0" i="0" u="none" strike="noStrike" cap="none" normalizeH="0" baseline="0" dirty="0">
              <a:ln>
                <a:noFill/>
              </a:ln>
              <a:solidFill>
                <a:srgbClr val="000000"/>
              </a:solidFill>
              <a:effectLst/>
              <a:latin typeface="华文楷体" panose="02010600040101010101" charset="-122"/>
              <a:ea typeface="华文楷体" panose="02010600040101010101" charset="-122"/>
              <a:cs typeface="华文楷体" panose="02010600040101010101" charset="-122"/>
            </a:endParaRPr>
          </a:p>
          <a:p>
            <a:pPr marR="0" lvl="0" indent="0" algn="l" defTabSz="914400" rtl="0" eaLnBrk="0" fontAlgn="base" latinLnBrk="0" hangingPunct="0">
              <a:lnSpc>
                <a:spcPct val="100000"/>
              </a:lnSpc>
              <a:spcBef>
                <a:spcPct val="0"/>
              </a:spcBef>
              <a:spcAft>
                <a:spcPct val="0"/>
              </a:spcAft>
              <a:buClrTx/>
              <a:buSzTx/>
            </a:pPr>
            <a:r>
              <a:rPr kumimoji="0" lang="en-US" altLang="zh-CN" sz="2000" b="0" i="0" u="none" strike="noStrike" cap="none" normalizeH="0" baseline="0" dirty="0">
                <a:ln>
                  <a:noFill/>
                </a:ln>
                <a:solidFill>
                  <a:srgbClr val="000000"/>
                </a:solidFill>
                <a:effectLst/>
                <a:latin typeface="华文楷体" panose="02010600040101010101" charset="-122"/>
                <a:ea typeface="华文楷体" panose="02010600040101010101" charset="-122"/>
                <a:cs typeface="华文楷体" panose="02010600040101010101" charset="-122"/>
              </a:rPr>
              <a:t>        1)</a:t>
            </a:r>
            <a:r>
              <a:rPr kumimoji="0" lang="zh-CN" altLang="en-US" sz="2000" b="0" i="0" u="none" strike="noStrike" cap="none" normalizeH="0" baseline="0" dirty="0">
                <a:ln>
                  <a:noFill/>
                </a:ln>
                <a:solidFill>
                  <a:srgbClr val="000000"/>
                </a:solidFill>
                <a:effectLst/>
                <a:latin typeface="华文楷体" panose="02010600040101010101" charset="-122"/>
                <a:ea typeface="华文楷体" panose="02010600040101010101" charset="-122"/>
                <a:cs typeface="华文楷体" panose="02010600040101010101" charset="-122"/>
              </a:rPr>
              <a:t>页和页框的大小各为多少字节？进程的虚拟地址空间大小为多少页？</a:t>
            </a:r>
            <a:endParaRPr kumimoji="0" lang="zh-CN" altLang="en-US" sz="2000" b="0" i="0" u="none" strike="noStrike" cap="none" normalizeH="0" baseline="0" dirty="0">
              <a:ln>
                <a:noFill/>
              </a:ln>
              <a:solidFill>
                <a:srgbClr val="000000"/>
              </a:solidFill>
              <a:effectLst/>
              <a:latin typeface="华文楷体" panose="02010600040101010101" charset="-122"/>
              <a:ea typeface="华文楷体" panose="02010600040101010101" charset="-122"/>
              <a:cs typeface="华文楷体" panose="02010600040101010101" charset="-122"/>
            </a:endParaRPr>
          </a:p>
          <a:p>
            <a:pPr marR="0" lvl="0" indent="0" algn="l" defTabSz="914400" rtl="0" eaLnBrk="0" fontAlgn="base" latinLnBrk="0" hangingPunct="0">
              <a:lnSpc>
                <a:spcPct val="100000"/>
              </a:lnSpc>
              <a:spcBef>
                <a:spcPct val="0"/>
              </a:spcBef>
              <a:spcAft>
                <a:spcPct val="0"/>
              </a:spcAft>
              <a:buClrTx/>
              <a:buSzTx/>
            </a:pPr>
            <a:r>
              <a:rPr kumimoji="0" lang="en-US" altLang="zh-CN" sz="2000" b="0" i="0" u="none" strike="noStrike" cap="none" normalizeH="0" baseline="0" dirty="0">
                <a:ln>
                  <a:noFill/>
                </a:ln>
                <a:solidFill>
                  <a:srgbClr val="000000"/>
                </a:solidFill>
                <a:effectLst/>
                <a:latin typeface="华文楷体" panose="02010600040101010101" charset="-122"/>
                <a:ea typeface="华文楷体" panose="02010600040101010101" charset="-122"/>
                <a:cs typeface="华文楷体" panose="02010600040101010101" charset="-122"/>
              </a:rPr>
              <a:t>        2)</a:t>
            </a:r>
            <a:r>
              <a:rPr kumimoji="0" lang="zh-CN" altLang="en-US" sz="2000" b="0" i="0" u="none" strike="noStrike" cap="none" normalizeH="0" baseline="0" dirty="0">
                <a:ln>
                  <a:noFill/>
                </a:ln>
                <a:solidFill>
                  <a:srgbClr val="000000"/>
                </a:solidFill>
                <a:effectLst/>
                <a:latin typeface="华文楷体" panose="02010600040101010101" charset="-122"/>
                <a:ea typeface="华文楷体" panose="02010600040101010101" charset="-122"/>
                <a:cs typeface="华文楷体" panose="02010600040101010101" charset="-122"/>
              </a:rPr>
              <a:t>若页目录项和页表项均占</a:t>
            </a:r>
            <a:r>
              <a:rPr kumimoji="0" lang="en-US" altLang="zh-CN" sz="2000" b="0" i="0" u="none" strike="noStrike" cap="none" normalizeH="0" baseline="0" dirty="0">
                <a:ln>
                  <a:noFill/>
                </a:ln>
                <a:solidFill>
                  <a:srgbClr val="000000"/>
                </a:solidFill>
                <a:effectLst/>
                <a:latin typeface="华文楷体" panose="02010600040101010101" charset="-122"/>
                <a:ea typeface="华文楷体" panose="02010600040101010101" charset="-122"/>
                <a:cs typeface="华文楷体" panose="02010600040101010101" charset="-122"/>
              </a:rPr>
              <a:t>4B,</a:t>
            </a:r>
            <a:r>
              <a:rPr kumimoji="0" lang="zh-CN" altLang="en-US" sz="2000" b="0" i="0" u="none" strike="noStrike" cap="none" normalizeH="0" baseline="0" dirty="0">
                <a:ln>
                  <a:noFill/>
                </a:ln>
                <a:solidFill>
                  <a:srgbClr val="000000"/>
                </a:solidFill>
                <a:effectLst/>
                <a:latin typeface="华文楷体" panose="02010600040101010101" charset="-122"/>
                <a:ea typeface="华文楷体" panose="02010600040101010101" charset="-122"/>
                <a:cs typeface="华文楷体" panose="02010600040101010101" charset="-122"/>
              </a:rPr>
              <a:t>则进程的页目录和页表共占多少页</a:t>
            </a:r>
            <a:r>
              <a:rPr kumimoji="0" lang="en-US" altLang="zh-CN" sz="2000" b="0" i="0" u="none" strike="noStrike" cap="none" normalizeH="0" baseline="0" dirty="0">
                <a:ln>
                  <a:noFill/>
                </a:ln>
                <a:solidFill>
                  <a:srgbClr val="000000"/>
                </a:solidFill>
                <a:effectLst/>
                <a:latin typeface="华文楷体" panose="02010600040101010101" charset="-122"/>
                <a:ea typeface="华文楷体" panose="02010600040101010101" charset="-122"/>
                <a:cs typeface="华文楷体" panose="02010600040101010101" charset="-122"/>
              </a:rPr>
              <a:t>?</a:t>
            </a:r>
            <a:r>
              <a:rPr kumimoji="0" lang="zh-CN" altLang="en-US" sz="2000" b="0" i="0" u="none" strike="noStrike" cap="none" normalizeH="0" baseline="0" dirty="0">
                <a:ln>
                  <a:noFill/>
                </a:ln>
                <a:solidFill>
                  <a:srgbClr val="000000"/>
                </a:solidFill>
                <a:effectLst/>
                <a:latin typeface="华文楷体" panose="02010600040101010101" charset="-122"/>
                <a:ea typeface="华文楷体" panose="02010600040101010101" charset="-122"/>
                <a:cs typeface="华文楷体" panose="02010600040101010101" charset="-122"/>
              </a:rPr>
              <a:t>写出计算过程。</a:t>
            </a:r>
            <a:endParaRPr kumimoji="0" lang="zh-CN" altLang="en-US" sz="2000" b="0" i="0" u="none" strike="noStrike" cap="none" normalizeH="0" baseline="0" dirty="0">
              <a:ln>
                <a:noFill/>
              </a:ln>
              <a:solidFill>
                <a:srgbClr val="000000"/>
              </a:solidFill>
              <a:effectLst/>
              <a:latin typeface="华文楷体" panose="02010600040101010101" charset="-122"/>
              <a:ea typeface="华文楷体" panose="02010600040101010101" charset="-122"/>
              <a:cs typeface="华文楷体" panose="02010600040101010101" charset="-122"/>
            </a:endParaRPr>
          </a:p>
          <a:p>
            <a:pPr marR="0" lvl="0" indent="0" algn="l" defTabSz="914400" rtl="0" eaLnBrk="0" fontAlgn="base" latinLnBrk="0" hangingPunct="0">
              <a:lnSpc>
                <a:spcPct val="100000"/>
              </a:lnSpc>
              <a:spcBef>
                <a:spcPct val="0"/>
              </a:spcBef>
              <a:spcAft>
                <a:spcPct val="0"/>
              </a:spcAft>
              <a:buClrTx/>
              <a:buSzTx/>
            </a:pPr>
            <a:r>
              <a:rPr kumimoji="0" lang="en-US" altLang="zh-CN" sz="2000" b="0" i="0" u="none" strike="noStrike" cap="none" normalizeH="0" baseline="0" dirty="0">
                <a:ln>
                  <a:noFill/>
                </a:ln>
                <a:solidFill>
                  <a:srgbClr val="000000"/>
                </a:solidFill>
                <a:effectLst/>
                <a:latin typeface="华文楷体" panose="02010600040101010101" charset="-122"/>
                <a:ea typeface="华文楷体" panose="02010600040101010101" charset="-122"/>
                <a:cs typeface="华文楷体" panose="02010600040101010101" charset="-122"/>
              </a:rPr>
              <a:t>        3)</a:t>
            </a:r>
            <a:r>
              <a:rPr kumimoji="0" lang="zh-CN" altLang="en-US" sz="2000" b="0" i="0" u="none" strike="noStrike" cap="none" normalizeH="0" baseline="0" dirty="0">
                <a:ln>
                  <a:noFill/>
                </a:ln>
                <a:solidFill>
                  <a:srgbClr val="000000"/>
                </a:solidFill>
                <a:effectLst/>
                <a:latin typeface="华文楷体" panose="02010600040101010101" charset="-122"/>
                <a:ea typeface="华文楷体" panose="02010600040101010101" charset="-122"/>
                <a:cs typeface="华文楷体" panose="02010600040101010101" charset="-122"/>
              </a:rPr>
              <a:t>若某指令周期内访问的虚拟地址为</a:t>
            </a:r>
            <a:r>
              <a:rPr kumimoji="0" lang="en-US" altLang="zh-CN" sz="2000" b="0" i="0" u="none" strike="noStrike" cap="none" normalizeH="0" baseline="0" dirty="0">
                <a:ln>
                  <a:noFill/>
                </a:ln>
                <a:solidFill>
                  <a:srgbClr val="000000"/>
                </a:solidFill>
                <a:effectLst/>
                <a:latin typeface="华文楷体" panose="02010600040101010101" charset="-122"/>
                <a:ea typeface="华文楷体" panose="02010600040101010101" charset="-122"/>
                <a:cs typeface="华文楷体" panose="02010600040101010101" charset="-122"/>
              </a:rPr>
              <a:t>0100 0000H</a:t>
            </a:r>
            <a:r>
              <a:rPr kumimoji="0" lang="zh-CN" altLang="en-US" sz="2000" b="0" i="0" u="none" strike="noStrike" cap="none" normalizeH="0" baseline="0" dirty="0">
                <a:ln>
                  <a:noFill/>
                </a:ln>
                <a:solidFill>
                  <a:srgbClr val="000000"/>
                </a:solidFill>
                <a:effectLst/>
                <a:latin typeface="华文楷体" panose="02010600040101010101" charset="-122"/>
                <a:ea typeface="华文楷体" panose="02010600040101010101" charset="-122"/>
                <a:cs typeface="华文楷体" panose="02010600040101010101" charset="-122"/>
              </a:rPr>
              <a:t>和</a:t>
            </a:r>
            <a:r>
              <a:rPr kumimoji="0" lang="en-US" altLang="zh-CN" sz="2000" b="0" i="0" u="none" strike="noStrike" cap="none" normalizeH="0" baseline="0" dirty="0">
                <a:ln>
                  <a:noFill/>
                </a:ln>
                <a:solidFill>
                  <a:srgbClr val="000000"/>
                </a:solidFill>
                <a:effectLst/>
                <a:latin typeface="华文楷体" panose="02010600040101010101" charset="-122"/>
                <a:ea typeface="华文楷体" panose="02010600040101010101" charset="-122"/>
                <a:cs typeface="华文楷体" panose="02010600040101010101" charset="-122"/>
              </a:rPr>
              <a:t>0111 2048H,</a:t>
            </a:r>
            <a:r>
              <a:rPr kumimoji="0" lang="zh-CN" altLang="en-US" sz="2000" b="0" i="0" u="none" strike="noStrike" cap="none" normalizeH="0" baseline="0" dirty="0">
                <a:ln>
                  <a:noFill/>
                </a:ln>
                <a:solidFill>
                  <a:srgbClr val="000000"/>
                </a:solidFill>
                <a:effectLst/>
                <a:latin typeface="华文楷体" panose="02010600040101010101" charset="-122"/>
                <a:ea typeface="华文楷体" panose="02010600040101010101" charset="-122"/>
                <a:cs typeface="华文楷体" panose="02010600040101010101" charset="-122"/>
              </a:rPr>
              <a:t>则进行地址转换时共访问多少个二级页表</a:t>
            </a:r>
            <a:r>
              <a:rPr kumimoji="0" lang="en-US" altLang="zh-CN" sz="2000" b="0" i="0" u="none" strike="noStrike" cap="none" normalizeH="0" baseline="0" dirty="0">
                <a:ln>
                  <a:noFill/>
                </a:ln>
                <a:solidFill>
                  <a:srgbClr val="000000"/>
                </a:solidFill>
                <a:effectLst/>
                <a:latin typeface="华文楷体" panose="02010600040101010101" charset="-122"/>
                <a:ea typeface="华文楷体" panose="02010600040101010101" charset="-122"/>
                <a:cs typeface="华文楷体" panose="02010600040101010101" charset="-122"/>
              </a:rPr>
              <a:t>?</a:t>
            </a:r>
            <a:r>
              <a:rPr kumimoji="0" lang="zh-CN" altLang="en-US" sz="2000" b="0" i="0" u="none" strike="noStrike" cap="none" normalizeH="0" baseline="0" dirty="0">
                <a:ln>
                  <a:noFill/>
                </a:ln>
                <a:solidFill>
                  <a:srgbClr val="000000"/>
                </a:solidFill>
                <a:effectLst/>
                <a:latin typeface="华文楷体" panose="02010600040101010101" charset="-122"/>
                <a:ea typeface="华文楷体" panose="02010600040101010101" charset="-122"/>
                <a:cs typeface="华文楷体" panose="02010600040101010101" charset="-122"/>
              </a:rPr>
              <a:t>说明理由。</a:t>
            </a:r>
            <a:endParaRPr kumimoji="0" lang="zh-CN" altLang="en-US" sz="2000" b="0" i="0" u="none" strike="noStrike" cap="none" normalizeH="0" baseline="0" dirty="0">
              <a:ln>
                <a:noFill/>
              </a:ln>
              <a:solidFill>
                <a:srgbClr val="000000"/>
              </a:solidFill>
              <a:effectLst/>
              <a:latin typeface="华文楷体" panose="02010600040101010101" charset="-122"/>
              <a:ea typeface="华文楷体" panose="02010600040101010101" charset="-122"/>
              <a:cs typeface="华文楷体" panose="02010600040101010101" charset="-122"/>
            </a:endParaRPr>
          </a:p>
        </p:txBody>
      </p:sp>
      <p:graphicFrame>
        <p:nvGraphicFramePr>
          <p:cNvPr id="4" name="表格 3"/>
          <p:cNvGraphicFramePr>
            <a:graphicFrameLocks noGrp="1"/>
          </p:cNvGraphicFramePr>
          <p:nvPr>
            <p:custDataLst>
              <p:tags r:id="rId2"/>
            </p:custDataLst>
          </p:nvPr>
        </p:nvGraphicFramePr>
        <p:xfrm>
          <a:off x="901142" y="2510708"/>
          <a:ext cx="9475470" cy="1263650"/>
        </p:xfrm>
        <a:graphic>
          <a:graphicData uri="http://schemas.openxmlformats.org/drawingml/2006/table">
            <a:tbl>
              <a:tblPr firstRow="1" firstCol="1" bandRow="1">
                <a:tableStyleId>{5C22544A-7EE6-4342-B048-85BDC9FD1C3A}</a:tableStyleId>
              </a:tblPr>
              <a:tblGrid>
                <a:gridCol w="3158490"/>
                <a:gridCol w="3158490"/>
                <a:gridCol w="3158490"/>
              </a:tblGrid>
              <a:tr h="631825">
                <a:tc>
                  <a:txBody>
                    <a:bodyPr/>
                    <a:lstStyle/>
                    <a:p>
                      <a:pPr indent="266700" algn="ctr">
                        <a:lnSpc>
                          <a:spcPct val="150000"/>
                        </a:lnSpc>
                      </a:pPr>
                      <a:r>
                        <a:rPr lang="en-US" sz="1800" kern="100" dirty="0">
                          <a:solidFill>
                            <a:schemeClr val="tx1"/>
                          </a:solidFill>
                          <a:effectLst/>
                          <a:latin typeface="Times New Roman" panose="02020503050405090304" pitchFamily="18" charset="0"/>
                          <a:ea typeface="宋体" pitchFamily="2" charset="-122"/>
                          <a:cs typeface="Times New Roman" panose="02020503050405090304" pitchFamily="18" charset="0"/>
                        </a:rPr>
                        <a:t>10</a:t>
                      </a:r>
                      <a:r>
                        <a:rPr lang="zh-CN" sz="1800" kern="100" dirty="0">
                          <a:solidFill>
                            <a:schemeClr val="tx1"/>
                          </a:solidFill>
                          <a:effectLst/>
                          <a:latin typeface="Times New Roman" panose="02020503050405090304" pitchFamily="18" charset="0"/>
                          <a:ea typeface="宋体" pitchFamily="2" charset="-122"/>
                          <a:cs typeface="Times New Roman" panose="02020503050405090304" pitchFamily="18" charset="0"/>
                        </a:rPr>
                        <a:t>位</a:t>
                      </a:r>
                      <a:endParaRPr lang="zh-CN" sz="1800" kern="100" dirty="0">
                        <a:solidFill>
                          <a:schemeClr val="tx1"/>
                        </a:solidFill>
                        <a:effectLst/>
                        <a:latin typeface="Times New Roman" panose="02020503050405090304" pitchFamily="18" charset="0"/>
                        <a:ea typeface="宋体" pitchFamily="2" charset="-122"/>
                        <a:cs typeface="Times New Roman" panose="02020503050405090304" pitchFamily="18" charset="0"/>
                      </a:endParaRPr>
                    </a:p>
                  </a:txBody>
                  <a:tcPr marL="68580" marR="68580" marT="0" marB="0"/>
                </a:tc>
                <a:tc>
                  <a:txBody>
                    <a:bodyPr/>
                    <a:lstStyle/>
                    <a:p>
                      <a:pPr indent="266700" algn="ctr">
                        <a:lnSpc>
                          <a:spcPct val="150000"/>
                        </a:lnSpc>
                      </a:pPr>
                      <a:r>
                        <a:rPr lang="en-US" sz="1800" kern="100">
                          <a:solidFill>
                            <a:schemeClr val="tx1"/>
                          </a:solidFill>
                          <a:effectLst/>
                          <a:latin typeface="Times New Roman" panose="02020503050405090304" pitchFamily="18" charset="0"/>
                          <a:ea typeface="宋体" pitchFamily="2" charset="-122"/>
                          <a:cs typeface="Times New Roman" panose="02020503050405090304" pitchFamily="18" charset="0"/>
                        </a:rPr>
                        <a:t>10</a:t>
                      </a:r>
                      <a:r>
                        <a:rPr lang="zh-CN" sz="1800" kern="100">
                          <a:solidFill>
                            <a:schemeClr val="tx1"/>
                          </a:solidFill>
                          <a:effectLst/>
                          <a:latin typeface="Times New Roman" panose="02020503050405090304" pitchFamily="18" charset="0"/>
                          <a:ea typeface="宋体" pitchFamily="2" charset="-122"/>
                          <a:cs typeface="Times New Roman" panose="02020503050405090304" pitchFamily="18" charset="0"/>
                        </a:rPr>
                        <a:t>位</a:t>
                      </a:r>
                      <a:endParaRPr lang="zh-CN" sz="1800" kern="100">
                        <a:solidFill>
                          <a:schemeClr val="tx1"/>
                        </a:solidFill>
                        <a:effectLst/>
                        <a:latin typeface="Times New Roman" panose="02020503050405090304" pitchFamily="18" charset="0"/>
                        <a:ea typeface="宋体" pitchFamily="2" charset="-122"/>
                        <a:cs typeface="Times New Roman" panose="02020503050405090304" pitchFamily="18" charset="0"/>
                      </a:endParaRPr>
                    </a:p>
                  </a:txBody>
                  <a:tcPr marL="68580" marR="68580" marT="0" marB="0"/>
                </a:tc>
                <a:tc>
                  <a:txBody>
                    <a:bodyPr/>
                    <a:lstStyle/>
                    <a:p>
                      <a:pPr indent="266700" algn="ctr">
                        <a:lnSpc>
                          <a:spcPct val="150000"/>
                        </a:lnSpc>
                      </a:pPr>
                      <a:r>
                        <a:rPr lang="en-US" sz="1800" kern="100" dirty="0">
                          <a:solidFill>
                            <a:schemeClr val="tx1"/>
                          </a:solidFill>
                          <a:effectLst/>
                          <a:latin typeface="Times New Roman" panose="02020503050405090304" pitchFamily="18" charset="0"/>
                          <a:ea typeface="宋体" pitchFamily="2" charset="-122"/>
                          <a:cs typeface="Times New Roman" panose="02020503050405090304" pitchFamily="18" charset="0"/>
                        </a:rPr>
                        <a:t>12</a:t>
                      </a:r>
                      <a:r>
                        <a:rPr lang="zh-CN" sz="1800" kern="100" dirty="0">
                          <a:solidFill>
                            <a:schemeClr val="tx1"/>
                          </a:solidFill>
                          <a:effectLst/>
                          <a:latin typeface="Times New Roman" panose="02020503050405090304" pitchFamily="18" charset="0"/>
                          <a:ea typeface="宋体" pitchFamily="2" charset="-122"/>
                          <a:cs typeface="Times New Roman" panose="02020503050405090304" pitchFamily="18" charset="0"/>
                        </a:rPr>
                        <a:t>位</a:t>
                      </a:r>
                      <a:endParaRPr lang="zh-CN" sz="1800" kern="100" dirty="0">
                        <a:solidFill>
                          <a:schemeClr val="tx1"/>
                        </a:solidFill>
                        <a:effectLst/>
                        <a:latin typeface="Times New Roman" panose="02020503050405090304" pitchFamily="18" charset="0"/>
                        <a:ea typeface="宋体" pitchFamily="2" charset="-122"/>
                        <a:cs typeface="Times New Roman" panose="02020503050405090304" pitchFamily="18" charset="0"/>
                      </a:endParaRPr>
                    </a:p>
                  </a:txBody>
                  <a:tcPr marL="68580" marR="68580" marT="0" marB="0"/>
                </a:tc>
              </a:tr>
              <a:tr h="631825">
                <a:tc>
                  <a:txBody>
                    <a:bodyPr/>
                    <a:lstStyle/>
                    <a:p>
                      <a:pPr indent="266700" algn="ctr">
                        <a:lnSpc>
                          <a:spcPct val="150000"/>
                        </a:lnSpc>
                      </a:pPr>
                      <a:r>
                        <a:rPr lang="zh-CN" sz="1800" kern="100" dirty="0">
                          <a:solidFill>
                            <a:schemeClr val="tx1"/>
                          </a:solidFill>
                          <a:effectLst/>
                          <a:latin typeface="Times New Roman" panose="02020503050405090304" pitchFamily="18" charset="0"/>
                          <a:ea typeface="宋体" pitchFamily="2" charset="-122"/>
                          <a:cs typeface="Times New Roman" panose="02020503050405090304" pitchFamily="18" charset="0"/>
                        </a:rPr>
                        <a:t>页目录号</a:t>
                      </a:r>
                      <a:endParaRPr lang="zh-CN" sz="1800" kern="100" dirty="0">
                        <a:solidFill>
                          <a:schemeClr val="tx1"/>
                        </a:solidFill>
                        <a:effectLst/>
                        <a:latin typeface="Times New Roman" panose="02020503050405090304" pitchFamily="18" charset="0"/>
                        <a:ea typeface="宋体" pitchFamily="2" charset="-122"/>
                        <a:cs typeface="Times New Roman" panose="02020503050405090304" pitchFamily="18" charset="0"/>
                      </a:endParaRPr>
                    </a:p>
                  </a:txBody>
                  <a:tcPr marL="68580" marR="68580" marT="0" marB="0">
                    <a:solidFill>
                      <a:schemeClr val="accent1">
                        <a:lumMod val="20000"/>
                        <a:lumOff val="80000"/>
                      </a:schemeClr>
                    </a:solidFill>
                  </a:tcPr>
                </a:tc>
                <a:tc>
                  <a:txBody>
                    <a:bodyPr/>
                    <a:lstStyle/>
                    <a:p>
                      <a:pPr indent="266700" algn="ctr">
                        <a:lnSpc>
                          <a:spcPct val="150000"/>
                        </a:lnSpc>
                      </a:pPr>
                      <a:r>
                        <a:rPr lang="zh-CN" sz="1800" kern="100" dirty="0">
                          <a:solidFill>
                            <a:schemeClr val="tx1"/>
                          </a:solidFill>
                          <a:effectLst/>
                          <a:latin typeface="Times New Roman" panose="02020503050405090304" pitchFamily="18" charset="0"/>
                          <a:ea typeface="宋体" pitchFamily="2" charset="-122"/>
                          <a:cs typeface="Times New Roman" panose="02020503050405090304" pitchFamily="18" charset="0"/>
                        </a:rPr>
                        <a:t>页表索引</a:t>
                      </a:r>
                      <a:endParaRPr lang="zh-CN" sz="1800" kern="100" dirty="0">
                        <a:solidFill>
                          <a:schemeClr val="tx1"/>
                        </a:solidFill>
                        <a:effectLst/>
                        <a:latin typeface="Times New Roman" panose="02020503050405090304" pitchFamily="18" charset="0"/>
                        <a:ea typeface="宋体" pitchFamily="2" charset="-122"/>
                        <a:cs typeface="Times New Roman" panose="02020503050405090304" pitchFamily="18" charset="0"/>
                      </a:endParaRPr>
                    </a:p>
                  </a:txBody>
                  <a:tcPr marL="68580" marR="68580" marT="0" marB="0">
                    <a:solidFill>
                      <a:schemeClr val="accent1">
                        <a:lumMod val="20000"/>
                        <a:lumOff val="80000"/>
                      </a:schemeClr>
                    </a:solidFill>
                  </a:tcPr>
                </a:tc>
                <a:tc>
                  <a:txBody>
                    <a:bodyPr/>
                    <a:lstStyle/>
                    <a:p>
                      <a:pPr indent="266700" algn="ctr">
                        <a:lnSpc>
                          <a:spcPct val="150000"/>
                        </a:lnSpc>
                      </a:pPr>
                      <a:r>
                        <a:rPr lang="zh-CN" sz="1800" kern="100" dirty="0">
                          <a:solidFill>
                            <a:schemeClr val="tx1"/>
                          </a:solidFill>
                          <a:effectLst/>
                          <a:latin typeface="Times New Roman" panose="02020503050405090304" pitchFamily="18" charset="0"/>
                          <a:ea typeface="宋体" pitchFamily="2" charset="-122"/>
                          <a:cs typeface="Times New Roman" panose="02020503050405090304" pitchFamily="18" charset="0"/>
                        </a:rPr>
                        <a:t>页内偏移量</a:t>
                      </a:r>
                      <a:endParaRPr lang="zh-CN" sz="1800" kern="100" dirty="0">
                        <a:solidFill>
                          <a:schemeClr val="tx1"/>
                        </a:solidFill>
                        <a:effectLst/>
                        <a:latin typeface="Times New Roman" panose="02020503050405090304" pitchFamily="18" charset="0"/>
                        <a:ea typeface="宋体" pitchFamily="2" charset="-122"/>
                        <a:cs typeface="Times New Roman" panose="02020503050405090304" pitchFamily="18" charset="0"/>
                      </a:endParaRPr>
                    </a:p>
                  </a:txBody>
                  <a:tcPr marL="68580" marR="68580" marT="0" marB="0">
                    <a:solidFill>
                      <a:schemeClr val="accent1">
                        <a:lumMod val="20000"/>
                        <a:lumOff val="80000"/>
                      </a:schemeClr>
                    </a:solidFill>
                  </a:tcPr>
                </a:tc>
              </a:tr>
            </a:tbl>
          </a:graphicData>
        </a:graphic>
      </p:graphicFrame>
      <p:pic>
        <p:nvPicPr>
          <p:cNvPr id="8" name="图片 7"/>
          <p:cNvPicPr>
            <a:picLocks noChangeAspect="1"/>
          </p:cNvPicPr>
          <p:nvPr/>
        </p:nvPicPr>
        <p:blipFill>
          <a:blip r:embed="rId3"/>
          <a:stretch>
            <a:fillRect/>
          </a:stretch>
        </p:blipFill>
        <p:spPr>
          <a:xfrm>
            <a:off x="6359387" y="3850164"/>
            <a:ext cx="4410203" cy="3007835"/>
          </a:xfrm>
          <a:prstGeom prst="rect">
            <a:avLst/>
          </a:prstGeom>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1"/>
          <p:cNvGrpSpPr/>
          <p:nvPr/>
        </p:nvGrpSpPr>
        <p:grpSpPr bwMode="auto">
          <a:xfrm>
            <a:off x="290830" y="1024255"/>
            <a:ext cx="11585575" cy="360045"/>
            <a:chOff x="0" y="418"/>
            <a:chExt cx="5760" cy="227"/>
          </a:xfrm>
        </p:grpSpPr>
        <p:pic>
          <p:nvPicPr>
            <p:cNvPr id="4113" name="Picture 12"/>
            <p:cNvPicPr>
              <a:picLocks noChangeAspect="1" noChangeArrowheads="1"/>
            </p:cNvPicPr>
            <p:nvPr/>
          </p:nvPicPr>
          <p:blipFill>
            <a:blip r:embed="rId1" cstate="print"/>
            <a:srcRect l="7150" t="813"/>
            <a:stretch>
              <a:fillRect/>
            </a:stretch>
          </p:blipFill>
          <p:spPr bwMode="auto">
            <a:xfrm>
              <a:off x="0" y="458"/>
              <a:ext cx="5760" cy="163"/>
            </a:xfrm>
            <a:prstGeom prst="rect">
              <a:avLst/>
            </a:prstGeom>
            <a:noFill/>
            <a:ln w="6350">
              <a:noFill/>
              <a:miter lim="800000"/>
              <a:headEnd/>
              <a:tailEnd/>
            </a:ln>
          </p:spPr>
        </p:pic>
        <p:sp>
          <p:nvSpPr>
            <p:cNvPr id="4114" name="Rectangle 13"/>
            <p:cNvSpPr>
              <a:spLocks noChangeArrowheads="1"/>
            </p:cNvSpPr>
            <p:nvPr/>
          </p:nvSpPr>
          <p:spPr bwMode="auto">
            <a:xfrm>
              <a:off x="3078" y="418"/>
              <a:ext cx="2577" cy="227"/>
            </a:xfrm>
            <a:prstGeom prst="rect">
              <a:avLst/>
            </a:prstGeom>
            <a:noFill/>
            <a:ln w="6350">
              <a:noFill/>
              <a:miter lim="800000"/>
            </a:ln>
          </p:spPr>
          <p:txBody>
            <a:bodyPr wrap="none" lIns="90000" tIns="46800" rIns="90000" bIns="46800" anchor="ctr"/>
            <a:lstStyle/>
            <a:p>
              <a:r>
                <a:rPr lang="en-US" altLang="zh-CN" sz="1700" b="1" dirty="0">
                  <a:solidFill>
                    <a:schemeClr val="bg1"/>
                  </a:solidFill>
                  <a:latin typeface="Times New Roman" panose="02020503050405090304" pitchFamily="18" charset="0"/>
                  <a:ea typeface="微软雅黑" panose="020B0503020204020204" pitchFamily="34" charset="-122"/>
                  <a:cs typeface="Times New Roman" panose="02020503050405090304" pitchFamily="18" charset="0"/>
                </a:rPr>
                <a:t>OPERATING SYSTEM</a:t>
              </a:r>
              <a:endParaRPr lang="en-US" altLang="zh-CN" sz="1700" b="1" dirty="0">
                <a:solidFill>
                  <a:schemeClr val="bg1"/>
                </a:solidFill>
                <a:latin typeface="Times New Roman" panose="02020503050405090304" pitchFamily="18" charset="0"/>
                <a:ea typeface="微软雅黑" panose="020B0503020204020204" pitchFamily="34" charset="-122"/>
                <a:cs typeface="Times New Roman" panose="02020503050405090304" pitchFamily="18" charset="0"/>
              </a:endParaRPr>
            </a:p>
          </p:txBody>
        </p:sp>
      </p:grpSp>
      <p:sp>
        <p:nvSpPr>
          <p:cNvPr id="33" name="Rectangle 2"/>
          <p:cNvSpPr>
            <a:spLocks noGrp="1" noChangeArrowheads="1"/>
          </p:cNvSpPr>
          <p:nvPr>
            <p:ph type="title"/>
          </p:nvPr>
        </p:nvSpPr>
        <p:spPr bwMode="auto">
          <a:xfrm>
            <a:off x="354965" y="487045"/>
            <a:ext cx="7169785" cy="552450"/>
          </a:xfrm>
          <a:solidFill>
            <a:srgbClr val="FFFFFF"/>
          </a:solidFill>
          <a:ln>
            <a:miter lim="800000"/>
          </a:ln>
        </p:spPr>
        <p:txBody>
          <a:bodyPr vert="horz" wrap="square" lIns="91440" tIns="45720" rIns="91440" bIns="45720" numCol="1" anchor="t" anchorCtr="0" compatLnSpc="1">
            <a:normAutofit/>
          </a:bodyPr>
          <a:lstStyle/>
          <a:p>
            <a:pPr algn="l"/>
            <a:r>
              <a:rPr lang="zh-CN" altLang="en-US" sz="3200" b="1" dirty="0">
                <a:latin typeface="Times New Roman" panose="02020503050405090304" pitchFamily="18" charset="0"/>
                <a:ea typeface="华文楷体" panose="02010600040101010101" charset="-122"/>
                <a:cs typeface="Times New Roman" panose="02020503050405090304" pitchFamily="18" charset="0"/>
              </a:rPr>
              <a:t>本章例题</a:t>
            </a:r>
            <a:endParaRPr lang="zh-CN" altLang="en-US" sz="3200" b="1" dirty="0">
              <a:latin typeface="Times New Roman" panose="02020503050405090304" pitchFamily="18" charset="0"/>
              <a:ea typeface="华文楷体" panose="02010600040101010101" charset="-122"/>
              <a:cs typeface="Times New Roman" panose="02020503050405090304" pitchFamily="18" charset="0"/>
            </a:endParaRPr>
          </a:p>
        </p:txBody>
      </p:sp>
      <p:sp>
        <p:nvSpPr>
          <p:cNvPr id="15" name="Rectangle 2"/>
          <p:cNvSpPr>
            <a:spLocks noChangeArrowheads="1"/>
          </p:cNvSpPr>
          <p:nvPr/>
        </p:nvSpPr>
        <p:spPr bwMode="auto">
          <a:xfrm>
            <a:off x="1953895" y="1551940"/>
            <a:ext cx="3971290" cy="1939290"/>
          </a:xfrm>
          <a:prstGeom prst="rect">
            <a:avLst/>
          </a:prstGeom>
          <a:noFill/>
          <a:ln w="9525" algn="ctr">
            <a:noFill/>
            <a:miter lim="800000"/>
          </a:ln>
          <a:effectLst/>
        </p:spPr>
        <p:txBody>
          <a:bodyPr vert="horz" wrap="square" lIns="90000" tIns="46800" rIns="90000" bIns="46800" numCol="1" anchor="t" anchorCtr="0" compatLnSpc="1">
            <a:spAutoFit/>
          </a:bodyPr>
          <a:lstStyle/>
          <a:p>
            <a:pPr algn="l" fontAlgn="auto">
              <a:lnSpc>
                <a:spcPct val="100000"/>
              </a:lnSpc>
              <a:spcBef>
                <a:spcPts val="0"/>
              </a:spcBef>
              <a:spcAft>
                <a:spcPts val="0"/>
              </a:spcAft>
            </a:pPr>
            <a:r>
              <a:rPr kumimoji="0" lang="zh-CN" altLang="en-US" sz="2400" b="1" dirty="0">
                <a:solidFill>
                  <a:srgbClr val="004080"/>
                </a:solidFill>
                <a:latin typeface="华文楷体" panose="02010600040101010101" charset="-122"/>
                <a:ea typeface="华文楷体" panose="02010600040101010101" charset="-122"/>
              </a:rPr>
              <a:t>如果一个系统的段表为：</a:t>
            </a:r>
            <a:endParaRPr kumimoji="0" lang="en-US" altLang="zh-CN" sz="2400" b="1" dirty="0">
              <a:solidFill>
                <a:srgbClr val="004080"/>
              </a:solidFill>
              <a:latin typeface="华文楷体" panose="02010600040101010101" charset="-122"/>
              <a:ea typeface="华文楷体" panose="02010600040101010101" charset="-122"/>
            </a:endParaRPr>
          </a:p>
          <a:p>
            <a:pPr algn="l" fontAlgn="auto">
              <a:lnSpc>
                <a:spcPct val="100000"/>
              </a:lnSpc>
              <a:spcBef>
                <a:spcPts val="0"/>
              </a:spcBef>
              <a:spcAft>
                <a:spcPts val="0"/>
              </a:spcAft>
            </a:pPr>
            <a:r>
              <a:rPr kumimoji="0" lang="zh-TW" altLang="en-US" sz="2400" b="1" dirty="0">
                <a:solidFill>
                  <a:srgbClr val="004080"/>
                </a:solidFill>
                <a:latin typeface="华文楷体" panose="02010600040101010101" charset="-122"/>
                <a:ea typeface="华文楷体" panose="02010600040101010101" charset="-122"/>
              </a:rPr>
              <a:t>求下列逻辑地址相应的物理地址。如果越界请指明。</a:t>
            </a:r>
            <a:endParaRPr kumimoji="0" lang="zh-TW" altLang="en-US" sz="2400" b="1" dirty="0">
              <a:solidFill>
                <a:srgbClr val="004080"/>
              </a:solidFill>
              <a:latin typeface="华文楷体" panose="02010600040101010101" charset="-122"/>
              <a:ea typeface="华文楷体" panose="02010600040101010101" charset="-122"/>
            </a:endParaRPr>
          </a:p>
          <a:p>
            <a:pPr algn="l" fontAlgn="auto">
              <a:lnSpc>
                <a:spcPct val="100000"/>
              </a:lnSpc>
              <a:spcBef>
                <a:spcPts val="0"/>
              </a:spcBef>
              <a:spcAft>
                <a:spcPts val="0"/>
              </a:spcAft>
            </a:pPr>
            <a:r>
              <a:rPr kumimoji="0" lang="en-US" altLang="zh-TW" sz="2400" b="1" dirty="0">
                <a:solidFill>
                  <a:srgbClr val="004080"/>
                </a:solidFill>
                <a:latin typeface="华文楷体" panose="02010600040101010101" charset="-122"/>
                <a:ea typeface="华文楷体" panose="02010600040101010101" charset="-122"/>
              </a:rPr>
              <a:t>{0,380}</a:t>
            </a:r>
            <a:r>
              <a:rPr kumimoji="0" lang="zh-TW" altLang="en-US" sz="2400" b="1" dirty="0">
                <a:solidFill>
                  <a:srgbClr val="004080"/>
                </a:solidFill>
                <a:latin typeface="华文楷体" panose="02010600040101010101" charset="-122"/>
                <a:ea typeface="华文楷体" panose="02010600040101010101" charset="-122"/>
              </a:rPr>
              <a:t>、</a:t>
            </a:r>
            <a:r>
              <a:rPr kumimoji="0" lang="en-US" altLang="zh-TW" sz="2400" b="1" dirty="0">
                <a:solidFill>
                  <a:srgbClr val="004080"/>
                </a:solidFill>
                <a:latin typeface="华文楷体" panose="02010600040101010101" charset="-122"/>
                <a:ea typeface="华文楷体" panose="02010600040101010101" charset="-122"/>
              </a:rPr>
              <a:t>{1,20}</a:t>
            </a:r>
            <a:r>
              <a:rPr kumimoji="0" lang="zh-TW" altLang="en-US" sz="2400" b="1" dirty="0">
                <a:solidFill>
                  <a:srgbClr val="004080"/>
                </a:solidFill>
                <a:latin typeface="华文楷体" panose="02010600040101010101" charset="-122"/>
                <a:ea typeface="华文楷体" panose="02010600040101010101" charset="-122"/>
              </a:rPr>
              <a:t>、</a:t>
            </a:r>
            <a:r>
              <a:rPr kumimoji="0" lang="en-US" altLang="zh-TW" sz="2400" b="1" dirty="0">
                <a:solidFill>
                  <a:srgbClr val="004080"/>
                </a:solidFill>
                <a:latin typeface="华文楷体" panose="02010600040101010101" charset="-122"/>
                <a:ea typeface="华文楷体" panose="02010600040101010101" charset="-122"/>
              </a:rPr>
              <a:t>{1,24}</a:t>
            </a:r>
            <a:r>
              <a:rPr kumimoji="0" lang="zh-TW" altLang="en-US" sz="2400" b="1" dirty="0">
                <a:solidFill>
                  <a:srgbClr val="004080"/>
                </a:solidFill>
                <a:latin typeface="华文楷体" panose="02010600040101010101" charset="-122"/>
                <a:ea typeface="华文楷体" panose="02010600040101010101" charset="-122"/>
              </a:rPr>
              <a:t>、</a:t>
            </a:r>
            <a:r>
              <a:rPr kumimoji="0" lang="en-US" altLang="zh-TW" sz="2400" b="1" dirty="0">
                <a:solidFill>
                  <a:srgbClr val="004080"/>
                </a:solidFill>
                <a:latin typeface="华文楷体" panose="02010600040101010101" charset="-122"/>
                <a:ea typeface="华文楷体" panose="02010600040101010101" charset="-122"/>
              </a:rPr>
              <a:t>{2,200}</a:t>
            </a:r>
            <a:r>
              <a:rPr kumimoji="0" lang="zh-TW" altLang="en-US" sz="2400" b="1" dirty="0">
                <a:solidFill>
                  <a:srgbClr val="004080"/>
                </a:solidFill>
                <a:latin typeface="华文楷体" panose="02010600040101010101" charset="-122"/>
                <a:ea typeface="华文楷体" panose="02010600040101010101" charset="-122"/>
              </a:rPr>
              <a:t>、</a:t>
            </a:r>
            <a:r>
              <a:rPr kumimoji="0" lang="en-US" altLang="zh-TW" sz="2400" b="1" dirty="0">
                <a:solidFill>
                  <a:srgbClr val="004080"/>
                </a:solidFill>
                <a:latin typeface="华文楷体" panose="02010600040101010101" charset="-122"/>
                <a:ea typeface="华文楷体" panose="02010600040101010101" charset="-122"/>
              </a:rPr>
              <a:t>{3,500}</a:t>
            </a:r>
            <a:r>
              <a:rPr kumimoji="0" lang="zh-TW" altLang="en-US" sz="2400" b="1" dirty="0">
                <a:solidFill>
                  <a:srgbClr val="004080"/>
                </a:solidFill>
                <a:latin typeface="华文楷体" panose="02010600040101010101" charset="-122"/>
                <a:ea typeface="华文楷体" panose="02010600040101010101" charset="-122"/>
              </a:rPr>
              <a:t>、</a:t>
            </a:r>
            <a:r>
              <a:rPr kumimoji="0" lang="en-US" altLang="zh-TW" sz="2400" b="1" dirty="0">
                <a:solidFill>
                  <a:srgbClr val="004080"/>
                </a:solidFill>
                <a:latin typeface="华文楷体" panose="02010600040101010101" charset="-122"/>
                <a:ea typeface="华文楷体" panose="02010600040101010101" charset="-122"/>
              </a:rPr>
              <a:t>{4,120}</a:t>
            </a:r>
            <a:r>
              <a:rPr kumimoji="0" lang="zh-TW" altLang="en-US" sz="2400" b="1" dirty="0">
                <a:solidFill>
                  <a:srgbClr val="004080"/>
                </a:solidFill>
                <a:latin typeface="华文楷体" panose="02010600040101010101" charset="-122"/>
                <a:ea typeface="华文楷体" panose="02010600040101010101" charset="-122"/>
              </a:rPr>
              <a:t>。 </a:t>
            </a:r>
            <a:endParaRPr kumimoji="0" lang="zh-CN" altLang="en-US" sz="2400" b="1" dirty="0">
              <a:solidFill>
                <a:srgbClr val="004080"/>
              </a:solidFill>
              <a:latin typeface="华文楷体" panose="02010600040101010101" charset="-122"/>
              <a:ea typeface="华文楷体" panose="02010600040101010101" charset="-122"/>
            </a:endParaRPr>
          </a:p>
        </p:txBody>
      </p:sp>
      <p:graphicFrame>
        <p:nvGraphicFramePr>
          <p:cNvPr id="5" name="表格 4"/>
          <p:cNvGraphicFramePr>
            <a:graphicFrameLocks noGrp="1"/>
          </p:cNvGraphicFramePr>
          <p:nvPr>
            <p:custDataLst>
              <p:tags r:id="rId2"/>
            </p:custDataLst>
          </p:nvPr>
        </p:nvGraphicFramePr>
        <p:xfrm>
          <a:off x="5925185" y="1551940"/>
          <a:ext cx="4176395" cy="1911350"/>
        </p:xfrm>
        <a:graphic>
          <a:graphicData uri="http://schemas.openxmlformats.org/drawingml/2006/table">
            <a:tbl>
              <a:tblPr firstRow="1" bandRow="1">
                <a:tableStyleId>{22838BEF-8BB2-4498-84A7-C5851F593DF1}</a:tableStyleId>
              </a:tblPr>
              <a:tblGrid>
                <a:gridCol w="1368425"/>
                <a:gridCol w="1511935"/>
                <a:gridCol w="1296035"/>
              </a:tblGrid>
              <a:tr h="319405">
                <a:tc>
                  <a:txBody>
                    <a:bodyPr/>
                    <a:lstStyle/>
                    <a:p>
                      <a:pPr algn="ctr">
                        <a:spcBef>
                          <a:spcPts val="200"/>
                        </a:spcBef>
                        <a:spcAft>
                          <a:spcPts val="200"/>
                        </a:spcAft>
                      </a:pPr>
                      <a:r>
                        <a:rPr lang="zh-CN" sz="2000" kern="100" dirty="0">
                          <a:effectLst/>
                        </a:rPr>
                        <a:t>段号</a:t>
                      </a:r>
                      <a:endParaRPr lang="zh-CN" sz="2000" kern="100" dirty="0">
                        <a:effectLst/>
                        <a:latin typeface="Heiti SC Light" panose="02000000000000000000" charset="-122"/>
                        <a:ea typeface="Heiti SC Light" panose="02000000000000000000" charset="-122"/>
                        <a:cs typeface="Heiti SC Light" panose="02000000000000000000" charset="-122"/>
                      </a:endParaRPr>
                    </a:p>
                  </a:txBody>
                  <a:tcPr marL="68580" marR="68580" marT="0" marB="0"/>
                </a:tc>
                <a:tc>
                  <a:txBody>
                    <a:bodyPr/>
                    <a:lstStyle/>
                    <a:p>
                      <a:pPr algn="ctr">
                        <a:spcBef>
                          <a:spcPts val="200"/>
                        </a:spcBef>
                        <a:spcAft>
                          <a:spcPts val="200"/>
                        </a:spcAft>
                      </a:pPr>
                      <a:r>
                        <a:rPr lang="zh-CN" sz="2000" kern="100" dirty="0">
                          <a:effectLst/>
                        </a:rPr>
                        <a:t>始址</a:t>
                      </a:r>
                      <a:endParaRPr lang="zh-CN" sz="2000" kern="100" dirty="0">
                        <a:effectLst/>
                        <a:latin typeface="Heiti SC Light" panose="02000000000000000000" charset="-122"/>
                        <a:ea typeface="Heiti SC Light" panose="02000000000000000000" charset="-122"/>
                        <a:cs typeface="Heiti SC Light" panose="02000000000000000000" charset="-122"/>
                      </a:endParaRPr>
                    </a:p>
                  </a:txBody>
                  <a:tcPr marL="68580" marR="68580" marT="0" marB="0"/>
                </a:tc>
                <a:tc>
                  <a:txBody>
                    <a:bodyPr/>
                    <a:lstStyle/>
                    <a:p>
                      <a:pPr algn="ctr">
                        <a:spcBef>
                          <a:spcPts val="200"/>
                        </a:spcBef>
                        <a:spcAft>
                          <a:spcPts val="200"/>
                        </a:spcAft>
                      </a:pPr>
                      <a:r>
                        <a:rPr lang="zh-CN" sz="2000" kern="100" dirty="0">
                          <a:effectLst/>
                        </a:rPr>
                        <a:t>段长</a:t>
                      </a:r>
                      <a:endParaRPr lang="zh-CN" sz="2000" kern="100" dirty="0">
                        <a:effectLst/>
                        <a:latin typeface="Heiti SC Light" panose="02000000000000000000" charset="-122"/>
                        <a:ea typeface="Heiti SC Light" panose="02000000000000000000" charset="-122"/>
                        <a:cs typeface="Heiti SC Light" panose="02000000000000000000" charset="-122"/>
                      </a:endParaRPr>
                    </a:p>
                  </a:txBody>
                  <a:tcPr marL="68580" marR="68580" marT="0" marB="0"/>
                </a:tc>
              </a:tr>
              <a:tr h="318770">
                <a:tc>
                  <a:txBody>
                    <a:bodyPr/>
                    <a:lstStyle/>
                    <a:p>
                      <a:pPr algn="ctr">
                        <a:spcBef>
                          <a:spcPts val="200"/>
                        </a:spcBef>
                        <a:spcAft>
                          <a:spcPts val="200"/>
                        </a:spcAft>
                      </a:pPr>
                      <a:r>
                        <a:rPr lang="en-US" sz="2000" kern="100">
                          <a:effectLst/>
                        </a:rPr>
                        <a:t>0</a:t>
                      </a:r>
                      <a:endParaRPr lang="en-US" sz="2000" kern="100">
                        <a:effectLst/>
                        <a:latin typeface="Heiti SC Light" panose="02000000000000000000" charset="-122"/>
                        <a:ea typeface="Heiti SC Light" panose="02000000000000000000" charset="-122"/>
                        <a:cs typeface="Heiti SC Light" panose="02000000000000000000" charset="-122"/>
                      </a:endParaRPr>
                    </a:p>
                  </a:txBody>
                  <a:tcPr marL="68580" marR="68580" marT="0" marB="0"/>
                </a:tc>
                <a:tc>
                  <a:txBody>
                    <a:bodyPr/>
                    <a:lstStyle/>
                    <a:p>
                      <a:pPr algn="ctr">
                        <a:spcBef>
                          <a:spcPts val="200"/>
                        </a:spcBef>
                        <a:spcAft>
                          <a:spcPts val="200"/>
                        </a:spcAft>
                      </a:pPr>
                      <a:r>
                        <a:rPr lang="en-US" sz="2000" kern="100">
                          <a:effectLst/>
                        </a:rPr>
                        <a:t>200</a:t>
                      </a:r>
                      <a:endParaRPr lang="en-US" sz="2000" kern="100">
                        <a:effectLst/>
                        <a:latin typeface="Heiti SC Light" panose="02000000000000000000" charset="-122"/>
                        <a:ea typeface="Heiti SC Light" panose="02000000000000000000" charset="-122"/>
                        <a:cs typeface="Heiti SC Light" panose="02000000000000000000" charset="-122"/>
                      </a:endParaRPr>
                    </a:p>
                  </a:txBody>
                  <a:tcPr marL="68580" marR="68580" marT="0" marB="0"/>
                </a:tc>
                <a:tc>
                  <a:txBody>
                    <a:bodyPr/>
                    <a:lstStyle/>
                    <a:p>
                      <a:pPr algn="ctr">
                        <a:spcBef>
                          <a:spcPts val="200"/>
                        </a:spcBef>
                        <a:spcAft>
                          <a:spcPts val="200"/>
                        </a:spcAft>
                      </a:pPr>
                      <a:r>
                        <a:rPr lang="en-US" sz="2000" kern="100">
                          <a:effectLst/>
                        </a:rPr>
                        <a:t>510</a:t>
                      </a:r>
                      <a:endParaRPr lang="en-US" sz="2000" kern="100">
                        <a:effectLst/>
                        <a:latin typeface="Heiti SC Light" panose="02000000000000000000" charset="-122"/>
                        <a:ea typeface="Heiti SC Light" panose="02000000000000000000" charset="-122"/>
                        <a:cs typeface="Heiti SC Light" panose="02000000000000000000" charset="-122"/>
                      </a:endParaRPr>
                    </a:p>
                  </a:txBody>
                  <a:tcPr marL="68580" marR="68580" marT="0" marB="0"/>
                </a:tc>
              </a:tr>
              <a:tr h="319405">
                <a:tc>
                  <a:txBody>
                    <a:bodyPr/>
                    <a:lstStyle/>
                    <a:p>
                      <a:pPr algn="ctr">
                        <a:spcBef>
                          <a:spcPts val="200"/>
                        </a:spcBef>
                        <a:spcAft>
                          <a:spcPts val="200"/>
                        </a:spcAft>
                      </a:pPr>
                      <a:r>
                        <a:rPr lang="en-US" sz="2000" kern="100">
                          <a:effectLst/>
                        </a:rPr>
                        <a:t>1</a:t>
                      </a:r>
                      <a:endParaRPr lang="en-US" sz="2000" kern="100">
                        <a:effectLst/>
                        <a:latin typeface="Heiti SC Light" panose="02000000000000000000" charset="-122"/>
                        <a:ea typeface="Heiti SC Light" panose="02000000000000000000" charset="-122"/>
                        <a:cs typeface="Heiti SC Light" panose="02000000000000000000" charset="-122"/>
                      </a:endParaRPr>
                    </a:p>
                  </a:txBody>
                  <a:tcPr marL="68580" marR="68580" marT="0" marB="0"/>
                </a:tc>
                <a:tc>
                  <a:txBody>
                    <a:bodyPr/>
                    <a:lstStyle/>
                    <a:p>
                      <a:pPr algn="ctr">
                        <a:spcBef>
                          <a:spcPts val="200"/>
                        </a:spcBef>
                        <a:spcAft>
                          <a:spcPts val="200"/>
                        </a:spcAft>
                      </a:pPr>
                      <a:r>
                        <a:rPr lang="en-US" sz="2000" kern="100">
                          <a:effectLst/>
                        </a:rPr>
                        <a:t>900</a:t>
                      </a:r>
                      <a:endParaRPr lang="en-US" sz="2000" kern="100">
                        <a:effectLst/>
                        <a:latin typeface="Heiti SC Light" panose="02000000000000000000" charset="-122"/>
                        <a:ea typeface="Heiti SC Light" panose="02000000000000000000" charset="-122"/>
                        <a:cs typeface="Heiti SC Light" panose="02000000000000000000" charset="-122"/>
                      </a:endParaRPr>
                    </a:p>
                  </a:txBody>
                  <a:tcPr marL="68580" marR="68580" marT="0" marB="0"/>
                </a:tc>
                <a:tc>
                  <a:txBody>
                    <a:bodyPr/>
                    <a:lstStyle/>
                    <a:p>
                      <a:pPr algn="ctr">
                        <a:spcBef>
                          <a:spcPts val="200"/>
                        </a:spcBef>
                        <a:spcAft>
                          <a:spcPts val="200"/>
                        </a:spcAft>
                      </a:pPr>
                      <a:r>
                        <a:rPr lang="en-US" sz="2000" kern="100">
                          <a:effectLst/>
                        </a:rPr>
                        <a:t>30</a:t>
                      </a:r>
                      <a:endParaRPr lang="en-US" sz="2000" kern="100">
                        <a:effectLst/>
                        <a:latin typeface="Heiti SC Light" panose="02000000000000000000" charset="-122"/>
                        <a:ea typeface="Heiti SC Light" panose="02000000000000000000" charset="-122"/>
                        <a:cs typeface="Heiti SC Light" panose="02000000000000000000" charset="-122"/>
                      </a:endParaRPr>
                    </a:p>
                  </a:txBody>
                  <a:tcPr marL="68580" marR="68580" marT="0" marB="0"/>
                </a:tc>
              </a:tr>
              <a:tr h="318770">
                <a:tc>
                  <a:txBody>
                    <a:bodyPr/>
                    <a:lstStyle/>
                    <a:p>
                      <a:pPr algn="ctr">
                        <a:spcBef>
                          <a:spcPts val="200"/>
                        </a:spcBef>
                        <a:spcAft>
                          <a:spcPts val="200"/>
                        </a:spcAft>
                      </a:pPr>
                      <a:r>
                        <a:rPr lang="en-US" sz="2000" kern="100">
                          <a:effectLst/>
                        </a:rPr>
                        <a:t>2</a:t>
                      </a:r>
                      <a:endParaRPr lang="en-US" sz="2000" kern="100">
                        <a:effectLst/>
                        <a:latin typeface="Heiti SC Light" panose="02000000000000000000" charset="-122"/>
                        <a:ea typeface="Heiti SC Light" panose="02000000000000000000" charset="-122"/>
                        <a:cs typeface="Heiti SC Light" panose="02000000000000000000" charset="-122"/>
                      </a:endParaRPr>
                    </a:p>
                  </a:txBody>
                  <a:tcPr marL="68580" marR="68580" marT="0" marB="0"/>
                </a:tc>
                <a:tc>
                  <a:txBody>
                    <a:bodyPr/>
                    <a:lstStyle/>
                    <a:p>
                      <a:pPr algn="ctr">
                        <a:spcBef>
                          <a:spcPts val="200"/>
                        </a:spcBef>
                        <a:spcAft>
                          <a:spcPts val="200"/>
                        </a:spcAft>
                      </a:pPr>
                      <a:r>
                        <a:rPr lang="en-US" sz="2000" kern="100">
                          <a:effectLst/>
                        </a:rPr>
                        <a:t>100</a:t>
                      </a:r>
                      <a:endParaRPr lang="en-US" sz="2000" kern="100">
                        <a:effectLst/>
                        <a:latin typeface="Heiti SC Light" panose="02000000000000000000" charset="-122"/>
                        <a:ea typeface="Heiti SC Light" panose="02000000000000000000" charset="-122"/>
                        <a:cs typeface="Heiti SC Light" panose="02000000000000000000" charset="-122"/>
                      </a:endParaRPr>
                    </a:p>
                  </a:txBody>
                  <a:tcPr marL="68580" marR="68580" marT="0" marB="0"/>
                </a:tc>
                <a:tc>
                  <a:txBody>
                    <a:bodyPr/>
                    <a:lstStyle/>
                    <a:p>
                      <a:pPr algn="ctr">
                        <a:spcBef>
                          <a:spcPts val="200"/>
                        </a:spcBef>
                        <a:spcAft>
                          <a:spcPts val="200"/>
                        </a:spcAft>
                      </a:pPr>
                      <a:r>
                        <a:rPr lang="en-US" sz="2000" kern="100">
                          <a:effectLst/>
                        </a:rPr>
                        <a:t>80</a:t>
                      </a:r>
                      <a:endParaRPr lang="en-US" sz="2000" kern="100">
                        <a:effectLst/>
                        <a:latin typeface="Heiti SC Light" panose="02000000000000000000" charset="-122"/>
                        <a:ea typeface="Heiti SC Light" panose="02000000000000000000" charset="-122"/>
                        <a:cs typeface="Heiti SC Light" panose="02000000000000000000" charset="-122"/>
                      </a:endParaRPr>
                    </a:p>
                  </a:txBody>
                  <a:tcPr marL="68580" marR="68580" marT="0" marB="0"/>
                </a:tc>
              </a:tr>
              <a:tr h="319405">
                <a:tc>
                  <a:txBody>
                    <a:bodyPr/>
                    <a:lstStyle/>
                    <a:p>
                      <a:pPr algn="ctr">
                        <a:spcBef>
                          <a:spcPts val="200"/>
                        </a:spcBef>
                        <a:spcAft>
                          <a:spcPts val="200"/>
                        </a:spcAft>
                      </a:pPr>
                      <a:r>
                        <a:rPr lang="en-US" sz="2000" kern="100">
                          <a:effectLst/>
                        </a:rPr>
                        <a:t>3</a:t>
                      </a:r>
                      <a:endParaRPr lang="en-US" sz="2000" kern="100">
                        <a:effectLst/>
                        <a:latin typeface="Heiti SC Light" panose="02000000000000000000" charset="-122"/>
                        <a:ea typeface="Heiti SC Light" panose="02000000000000000000" charset="-122"/>
                        <a:cs typeface="Heiti SC Light" panose="02000000000000000000" charset="-122"/>
                      </a:endParaRPr>
                    </a:p>
                  </a:txBody>
                  <a:tcPr marL="68580" marR="68580" marT="0" marB="0"/>
                </a:tc>
                <a:tc>
                  <a:txBody>
                    <a:bodyPr/>
                    <a:lstStyle/>
                    <a:p>
                      <a:pPr algn="ctr">
                        <a:spcBef>
                          <a:spcPts val="200"/>
                        </a:spcBef>
                        <a:spcAft>
                          <a:spcPts val="200"/>
                        </a:spcAft>
                      </a:pPr>
                      <a:r>
                        <a:rPr lang="en-US" sz="2000" kern="100">
                          <a:effectLst/>
                        </a:rPr>
                        <a:t>1200</a:t>
                      </a:r>
                      <a:endParaRPr lang="en-US" sz="2000" kern="100">
                        <a:effectLst/>
                        <a:latin typeface="Heiti SC Light" panose="02000000000000000000" charset="-122"/>
                        <a:ea typeface="Heiti SC Light" panose="02000000000000000000" charset="-122"/>
                        <a:cs typeface="Heiti SC Light" panose="02000000000000000000" charset="-122"/>
                      </a:endParaRPr>
                    </a:p>
                  </a:txBody>
                  <a:tcPr marL="68580" marR="68580" marT="0" marB="0"/>
                </a:tc>
                <a:tc>
                  <a:txBody>
                    <a:bodyPr/>
                    <a:lstStyle/>
                    <a:p>
                      <a:pPr algn="ctr">
                        <a:spcBef>
                          <a:spcPts val="200"/>
                        </a:spcBef>
                        <a:spcAft>
                          <a:spcPts val="200"/>
                        </a:spcAft>
                      </a:pPr>
                      <a:r>
                        <a:rPr lang="en-US" sz="2000" kern="100" dirty="0">
                          <a:effectLst/>
                        </a:rPr>
                        <a:t>500</a:t>
                      </a:r>
                      <a:endParaRPr lang="en-US" sz="2000" kern="100" dirty="0">
                        <a:effectLst/>
                        <a:latin typeface="Heiti SC Light" panose="02000000000000000000" charset="-122"/>
                        <a:ea typeface="Heiti SC Light" panose="02000000000000000000" charset="-122"/>
                        <a:cs typeface="Heiti SC Light" panose="02000000000000000000" charset="-122"/>
                      </a:endParaRPr>
                    </a:p>
                  </a:txBody>
                  <a:tcPr marL="68580" marR="68580" marT="0" marB="0"/>
                </a:tc>
              </a:tr>
              <a:tr h="315595">
                <a:tc>
                  <a:txBody>
                    <a:bodyPr/>
                    <a:lstStyle/>
                    <a:p>
                      <a:pPr algn="ctr">
                        <a:spcBef>
                          <a:spcPts val="200"/>
                        </a:spcBef>
                        <a:spcAft>
                          <a:spcPts val="200"/>
                        </a:spcAft>
                      </a:pPr>
                      <a:r>
                        <a:rPr lang="en-US" sz="2000" kern="100">
                          <a:effectLst/>
                        </a:rPr>
                        <a:t>4</a:t>
                      </a:r>
                      <a:endParaRPr lang="en-US" sz="2000" kern="100">
                        <a:effectLst/>
                        <a:latin typeface="Heiti SC Light" panose="02000000000000000000" charset="-122"/>
                        <a:ea typeface="Heiti SC Light" panose="02000000000000000000" charset="-122"/>
                        <a:cs typeface="Heiti SC Light" panose="02000000000000000000" charset="-122"/>
                      </a:endParaRPr>
                    </a:p>
                  </a:txBody>
                  <a:tcPr marL="68580" marR="68580" marT="0" marB="0"/>
                </a:tc>
                <a:tc>
                  <a:txBody>
                    <a:bodyPr/>
                    <a:lstStyle/>
                    <a:p>
                      <a:pPr algn="ctr">
                        <a:spcBef>
                          <a:spcPts val="200"/>
                        </a:spcBef>
                        <a:spcAft>
                          <a:spcPts val="200"/>
                        </a:spcAft>
                      </a:pPr>
                      <a:r>
                        <a:rPr lang="en-US" sz="2000" kern="100">
                          <a:effectLst/>
                        </a:rPr>
                        <a:t>1800</a:t>
                      </a:r>
                      <a:endParaRPr lang="en-US" sz="2000" kern="100">
                        <a:effectLst/>
                        <a:latin typeface="Heiti SC Light" panose="02000000000000000000" charset="-122"/>
                        <a:ea typeface="Heiti SC Light" panose="02000000000000000000" charset="-122"/>
                        <a:cs typeface="Heiti SC Light" panose="02000000000000000000" charset="-122"/>
                      </a:endParaRPr>
                    </a:p>
                  </a:txBody>
                  <a:tcPr marL="68580" marR="68580" marT="0" marB="0"/>
                </a:tc>
                <a:tc>
                  <a:txBody>
                    <a:bodyPr/>
                    <a:lstStyle/>
                    <a:p>
                      <a:pPr algn="ctr">
                        <a:spcBef>
                          <a:spcPts val="200"/>
                        </a:spcBef>
                        <a:spcAft>
                          <a:spcPts val="200"/>
                        </a:spcAft>
                      </a:pPr>
                      <a:r>
                        <a:rPr lang="en-US" sz="2000" kern="100" dirty="0">
                          <a:effectLst/>
                        </a:rPr>
                        <a:t>80</a:t>
                      </a:r>
                      <a:endParaRPr lang="en-US" sz="2000" kern="100" dirty="0">
                        <a:effectLst/>
                        <a:latin typeface="Heiti SC Light" panose="02000000000000000000" charset="-122"/>
                        <a:ea typeface="Heiti SC Light" panose="02000000000000000000" charset="-122"/>
                        <a:cs typeface="Heiti SC Light" panose="02000000000000000000" charset="-122"/>
                      </a:endParaRPr>
                    </a:p>
                  </a:txBody>
                  <a:tcPr marL="68580" marR="68580" marT="0" marB="0"/>
                </a:tc>
              </a:tr>
            </a:tbl>
          </a:graphicData>
        </a:graphic>
      </p:graphicFrame>
    </p:spTree>
  </p:cSld>
  <p:clrMapOvr>
    <a:masterClrMapping/>
  </p:clrMapOvr>
</p:sld>
</file>

<file path=ppt/tags/tag1.xml><?xml version="1.0" encoding="utf-8"?>
<p:tagLst xmlns:p="http://schemas.openxmlformats.org/presentationml/2006/main">
  <p:tag name="TABLE_ENDDRAG_ORIGIN_RECT" val="346*279"/>
  <p:tag name="TABLE_ENDDRAG_RECT" val="68*227*346*279"/>
</p:tagLst>
</file>

<file path=ppt/tags/tag2.xml><?xml version="1.0" encoding="utf-8"?>
<p:tagLst xmlns:p="http://schemas.openxmlformats.org/presentationml/2006/main">
  <p:tag name="TABLE_ENDDRAG_ORIGIN_RECT" val="745*99"/>
  <p:tag name="TABLE_ENDDRAG_RECT" val="52*162*746*99"/>
</p:tagLst>
</file>

<file path=ppt/tags/tag3.xml><?xml version="1.0" encoding="utf-8"?>
<p:tagLst xmlns:p="http://schemas.openxmlformats.org/presentationml/2006/main">
  <p:tag name="KSO_WM_UNIT_TABLE_BEAUTIFY" val="smartTable{e27b44e3-3507-48bf-a52c-30518d30f96b}"/>
  <p:tag name="TABLE_ENDDRAG_ORIGIN_RECT" val="328*150"/>
  <p:tag name="TABLE_ENDDRAG_RECT" val="335*118*328*150"/>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主题​​">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主题​​">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8031</Words>
  <Application>WPS 演示</Application>
  <PresentationFormat>宽屏</PresentationFormat>
  <Paragraphs>606</Paragraphs>
  <Slides>56</Slides>
  <Notes>44</Notes>
  <HiddenSlides>0</HiddenSlides>
  <MMClips>0</MMClips>
  <ScaleCrop>false</ScaleCrop>
  <HeadingPairs>
    <vt:vector size="8" baseType="variant">
      <vt:variant>
        <vt:lpstr>已用的字体</vt:lpstr>
      </vt:variant>
      <vt:variant>
        <vt:i4>36</vt:i4>
      </vt:variant>
      <vt:variant>
        <vt:lpstr>主题</vt:lpstr>
      </vt:variant>
      <vt:variant>
        <vt:i4>2</vt:i4>
      </vt:variant>
      <vt:variant>
        <vt:lpstr>嵌入 OLE 服务器</vt:lpstr>
      </vt:variant>
      <vt:variant>
        <vt:i4>5</vt:i4>
      </vt:variant>
      <vt:variant>
        <vt:lpstr>幻灯片标题</vt:lpstr>
      </vt:variant>
      <vt:variant>
        <vt:i4>56</vt:i4>
      </vt:variant>
    </vt:vector>
  </HeadingPairs>
  <TitlesOfParts>
    <vt:vector size="99" baseType="lpstr">
      <vt:lpstr>Arial</vt:lpstr>
      <vt:lpstr>宋体</vt:lpstr>
      <vt:lpstr>Wingdings</vt:lpstr>
      <vt:lpstr>微软雅黑</vt:lpstr>
      <vt:lpstr>汉仪旗黑</vt:lpstr>
      <vt:lpstr>Times New Roman</vt:lpstr>
      <vt:lpstr>幼圆</vt:lpstr>
      <vt:lpstr>华文宋体</vt:lpstr>
      <vt:lpstr>楷体_GB2312</vt:lpstr>
      <vt:lpstr>Calibri</vt:lpstr>
      <vt:lpstr>Helvetica Neue</vt:lpstr>
      <vt:lpstr>宋体</vt:lpstr>
      <vt:lpstr>Arial Unicode MS</vt:lpstr>
      <vt:lpstr>等线 Light</vt:lpstr>
      <vt:lpstr>汉仪中等线KW</vt:lpstr>
      <vt:lpstr>Calibri Light</vt:lpstr>
      <vt:lpstr>等线</vt:lpstr>
      <vt:lpstr>Verdana</vt:lpstr>
      <vt:lpstr>黑体</vt:lpstr>
      <vt:lpstr>华文楷体</vt:lpstr>
      <vt:lpstr>Vani</vt:lpstr>
      <vt:lpstr>Arial Black</vt:lpstr>
      <vt:lpstr>Vijaya</vt:lpstr>
      <vt:lpstr>Gulim</vt:lpstr>
      <vt:lpstr>Heiti SC Light</vt:lpstr>
      <vt:lpstr>汉仪书宋二KW</vt:lpstr>
      <vt:lpstr>汉仪楷体简</vt:lpstr>
      <vt:lpstr>汉仪中黑KW</vt:lpstr>
      <vt:lpstr>苹方-简</vt:lpstr>
      <vt:lpstr>Apple SD Gothic Neo</vt:lpstr>
      <vt:lpstr>Gulim</vt:lpstr>
      <vt:lpstr>Wingdings</vt:lpstr>
      <vt:lpstr>幼圆</vt:lpstr>
      <vt:lpstr>微软雅黑</vt:lpstr>
      <vt:lpstr>楷体_GB2312</vt:lpstr>
      <vt:lpstr>黑体</vt:lpstr>
      <vt:lpstr>Office 主题​​</vt:lpstr>
      <vt:lpstr>Office 主题</vt:lpstr>
      <vt:lpstr>Visio.Drawing.11</vt:lpstr>
      <vt:lpstr>Visio.Drawing.11</vt:lpstr>
      <vt:lpstr>Visio.Drawing.11</vt:lpstr>
      <vt:lpstr>Visio.Drawing.11</vt:lpstr>
      <vt:lpstr>Visio.Drawing.11</vt:lpstr>
      <vt:lpstr>操作系统 Operating  System</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本章例题</vt:lpstr>
      <vt:lpstr>PowerPoint 演示文稿</vt:lpstr>
      <vt:lpstr>本章例题</vt:lpstr>
      <vt:lpstr>本章例题</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Where Is Data Science Used?</dc:title>
  <dc:creator>liu chuan</dc:creator>
  <cp:lastModifiedBy>汤臣薇</cp:lastModifiedBy>
  <cp:revision>454</cp:revision>
  <dcterms:created xsi:type="dcterms:W3CDTF">2026-04-29T02:31:29Z</dcterms:created>
  <dcterms:modified xsi:type="dcterms:W3CDTF">2026-04-29T02:31:29Z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BF5A2D9EB1ED03F00F6DF1695574BA29_43</vt:lpwstr>
  </property>
  <property fmtid="{D5CDD505-2E9C-101B-9397-08002B2CF9AE}" pid="3" name="KSOProductBuildVer">
    <vt:lpwstr>2052-12.1.23540.23540</vt:lpwstr>
  </property>
</Properties>
</file>